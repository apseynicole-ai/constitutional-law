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5" r:id="rId1"/>
    <p:sldMasterId id="2147483686" r:id="rId2"/>
  </p:sldMasterIdLst>
  <p:notesMasterIdLst>
    <p:notesMasterId r:id="rId111"/>
  </p:notesMasterIdLst>
  <p:sldIdLst>
    <p:sldId id="556" r:id="rId3"/>
    <p:sldId id="573" r:id="rId4"/>
    <p:sldId id="611" r:id="rId5"/>
    <p:sldId id="635" r:id="rId6"/>
    <p:sldId id="621" r:id="rId7"/>
    <p:sldId id="414" r:id="rId8"/>
    <p:sldId id="622" r:id="rId9"/>
    <p:sldId id="623" r:id="rId10"/>
    <p:sldId id="636" r:id="rId11"/>
    <p:sldId id="625" r:id="rId12"/>
    <p:sldId id="612" r:id="rId13"/>
    <p:sldId id="627" r:id="rId14"/>
    <p:sldId id="620" r:id="rId15"/>
    <p:sldId id="613" r:id="rId16"/>
    <p:sldId id="628" r:id="rId17"/>
    <p:sldId id="614" r:id="rId18"/>
    <p:sldId id="629" r:id="rId19"/>
    <p:sldId id="634" r:id="rId20"/>
    <p:sldId id="630" r:id="rId21"/>
    <p:sldId id="637" r:id="rId22"/>
    <p:sldId id="631" r:id="rId23"/>
    <p:sldId id="632" r:id="rId24"/>
    <p:sldId id="618" r:id="rId25"/>
    <p:sldId id="633" r:id="rId26"/>
    <p:sldId id="619" r:id="rId27"/>
    <p:sldId id="638" r:id="rId28"/>
    <p:sldId id="415" r:id="rId29"/>
    <p:sldId id="416" r:id="rId30"/>
    <p:sldId id="417" r:id="rId31"/>
    <p:sldId id="419" r:id="rId32"/>
    <p:sldId id="420" r:id="rId33"/>
    <p:sldId id="426" r:id="rId34"/>
    <p:sldId id="390" r:id="rId35"/>
    <p:sldId id="427" r:id="rId36"/>
    <p:sldId id="428" r:id="rId37"/>
    <p:sldId id="430" r:id="rId38"/>
    <p:sldId id="431" r:id="rId39"/>
    <p:sldId id="432" r:id="rId40"/>
    <p:sldId id="449" r:id="rId41"/>
    <p:sldId id="433" r:id="rId42"/>
    <p:sldId id="434" r:id="rId43"/>
    <p:sldId id="411" r:id="rId44"/>
    <p:sldId id="437" r:id="rId45"/>
    <p:sldId id="439" r:id="rId46"/>
    <p:sldId id="440" r:id="rId47"/>
    <p:sldId id="441" r:id="rId48"/>
    <p:sldId id="442" r:id="rId49"/>
    <p:sldId id="450" r:id="rId50"/>
    <p:sldId id="448" r:id="rId51"/>
    <p:sldId id="446" r:id="rId52"/>
    <p:sldId id="445" r:id="rId53"/>
    <p:sldId id="387" r:id="rId54"/>
    <p:sldId id="407" r:id="rId55"/>
    <p:sldId id="391" r:id="rId56"/>
    <p:sldId id="328" r:id="rId57"/>
    <p:sldId id="262" r:id="rId58"/>
    <p:sldId id="257" r:id="rId59"/>
    <p:sldId id="259" r:id="rId60"/>
    <p:sldId id="260" r:id="rId61"/>
    <p:sldId id="263" r:id="rId62"/>
    <p:sldId id="264" r:id="rId63"/>
    <p:sldId id="265" r:id="rId64"/>
    <p:sldId id="266" r:id="rId65"/>
    <p:sldId id="267" r:id="rId66"/>
    <p:sldId id="268" r:id="rId67"/>
    <p:sldId id="269" r:id="rId68"/>
    <p:sldId id="270" r:id="rId69"/>
    <p:sldId id="271" r:id="rId70"/>
    <p:sldId id="272" r:id="rId71"/>
    <p:sldId id="273" r:id="rId72"/>
    <p:sldId id="274" r:id="rId73"/>
    <p:sldId id="275" r:id="rId74"/>
    <p:sldId id="276" r:id="rId75"/>
    <p:sldId id="277" r:id="rId76"/>
    <p:sldId id="278" r:id="rId77"/>
    <p:sldId id="279" r:id="rId78"/>
    <p:sldId id="280" r:id="rId79"/>
    <p:sldId id="281" r:id="rId80"/>
    <p:sldId id="282" r:id="rId81"/>
    <p:sldId id="283" r:id="rId82"/>
    <p:sldId id="284" r:id="rId83"/>
    <p:sldId id="285" r:id="rId84"/>
    <p:sldId id="286" r:id="rId85"/>
    <p:sldId id="287" r:id="rId86"/>
    <p:sldId id="288" r:id="rId87"/>
    <p:sldId id="289" r:id="rId88"/>
    <p:sldId id="290" r:id="rId89"/>
    <p:sldId id="291" r:id="rId90"/>
    <p:sldId id="292" r:id="rId91"/>
    <p:sldId id="293" r:id="rId92"/>
    <p:sldId id="294" r:id="rId93"/>
    <p:sldId id="295" r:id="rId94"/>
    <p:sldId id="296" r:id="rId95"/>
    <p:sldId id="297" r:id="rId96"/>
    <p:sldId id="298" r:id="rId97"/>
    <p:sldId id="299" r:id="rId98"/>
    <p:sldId id="300" r:id="rId99"/>
    <p:sldId id="301" r:id="rId100"/>
    <p:sldId id="302" r:id="rId101"/>
    <p:sldId id="303" r:id="rId102"/>
    <p:sldId id="304" r:id="rId103"/>
    <p:sldId id="305" r:id="rId104"/>
    <p:sldId id="306" r:id="rId105"/>
    <p:sldId id="307" r:id="rId106"/>
    <p:sldId id="308" r:id="rId107"/>
    <p:sldId id="309" r:id="rId108"/>
    <p:sldId id="310" r:id="rId109"/>
    <p:sldId id="311" r:id="rId110"/>
  </p:sldIdLst>
  <p:sldSz cx="9144000" cy="5143500" type="screen16x9"/>
  <p:notesSz cx="6858000" cy="9144000"/>
  <p:embeddedFontLst>
    <p:embeddedFont>
      <p:font typeface="Amatic SC" pitchFamily="2" charset="-79"/>
      <p:regular r:id="rId112"/>
      <p:bold r:id="rId113"/>
    </p:embeddedFont>
    <p:embeddedFont>
      <p:font typeface="Archivo" pitchFamily="2" charset="77"/>
      <p:regular r:id="rId114"/>
      <p:bold r:id="rId115"/>
      <p:italic r:id="rId116"/>
      <p:boldItalic r:id="rId117"/>
    </p:embeddedFont>
    <p:embeddedFont>
      <p:font typeface="Catamaran" pitchFamily="2" charset="77"/>
      <p:regular r:id="rId118"/>
      <p:bold r:id="rId119"/>
    </p:embeddedFont>
    <p:embeddedFont>
      <p:font typeface="Josefin Sans" pitchFamily="2" charset="77"/>
      <p:regular r:id="rId120"/>
      <p:bold r:id="rId121"/>
      <p:italic r:id="rId122"/>
      <p:boldItalic r:id="rId123"/>
    </p:embeddedFont>
    <p:embeddedFont>
      <p:font typeface="Poller One" panose="02010805070700060003" pitchFamily="2" charset="77"/>
      <p:regular r:id="rId124"/>
    </p:embeddedFont>
    <p:embeddedFont>
      <p:font typeface="Proxima Nova" panose="02000506030000020004" pitchFamily="2" charset="0"/>
      <p:regular r:id="rId125"/>
      <p:bold r:id="rId126"/>
      <p:italic r:id="rId127"/>
      <p:boldItalic r:id="rId128"/>
    </p:embeddedFont>
    <p:embeddedFont>
      <p:font typeface="Proxima Nova Semibold" panose="02000506030000020004" pitchFamily="2" charset="0"/>
      <p:regular r:id="rId129"/>
      <p:bold r:id="rId130"/>
      <p:italic r:id="rId131"/>
      <p:boldItalic r:id="rId132"/>
    </p:embeddedFont>
    <p:embeddedFont>
      <p:font typeface="Roboto Medium" panose="02000000000000000000" pitchFamily="2" charset="0"/>
      <p:regular r:id="rId133"/>
      <p:bold r:id="rId134"/>
      <p:italic r:id="rId135"/>
      <p:boldItalic r:id="rId13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08D27F-1DC6-2847-A259-60126267BEFA}" v="178" dt="2026-04-29T20:13:39.078"/>
  </p1510:revLst>
</p1510:revInfo>
</file>

<file path=ppt/tableStyles.xml><?xml version="1.0" encoding="utf-8"?>
<a:tblStyleLst xmlns:a="http://schemas.openxmlformats.org/drawingml/2006/main" def="{126DD2CE-0F8D-40FD-B329-D1D671988388}">
  <a:tblStyle styleId="{126DD2CE-0F8D-40FD-B329-D1D671988388}"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794"/>
    <p:restoredTop sz="68203"/>
  </p:normalViewPr>
  <p:slideViewPr>
    <p:cSldViewPr snapToGrid="0">
      <p:cViewPr>
        <p:scale>
          <a:sx n="94" d="100"/>
          <a:sy n="94" d="100"/>
        </p:scale>
        <p:origin x="2000" y="80"/>
      </p:cViewPr>
      <p:guideLst>
        <p:guide orient="horz" pos="1620"/>
        <p:guide pos="28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font" Target="fonts/font6.fntdata"/><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viewProps" Target="viewProps.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font" Target="fonts/font12.fntdata"/><Relationship Id="rId128" Type="http://schemas.openxmlformats.org/officeDocument/2006/relationships/font" Target="fonts/font17.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2.fntdata"/><Relationship Id="rId118" Type="http://schemas.openxmlformats.org/officeDocument/2006/relationships/font" Target="fonts/font7.fntdata"/><Relationship Id="rId134" Type="http://schemas.openxmlformats.org/officeDocument/2006/relationships/font" Target="fonts/font23.fntdata"/><Relationship Id="rId139" Type="http://schemas.openxmlformats.org/officeDocument/2006/relationships/theme" Target="theme/theme1.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font" Target="fonts/font13.fntdata"/><Relationship Id="rId129" Type="http://schemas.openxmlformats.org/officeDocument/2006/relationships/font" Target="fonts/font18.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3.fntdata"/><Relationship Id="rId119" Type="http://schemas.openxmlformats.org/officeDocument/2006/relationships/font" Target="fonts/font8.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font" Target="fonts/font19.fntdata"/><Relationship Id="rId135" Type="http://schemas.openxmlformats.org/officeDocument/2006/relationships/font" Target="fonts/font24.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font" Target="fonts/font9.fntdata"/><Relationship Id="rId125" Type="http://schemas.openxmlformats.org/officeDocument/2006/relationships/font" Target="fonts/font14.fntdata"/><Relationship Id="rId141" Type="http://schemas.microsoft.com/office/2016/11/relationships/changesInfo" Target="changesInfos/changesInfo1.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font" Target="fonts/font4.fntdata"/><Relationship Id="rId131" Type="http://schemas.openxmlformats.org/officeDocument/2006/relationships/font" Target="fonts/font20.fntdata"/><Relationship Id="rId136" Type="http://schemas.openxmlformats.org/officeDocument/2006/relationships/font" Target="fonts/font25.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font" Target="fonts/font15.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font" Target="fonts/font10.fntdata"/><Relationship Id="rId142" Type="http://schemas.microsoft.com/office/2015/10/relationships/revisionInfo" Target="revisionInfo.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5.fntdata"/><Relationship Id="rId137" Type="http://schemas.openxmlformats.org/officeDocument/2006/relationships/presProps" Target="pres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notesMaster" Target="notesMasters/notesMaster1.xml"/><Relationship Id="rId132" Type="http://schemas.openxmlformats.org/officeDocument/2006/relationships/font" Target="fonts/font21.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16.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font" Target="fonts/font11.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font" Target="fonts/font1.fntdata"/><Relationship Id="rId133" Type="http://schemas.openxmlformats.org/officeDocument/2006/relationships/font" Target="fonts/font22.fntdata"/><Relationship Id="rId16" Type="http://schemas.openxmlformats.org/officeDocument/2006/relationships/slide" Target="slides/slide14.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Bryony Fox" userId="354e387566dccf85" providerId="LiveId" clId="{29DE6D0E-1A40-55DE-BA8C-01D574BE2099}"/>
    <pc:docChg chg="undo custSel addSld delSld modSld sldOrd">
      <pc:chgData name="Bryony Fox" userId="354e387566dccf85" providerId="LiveId" clId="{29DE6D0E-1A40-55DE-BA8C-01D574BE2099}" dt="2026-04-29T20:13:38.543" v="10104" actId="20577"/>
      <pc:docMkLst>
        <pc:docMk/>
      </pc:docMkLst>
      <pc:sldChg chg="modSp mod">
        <pc:chgData name="Bryony Fox" userId="354e387566dccf85" providerId="LiveId" clId="{29DE6D0E-1A40-55DE-BA8C-01D574BE2099}" dt="2026-04-29T19:37:00.833" v="9128" actId="21"/>
        <pc:sldMkLst>
          <pc:docMk/>
          <pc:sldMk cId="14210966" sldId="414"/>
        </pc:sldMkLst>
        <pc:spChg chg="mod">
          <ac:chgData name="Bryony Fox" userId="354e387566dccf85" providerId="LiveId" clId="{29DE6D0E-1A40-55DE-BA8C-01D574BE2099}" dt="2026-04-29T19:37:00.833" v="9128" actId="21"/>
          <ac:spMkLst>
            <pc:docMk/>
            <pc:sldMk cId="14210966" sldId="414"/>
            <ac:spMk id="1101" creationId="{2DE4B7A2-F394-20EB-92FE-0DB026632D63}"/>
          </ac:spMkLst>
        </pc:spChg>
      </pc:sldChg>
      <pc:sldChg chg="modSp mod">
        <pc:chgData name="Bryony Fox" userId="354e387566dccf85" providerId="LiveId" clId="{29DE6D0E-1A40-55DE-BA8C-01D574BE2099}" dt="2026-04-27T07:08:28.799" v="1" actId="5793"/>
        <pc:sldMkLst>
          <pc:docMk/>
          <pc:sldMk cId="31395364" sldId="611"/>
        </pc:sldMkLst>
        <pc:spChg chg="mod">
          <ac:chgData name="Bryony Fox" userId="354e387566dccf85" providerId="LiveId" clId="{29DE6D0E-1A40-55DE-BA8C-01D574BE2099}" dt="2026-04-27T07:08:28.799" v="1" actId="5793"/>
          <ac:spMkLst>
            <pc:docMk/>
            <pc:sldMk cId="31395364" sldId="611"/>
            <ac:spMk id="3" creationId="{0CDB82DD-CA2B-396A-B95B-099FA3E08370}"/>
          </ac:spMkLst>
        </pc:spChg>
      </pc:sldChg>
      <pc:sldChg chg="modSp mod">
        <pc:chgData name="Bryony Fox" userId="354e387566dccf85" providerId="LiveId" clId="{29DE6D0E-1A40-55DE-BA8C-01D574BE2099}" dt="2026-04-29T19:40:33.047" v="9162" actId="113"/>
        <pc:sldMkLst>
          <pc:docMk/>
          <pc:sldMk cId="1383624259" sldId="612"/>
        </pc:sldMkLst>
        <pc:spChg chg="mod">
          <ac:chgData name="Bryony Fox" userId="354e387566dccf85" providerId="LiveId" clId="{29DE6D0E-1A40-55DE-BA8C-01D574BE2099}" dt="2026-04-27T07:25:47.986" v="1488" actId="404"/>
          <ac:spMkLst>
            <pc:docMk/>
            <pc:sldMk cId="1383624259" sldId="612"/>
            <ac:spMk id="1100" creationId="{4523721A-C4FD-A55A-CCF3-724C81BA182D}"/>
          </ac:spMkLst>
        </pc:spChg>
        <pc:spChg chg="mod">
          <ac:chgData name="Bryony Fox" userId="354e387566dccf85" providerId="LiveId" clId="{29DE6D0E-1A40-55DE-BA8C-01D574BE2099}" dt="2026-04-29T19:40:33.047" v="9162" actId="113"/>
          <ac:spMkLst>
            <pc:docMk/>
            <pc:sldMk cId="1383624259" sldId="612"/>
            <ac:spMk id="1101" creationId="{3FFBD06C-039B-C909-4909-46803BBE38E7}"/>
          </ac:spMkLst>
        </pc:spChg>
      </pc:sldChg>
      <pc:sldChg chg="modSp mod">
        <pc:chgData name="Bryony Fox" userId="354e387566dccf85" providerId="LiveId" clId="{29DE6D0E-1A40-55DE-BA8C-01D574BE2099}" dt="2026-04-29T19:43:34.165" v="9333" actId="20577"/>
        <pc:sldMkLst>
          <pc:docMk/>
          <pc:sldMk cId="2409669511" sldId="613"/>
        </pc:sldMkLst>
        <pc:spChg chg="mod">
          <ac:chgData name="Bryony Fox" userId="354e387566dccf85" providerId="LiveId" clId="{29DE6D0E-1A40-55DE-BA8C-01D574BE2099}" dt="2026-04-29T19:43:34.165" v="9333" actId="20577"/>
          <ac:spMkLst>
            <pc:docMk/>
            <pc:sldMk cId="2409669511" sldId="613"/>
            <ac:spMk id="1101" creationId="{87CA7340-218E-BD91-1AA3-888B6AFF9C46}"/>
          </ac:spMkLst>
        </pc:spChg>
      </pc:sldChg>
      <pc:sldChg chg="modSp mod">
        <pc:chgData name="Bryony Fox" userId="354e387566dccf85" providerId="LiveId" clId="{29DE6D0E-1A40-55DE-BA8C-01D574BE2099}" dt="2026-04-29T19:47:20.311" v="9362" actId="113"/>
        <pc:sldMkLst>
          <pc:docMk/>
          <pc:sldMk cId="1910165466" sldId="614"/>
        </pc:sldMkLst>
        <pc:spChg chg="mod">
          <ac:chgData name="Bryony Fox" userId="354e387566dccf85" providerId="LiveId" clId="{29DE6D0E-1A40-55DE-BA8C-01D574BE2099}" dt="2026-04-29T19:47:20.311" v="9362" actId="113"/>
          <ac:spMkLst>
            <pc:docMk/>
            <pc:sldMk cId="1910165466" sldId="614"/>
            <ac:spMk id="1101" creationId="{6F41170D-4641-DF25-A901-02BFA01632AC}"/>
          </ac:spMkLst>
        </pc:spChg>
      </pc:sldChg>
      <pc:sldChg chg="modSp mod">
        <pc:chgData name="Bryony Fox" userId="354e387566dccf85" providerId="LiveId" clId="{29DE6D0E-1A40-55DE-BA8C-01D574BE2099}" dt="2026-04-29T20:07:40.113" v="10007" actId="20577"/>
        <pc:sldMkLst>
          <pc:docMk/>
          <pc:sldMk cId="2392992041" sldId="618"/>
        </pc:sldMkLst>
        <pc:spChg chg="mod">
          <ac:chgData name="Bryony Fox" userId="354e387566dccf85" providerId="LiveId" clId="{29DE6D0E-1A40-55DE-BA8C-01D574BE2099}" dt="2026-04-29T20:07:40.113" v="10007" actId="20577"/>
          <ac:spMkLst>
            <pc:docMk/>
            <pc:sldMk cId="2392992041" sldId="618"/>
            <ac:spMk id="1101" creationId="{F93C558E-6565-11C5-BE64-160094E098EE}"/>
          </ac:spMkLst>
        </pc:spChg>
      </pc:sldChg>
      <pc:sldChg chg="modSp mod">
        <pc:chgData name="Bryony Fox" userId="354e387566dccf85" providerId="LiveId" clId="{29DE6D0E-1A40-55DE-BA8C-01D574BE2099}" dt="2026-04-29T20:08:23.190" v="10008" actId="14100"/>
        <pc:sldMkLst>
          <pc:docMk/>
          <pc:sldMk cId="314881193" sldId="619"/>
        </pc:sldMkLst>
        <pc:spChg chg="mod">
          <ac:chgData name="Bryony Fox" userId="354e387566dccf85" providerId="LiveId" clId="{29DE6D0E-1A40-55DE-BA8C-01D574BE2099}" dt="2026-04-27T08:35:48.819" v="6723" actId="313"/>
          <ac:spMkLst>
            <pc:docMk/>
            <pc:sldMk cId="314881193" sldId="619"/>
            <ac:spMk id="1100" creationId="{10D9D1DC-99CD-8293-6035-C94A0CCBD66D}"/>
          </ac:spMkLst>
        </pc:spChg>
        <pc:spChg chg="mod">
          <ac:chgData name="Bryony Fox" userId="354e387566dccf85" providerId="LiveId" clId="{29DE6D0E-1A40-55DE-BA8C-01D574BE2099}" dt="2026-04-29T20:08:23.190" v="10008" actId="14100"/>
          <ac:spMkLst>
            <pc:docMk/>
            <pc:sldMk cId="314881193" sldId="619"/>
            <ac:spMk id="1101" creationId="{825A642A-96A0-2BBF-5CF8-A24C5A55E272}"/>
          </ac:spMkLst>
        </pc:spChg>
      </pc:sldChg>
      <pc:sldChg chg="modSp mod">
        <pc:chgData name="Bryony Fox" userId="354e387566dccf85" providerId="LiveId" clId="{29DE6D0E-1A40-55DE-BA8C-01D574BE2099}" dt="2026-04-27T07:41:55.695" v="2510" actId="403"/>
        <pc:sldMkLst>
          <pc:docMk/>
          <pc:sldMk cId="2181145041" sldId="620"/>
        </pc:sldMkLst>
        <pc:spChg chg="mod">
          <ac:chgData name="Bryony Fox" userId="354e387566dccf85" providerId="LiveId" clId="{29DE6D0E-1A40-55DE-BA8C-01D574BE2099}" dt="2026-04-27T07:41:55.695" v="2510" actId="403"/>
          <ac:spMkLst>
            <pc:docMk/>
            <pc:sldMk cId="2181145041" sldId="620"/>
            <ac:spMk id="1101" creationId="{E09D11DB-144E-AFD6-6AD7-0D9DA998B977}"/>
          </ac:spMkLst>
        </pc:spChg>
      </pc:sldChg>
      <pc:sldChg chg="modSp add mod ord modNotesTx">
        <pc:chgData name="Bryony Fox" userId="354e387566dccf85" providerId="LiveId" clId="{29DE6D0E-1A40-55DE-BA8C-01D574BE2099}" dt="2026-04-29T19:32:10.778" v="9074" actId="5793"/>
        <pc:sldMkLst>
          <pc:docMk/>
          <pc:sldMk cId="4038332040" sldId="621"/>
        </pc:sldMkLst>
        <pc:spChg chg="mod">
          <ac:chgData name="Bryony Fox" userId="354e387566dccf85" providerId="LiveId" clId="{29DE6D0E-1A40-55DE-BA8C-01D574BE2099}" dt="2026-04-29T19:31:09.428" v="9045" actId="403"/>
          <ac:spMkLst>
            <pc:docMk/>
            <pc:sldMk cId="4038332040" sldId="621"/>
            <ac:spMk id="1101" creationId="{F7639507-3010-5E7F-FF88-C4BEC6B7E9CE}"/>
          </ac:spMkLst>
        </pc:spChg>
      </pc:sldChg>
      <pc:sldChg chg="modSp add mod modNotesTx">
        <pc:chgData name="Bryony Fox" userId="354e387566dccf85" providerId="LiveId" clId="{29DE6D0E-1A40-55DE-BA8C-01D574BE2099}" dt="2026-04-29T19:37:29.398" v="9141" actId="113"/>
        <pc:sldMkLst>
          <pc:docMk/>
          <pc:sldMk cId="966662874" sldId="622"/>
        </pc:sldMkLst>
        <pc:spChg chg="mod">
          <ac:chgData name="Bryony Fox" userId="354e387566dccf85" providerId="LiveId" clId="{29DE6D0E-1A40-55DE-BA8C-01D574BE2099}" dt="2026-04-29T19:37:29.398" v="9141" actId="113"/>
          <ac:spMkLst>
            <pc:docMk/>
            <pc:sldMk cId="966662874" sldId="622"/>
            <ac:spMk id="1101" creationId="{7C62B5BE-28C4-6A05-8205-DD86DA90E974}"/>
          </ac:spMkLst>
        </pc:spChg>
      </pc:sldChg>
      <pc:sldChg chg="addSp delSp modSp add mod modTransition modNotesTx">
        <pc:chgData name="Bryony Fox" userId="354e387566dccf85" providerId="LiveId" clId="{29DE6D0E-1A40-55DE-BA8C-01D574BE2099}" dt="2026-04-29T19:36:08.635" v="9125"/>
        <pc:sldMkLst>
          <pc:docMk/>
          <pc:sldMk cId="1105692706" sldId="623"/>
        </pc:sldMkLst>
        <pc:picChg chg="add mod modCrop">
          <ac:chgData name="Bryony Fox" userId="354e387566dccf85" providerId="LiveId" clId="{29DE6D0E-1A40-55DE-BA8C-01D574BE2099}" dt="2026-04-27T07:19:42.393" v="951" actId="1076"/>
          <ac:picMkLst>
            <pc:docMk/>
            <pc:sldMk cId="1105692706" sldId="623"/>
            <ac:picMk id="2" creationId="{1F20D58C-9515-D034-E1A2-730B87F48666}"/>
          </ac:picMkLst>
        </pc:picChg>
      </pc:sldChg>
      <pc:sldChg chg="modSp add mod modNotesTx">
        <pc:chgData name="Bryony Fox" userId="354e387566dccf85" providerId="LiveId" clId="{29DE6D0E-1A40-55DE-BA8C-01D574BE2099}" dt="2026-04-29T19:38:56.989" v="9143" actId="113"/>
        <pc:sldMkLst>
          <pc:docMk/>
          <pc:sldMk cId="2002687759" sldId="625"/>
        </pc:sldMkLst>
        <pc:spChg chg="mod">
          <ac:chgData name="Bryony Fox" userId="354e387566dccf85" providerId="LiveId" clId="{29DE6D0E-1A40-55DE-BA8C-01D574BE2099}" dt="2026-04-29T19:38:56.989" v="9143" actId="113"/>
          <ac:spMkLst>
            <pc:docMk/>
            <pc:sldMk cId="2002687759" sldId="625"/>
            <ac:spMk id="1101" creationId="{FC7E9D7B-466D-FCF5-2FFD-4FE337E45D90}"/>
          </ac:spMkLst>
        </pc:spChg>
      </pc:sldChg>
      <pc:sldChg chg="modSp add mod">
        <pc:chgData name="Bryony Fox" userId="354e387566dccf85" providerId="LiveId" clId="{29DE6D0E-1A40-55DE-BA8C-01D574BE2099}" dt="2026-04-29T19:42:37.519" v="9246"/>
        <pc:sldMkLst>
          <pc:docMk/>
          <pc:sldMk cId="431794552" sldId="627"/>
        </pc:sldMkLst>
        <pc:spChg chg="mod">
          <ac:chgData name="Bryony Fox" userId="354e387566dccf85" providerId="LiveId" clId="{29DE6D0E-1A40-55DE-BA8C-01D574BE2099}" dt="2026-04-29T19:40:55.974" v="9172" actId="14100"/>
          <ac:spMkLst>
            <pc:docMk/>
            <pc:sldMk cId="431794552" sldId="627"/>
            <ac:spMk id="1100" creationId="{C23A8524-B9F6-6A89-CB0C-14A3FB90BF17}"/>
          </ac:spMkLst>
        </pc:spChg>
        <pc:spChg chg="mod">
          <ac:chgData name="Bryony Fox" userId="354e387566dccf85" providerId="LiveId" clId="{29DE6D0E-1A40-55DE-BA8C-01D574BE2099}" dt="2026-04-29T19:42:37.519" v="9246"/>
          <ac:spMkLst>
            <pc:docMk/>
            <pc:sldMk cId="431794552" sldId="627"/>
            <ac:spMk id="1101" creationId="{8F105944-1BFE-747D-3EA3-63684557B388}"/>
          </ac:spMkLst>
        </pc:spChg>
      </pc:sldChg>
      <pc:sldChg chg="modSp add mod modNotesTx">
        <pc:chgData name="Bryony Fox" userId="354e387566dccf85" providerId="LiveId" clId="{29DE6D0E-1A40-55DE-BA8C-01D574BE2099}" dt="2026-04-29T19:44:34.903" v="9356" actId="113"/>
        <pc:sldMkLst>
          <pc:docMk/>
          <pc:sldMk cId="3172493264" sldId="628"/>
        </pc:sldMkLst>
        <pc:spChg chg="mod">
          <ac:chgData name="Bryony Fox" userId="354e387566dccf85" providerId="LiveId" clId="{29DE6D0E-1A40-55DE-BA8C-01D574BE2099}" dt="2026-04-29T19:44:34.903" v="9356" actId="113"/>
          <ac:spMkLst>
            <pc:docMk/>
            <pc:sldMk cId="3172493264" sldId="628"/>
            <ac:spMk id="1101" creationId="{66D66988-841B-3F5E-0F9A-34D1C95E6366}"/>
          </ac:spMkLst>
        </pc:spChg>
      </pc:sldChg>
      <pc:sldChg chg="modSp add mod">
        <pc:chgData name="Bryony Fox" userId="354e387566dccf85" providerId="LiveId" clId="{29DE6D0E-1A40-55DE-BA8C-01D574BE2099}" dt="2026-04-29T19:48:19.819" v="9381"/>
        <pc:sldMkLst>
          <pc:docMk/>
          <pc:sldMk cId="3997749088" sldId="629"/>
        </pc:sldMkLst>
        <pc:spChg chg="mod">
          <ac:chgData name="Bryony Fox" userId="354e387566dccf85" providerId="LiveId" clId="{29DE6D0E-1A40-55DE-BA8C-01D574BE2099}" dt="2026-04-29T19:48:19.819" v="9381"/>
          <ac:spMkLst>
            <pc:docMk/>
            <pc:sldMk cId="3997749088" sldId="629"/>
            <ac:spMk id="1101" creationId="{A578580A-9CD7-1207-DFB5-1E02AEABDB37}"/>
          </ac:spMkLst>
        </pc:spChg>
      </pc:sldChg>
      <pc:sldChg chg="modSp add mod">
        <pc:chgData name="Bryony Fox" userId="354e387566dccf85" providerId="LiveId" clId="{29DE6D0E-1A40-55DE-BA8C-01D574BE2099}" dt="2026-04-29T19:54:12.267" v="9502" actId="1076"/>
        <pc:sldMkLst>
          <pc:docMk/>
          <pc:sldMk cId="4018198516" sldId="630"/>
        </pc:sldMkLst>
        <pc:spChg chg="mod">
          <ac:chgData name="Bryony Fox" userId="354e387566dccf85" providerId="LiveId" clId="{29DE6D0E-1A40-55DE-BA8C-01D574BE2099}" dt="2026-04-29T19:54:12.267" v="9502" actId="1076"/>
          <ac:spMkLst>
            <pc:docMk/>
            <pc:sldMk cId="4018198516" sldId="630"/>
            <ac:spMk id="1101" creationId="{28FE3D12-BD93-FEC5-4E56-685D428BDA28}"/>
          </ac:spMkLst>
        </pc:spChg>
      </pc:sldChg>
      <pc:sldChg chg="modSp add mod modNotesTx">
        <pc:chgData name="Bryony Fox" userId="354e387566dccf85" providerId="LiveId" clId="{29DE6D0E-1A40-55DE-BA8C-01D574BE2099}" dt="2026-04-29T20:01:18.589" v="9822"/>
        <pc:sldMkLst>
          <pc:docMk/>
          <pc:sldMk cId="4031385389" sldId="631"/>
        </pc:sldMkLst>
        <pc:spChg chg="mod">
          <ac:chgData name="Bryony Fox" userId="354e387566dccf85" providerId="LiveId" clId="{29DE6D0E-1A40-55DE-BA8C-01D574BE2099}" dt="2026-04-29T20:01:18.589" v="9822"/>
          <ac:spMkLst>
            <pc:docMk/>
            <pc:sldMk cId="4031385389" sldId="631"/>
            <ac:spMk id="1101" creationId="{53A560F1-645D-490D-397E-11E386970637}"/>
          </ac:spMkLst>
        </pc:spChg>
      </pc:sldChg>
      <pc:sldChg chg="modSp add mod modNotesTx">
        <pc:chgData name="Bryony Fox" userId="354e387566dccf85" providerId="LiveId" clId="{29DE6D0E-1A40-55DE-BA8C-01D574BE2099}" dt="2026-04-29T20:03:10.562" v="9872" actId="20577"/>
        <pc:sldMkLst>
          <pc:docMk/>
          <pc:sldMk cId="4066055643" sldId="632"/>
        </pc:sldMkLst>
        <pc:spChg chg="mod">
          <ac:chgData name="Bryony Fox" userId="354e387566dccf85" providerId="LiveId" clId="{29DE6D0E-1A40-55DE-BA8C-01D574BE2099}" dt="2026-04-29T20:02:00.520" v="9833" actId="1076"/>
          <ac:spMkLst>
            <pc:docMk/>
            <pc:sldMk cId="4066055643" sldId="632"/>
            <ac:spMk id="1100" creationId="{098CC843-9071-D21D-EB06-5750C1147DD4}"/>
          </ac:spMkLst>
        </pc:spChg>
        <pc:spChg chg="mod">
          <ac:chgData name="Bryony Fox" userId="354e387566dccf85" providerId="LiveId" clId="{29DE6D0E-1A40-55DE-BA8C-01D574BE2099}" dt="2026-04-29T20:03:10.562" v="9872" actId="20577"/>
          <ac:spMkLst>
            <pc:docMk/>
            <pc:sldMk cId="4066055643" sldId="632"/>
            <ac:spMk id="1101" creationId="{F9E2413D-7A81-E876-D3B1-04F71AAA4ECE}"/>
          </ac:spMkLst>
        </pc:spChg>
      </pc:sldChg>
      <pc:sldChg chg="modSp add mod modNotesTx">
        <pc:chgData name="Bryony Fox" userId="354e387566dccf85" providerId="LiveId" clId="{29DE6D0E-1A40-55DE-BA8C-01D574BE2099}" dt="2026-04-29T20:07:24.434" v="9998" actId="20577"/>
        <pc:sldMkLst>
          <pc:docMk/>
          <pc:sldMk cId="2326112152" sldId="633"/>
        </pc:sldMkLst>
        <pc:spChg chg="mod">
          <ac:chgData name="Bryony Fox" userId="354e387566dccf85" providerId="LiveId" clId="{29DE6D0E-1A40-55DE-BA8C-01D574BE2099}" dt="2026-04-29T20:07:24.434" v="9998" actId="20577"/>
          <ac:spMkLst>
            <pc:docMk/>
            <pc:sldMk cId="2326112152" sldId="633"/>
            <ac:spMk id="1101" creationId="{29C97813-54E2-BCB7-D9AF-C347AA49509E}"/>
          </ac:spMkLst>
        </pc:spChg>
      </pc:sldChg>
      <pc:sldChg chg="modSp add mod">
        <pc:chgData name="Bryony Fox" userId="354e387566dccf85" providerId="LiveId" clId="{29DE6D0E-1A40-55DE-BA8C-01D574BE2099}" dt="2026-04-29T19:49:45.442" v="9415" actId="20577"/>
        <pc:sldMkLst>
          <pc:docMk/>
          <pc:sldMk cId="3114560979" sldId="634"/>
        </pc:sldMkLst>
        <pc:spChg chg="mod">
          <ac:chgData name="Bryony Fox" userId="354e387566dccf85" providerId="LiveId" clId="{29DE6D0E-1A40-55DE-BA8C-01D574BE2099}" dt="2026-04-27T08:57:35.724" v="7826" actId="1076"/>
          <ac:spMkLst>
            <pc:docMk/>
            <pc:sldMk cId="3114560979" sldId="634"/>
            <ac:spMk id="1100" creationId="{4CAC343E-4E1E-929C-7869-3667930D7FEC}"/>
          </ac:spMkLst>
        </pc:spChg>
        <pc:spChg chg="mod">
          <ac:chgData name="Bryony Fox" userId="354e387566dccf85" providerId="LiveId" clId="{29DE6D0E-1A40-55DE-BA8C-01D574BE2099}" dt="2026-04-29T19:49:45.442" v="9415" actId="20577"/>
          <ac:spMkLst>
            <pc:docMk/>
            <pc:sldMk cId="3114560979" sldId="634"/>
            <ac:spMk id="1101" creationId="{A2FA6ABA-52F2-657C-7E8C-F5D96AFB96DC}"/>
          </ac:spMkLst>
        </pc:spChg>
      </pc:sldChg>
      <pc:sldChg chg="addSp delSp modSp add mod ord">
        <pc:chgData name="Bryony Fox" userId="354e387566dccf85" providerId="LiveId" clId="{29DE6D0E-1A40-55DE-BA8C-01D574BE2099}" dt="2026-04-29T19:31:29.539" v="9046" actId="20578"/>
        <pc:sldMkLst>
          <pc:docMk/>
          <pc:sldMk cId="1203873022" sldId="635"/>
        </pc:sldMkLst>
        <pc:spChg chg="add del mod">
          <ac:chgData name="Bryony Fox" userId="354e387566dccf85" providerId="LiveId" clId="{29DE6D0E-1A40-55DE-BA8C-01D574BE2099}" dt="2026-04-29T19:29:58.298" v="8908" actId="478"/>
          <ac:spMkLst>
            <pc:docMk/>
            <pc:sldMk cId="1203873022" sldId="635"/>
            <ac:spMk id="3" creationId="{546FF3E9-E23F-E3D7-4FB5-1F601EDBDD90}"/>
          </ac:spMkLst>
        </pc:spChg>
        <pc:spChg chg="del">
          <ac:chgData name="Bryony Fox" userId="354e387566dccf85" providerId="LiveId" clId="{29DE6D0E-1A40-55DE-BA8C-01D574BE2099}" dt="2026-04-29T19:29:56.694" v="8907" actId="478"/>
          <ac:spMkLst>
            <pc:docMk/>
            <pc:sldMk cId="1203873022" sldId="635"/>
            <ac:spMk id="1100" creationId="{81A779F2-6F4A-84FC-22A0-2EBE238905CE}"/>
          </ac:spMkLst>
        </pc:spChg>
        <pc:spChg chg="mod">
          <ac:chgData name="Bryony Fox" userId="354e387566dccf85" providerId="LiveId" clId="{29DE6D0E-1A40-55DE-BA8C-01D574BE2099}" dt="2026-04-29T19:30:24.371" v="8993" actId="403"/>
          <ac:spMkLst>
            <pc:docMk/>
            <pc:sldMk cId="1203873022" sldId="635"/>
            <ac:spMk id="1101" creationId="{A85C3F59-4621-6611-C0BB-E5DA6A1E5F9C}"/>
          </ac:spMkLst>
        </pc:spChg>
      </pc:sldChg>
      <pc:sldChg chg="addSp modSp add mod modTransition">
        <pc:chgData name="Bryony Fox" userId="354e387566dccf85" providerId="LiveId" clId="{29DE6D0E-1A40-55DE-BA8C-01D574BE2099}" dt="2026-04-29T19:36:44.263" v="9127" actId="14100"/>
        <pc:sldMkLst>
          <pc:docMk/>
          <pc:sldMk cId="3796985201" sldId="636"/>
        </pc:sldMkLst>
        <pc:spChg chg="add">
          <ac:chgData name="Bryony Fox" userId="354e387566dccf85" providerId="LiveId" clId="{29DE6D0E-1A40-55DE-BA8C-01D574BE2099}" dt="2026-04-29T19:34:11.925" v="9097" actId="11529"/>
          <ac:spMkLst>
            <pc:docMk/>
            <pc:sldMk cId="3796985201" sldId="636"/>
            <ac:spMk id="3" creationId="{20D3D78E-FE70-F117-4742-65DECF21A2EF}"/>
          </ac:spMkLst>
        </pc:spChg>
        <pc:spChg chg="add mod">
          <ac:chgData name="Bryony Fox" userId="354e387566dccf85" providerId="LiveId" clId="{29DE6D0E-1A40-55DE-BA8C-01D574BE2099}" dt="2026-04-29T19:34:30.309" v="9100" actId="14100"/>
          <ac:spMkLst>
            <pc:docMk/>
            <pc:sldMk cId="3796985201" sldId="636"/>
            <ac:spMk id="4" creationId="{0A638383-1665-110D-F5B5-19A8D3EF525A}"/>
          </ac:spMkLst>
        </pc:spChg>
        <pc:spChg chg="add mod">
          <ac:chgData name="Bryony Fox" userId="354e387566dccf85" providerId="LiveId" clId="{29DE6D0E-1A40-55DE-BA8C-01D574BE2099}" dt="2026-04-29T19:36:44.263" v="9127" actId="14100"/>
          <ac:spMkLst>
            <pc:docMk/>
            <pc:sldMk cId="3796985201" sldId="636"/>
            <ac:spMk id="5" creationId="{F019FB7F-0770-EE27-4AF8-95D157CCC4B7}"/>
          </ac:spMkLst>
        </pc:spChg>
        <pc:spChg chg="add mod">
          <ac:chgData name="Bryony Fox" userId="354e387566dccf85" providerId="LiveId" clId="{29DE6D0E-1A40-55DE-BA8C-01D574BE2099}" dt="2026-04-29T19:35:19.424" v="9112" actId="14100"/>
          <ac:spMkLst>
            <pc:docMk/>
            <pc:sldMk cId="3796985201" sldId="636"/>
            <ac:spMk id="8" creationId="{DE5DC91B-1EB9-41E7-4538-1F20A80C4A97}"/>
          </ac:spMkLst>
        </pc:spChg>
        <pc:spChg chg="add mod">
          <ac:chgData name="Bryony Fox" userId="354e387566dccf85" providerId="LiveId" clId="{29DE6D0E-1A40-55DE-BA8C-01D574BE2099}" dt="2026-04-29T19:35:44.123" v="9119" actId="14100"/>
          <ac:spMkLst>
            <pc:docMk/>
            <pc:sldMk cId="3796985201" sldId="636"/>
            <ac:spMk id="9" creationId="{938F617E-CABB-0253-8D4B-1EE82AB75AB5}"/>
          </ac:spMkLst>
        </pc:spChg>
        <pc:picChg chg="add mod">
          <ac:chgData name="Bryony Fox" userId="354e387566dccf85" providerId="LiveId" clId="{29DE6D0E-1A40-55DE-BA8C-01D574BE2099}" dt="2026-04-29T19:35:02.547" v="9108"/>
          <ac:picMkLst>
            <pc:docMk/>
            <pc:sldMk cId="3796985201" sldId="636"/>
            <ac:picMk id="6" creationId="{65010D39-DFBF-F9F7-2199-EA6AE06A6FF6}"/>
          </ac:picMkLst>
        </pc:picChg>
        <pc:picChg chg="add mod">
          <ac:chgData name="Bryony Fox" userId="354e387566dccf85" providerId="LiveId" clId="{29DE6D0E-1A40-55DE-BA8C-01D574BE2099}" dt="2026-04-29T19:35:05.954" v="9109"/>
          <ac:picMkLst>
            <pc:docMk/>
            <pc:sldMk cId="3796985201" sldId="636"/>
            <ac:picMk id="7" creationId="{6C3C1926-1B8B-25A9-235A-577DEB4224A4}"/>
          </ac:picMkLst>
        </pc:picChg>
      </pc:sldChg>
      <pc:sldChg chg="modSp add mod modNotesTx">
        <pc:chgData name="Bryony Fox" userId="354e387566dccf85" providerId="LiveId" clId="{29DE6D0E-1A40-55DE-BA8C-01D574BE2099}" dt="2026-04-29T19:58:27.864" v="9754" actId="113"/>
        <pc:sldMkLst>
          <pc:docMk/>
          <pc:sldMk cId="4034452227" sldId="637"/>
        </pc:sldMkLst>
        <pc:spChg chg="mod">
          <ac:chgData name="Bryony Fox" userId="354e387566dccf85" providerId="LiveId" clId="{29DE6D0E-1A40-55DE-BA8C-01D574BE2099}" dt="2026-04-29T19:58:27.864" v="9754" actId="113"/>
          <ac:spMkLst>
            <pc:docMk/>
            <pc:sldMk cId="4034452227" sldId="637"/>
            <ac:spMk id="1101" creationId="{9A3AA295-A1D2-74BE-401A-8C4F26D8DE34}"/>
          </ac:spMkLst>
        </pc:spChg>
      </pc:sldChg>
      <pc:sldChg chg="modSp add mod modNotesTx">
        <pc:chgData name="Bryony Fox" userId="354e387566dccf85" providerId="LiveId" clId="{29DE6D0E-1A40-55DE-BA8C-01D574BE2099}" dt="2026-04-29T20:13:38.543" v="10104" actId="20577"/>
        <pc:sldMkLst>
          <pc:docMk/>
          <pc:sldMk cId="2301284813" sldId="638"/>
        </pc:sldMkLst>
        <pc:spChg chg="mod">
          <ac:chgData name="Bryony Fox" userId="354e387566dccf85" providerId="LiveId" clId="{29DE6D0E-1A40-55DE-BA8C-01D574BE2099}" dt="2026-04-29T20:12:47.535" v="10101" actId="20577"/>
          <ac:spMkLst>
            <pc:docMk/>
            <pc:sldMk cId="2301284813" sldId="638"/>
            <ac:spMk id="1100" creationId="{719DAFB2-5EF0-6925-F12F-E6B77D353F29}"/>
          </ac:spMkLst>
        </pc:spChg>
        <pc:spChg chg="mod">
          <ac:chgData name="Bryony Fox" userId="354e387566dccf85" providerId="LiveId" clId="{29DE6D0E-1A40-55DE-BA8C-01D574BE2099}" dt="2026-04-29T20:12:51.743" v="10102" actId="113"/>
          <ac:spMkLst>
            <pc:docMk/>
            <pc:sldMk cId="2301284813" sldId="638"/>
            <ac:spMk id="1101" creationId="{6865F2A8-C552-C818-EEB3-C7D566CE6E5F}"/>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3" Type="http://schemas.openxmlformats.org/officeDocument/2006/relationships/hyperlink" Target="https://www.google.com/search?sca_esv=695579a362ffd7e3&amp;rlz=1C5CHFA_enZA1025ZA1025&amp;biw=500&amp;bih=778&amp;sxsrf=ANbL-n5hR9QZWFWVdI6c-LL6jQ22xFmlqg:1772717441735&amp;q=nominated&amp;si=AL3DRZF9mDMECe4ehrGDiMmrXKhwvUg8k2jDy6h6YToazOHzUvM8NYqRSLLYiXF3lIa9DUGuHwlsLdlDDDjUrLsvmGdVpFzkOCfGMSRmAStVTkd837G5aIQ%3D&amp;expnd=1&amp;sa=X&amp;ved=2ahUKEwirjpuL74iTAxWLdUEAHTcOJAAQyecJegQIHxAQ" TargetMode="External"/><Relationship Id="rId2" Type="http://schemas.openxmlformats.org/officeDocument/2006/relationships/slide" Target="../slides/slide40.xml"/><Relationship Id="rId1" Type="http://schemas.openxmlformats.org/officeDocument/2006/relationships/notesMaster" Target="../notesMasters/notesMaster1.xml"/><Relationship Id="rId4" Type="http://schemas.openxmlformats.org/officeDocument/2006/relationships/hyperlink" Target="https://www.google.com/search?sca_esv=695579a362ffd7e3&amp;rlz=1C5CHFA_enZA1025ZA1025&amp;biw=500&amp;bih=778&amp;sxsrf=ANbL-n5hR9QZWFWVdI6c-LL6jQ22xFmlqg:1772717441735&amp;q=monarch&amp;si=AL3DRZGNUIa3xcMRrx6cXoxA7yse3yCcx0hnFIE2pDfF0QLfAMgwURiojD8LUK_hRAgJGrzqzkDKdyp16cwBHJYCzDaBsKDpwg%3D%3D&amp;expnd=1&amp;sa=X&amp;ved=2ahUKEwirjpuL74iTAxWLdUEAHTcOJAAQyecJegQIHxAR" TargetMode="External"/></Relationships>
</file>

<file path=ppt/notesSlides/_rels/notesSlide40.xml.rels><?xml version="1.0" encoding="UTF-8" standalone="yes"?>
<Relationships xmlns="http://schemas.openxmlformats.org/package/2006/relationships"><Relationship Id="rId3" Type="http://schemas.openxmlformats.org/officeDocument/2006/relationships/hyperlink" Target="https://www.google.com/search?sca_esv=695579a362ffd7e3&amp;rlz=1C5CHFA_enZA1025ZA1025&amp;biw=500&amp;bih=778&amp;sxsrf=ANbL-n5hR9QZWFWVdI6c-LL6jQ22xFmlqg:1772717441735&amp;q=nominated&amp;si=AL3DRZF9mDMECe4ehrGDiMmrXKhwvUg8k2jDy6h6YToazOHzUvM8NYqRSLLYiXF3lIa9DUGuHwlsLdlDDDjUrLsvmGdVpFzkOCfGMSRmAStVTkd837G5aIQ%3D&amp;expnd=1&amp;sa=X&amp;ved=2ahUKEwirjpuL74iTAxWLdUEAHTcOJAAQyecJegQIHxAQ" TargetMode="External"/><Relationship Id="rId2" Type="http://schemas.openxmlformats.org/officeDocument/2006/relationships/slide" Target="../slides/slide41.xml"/><Relationship Id="rId1" Type="http://schemas.openxmlformats.org/officeDocument/2006/relationships/notesMaster" Target="../notesMasters/notesMaster1.xml"/><Relationship Id="rId4" Type="http://schemas.openxmlformats.org/officeDocument/2006/relationships/hyperlink" Target="https://www.google.com/search?sca_esv=695579a362ffd7e3&amp;rlz=1C5CHFA_enZA1025ZA1025&amp;biw=500&amp;bih=778&amp;sxsrf=ANbL-n5hR9QZWFWVdI6c-LL6jQ22xFmlqg:1772717441735&amp;q=monarch&amp;si=AL3DRZGNUIa3xcMRrx6cXoxA7yse3yCcx0hnFIE2pDfF0QLfAMgwURiojD8LUK_hRAgJGrzqzkDKdyp16cwBHJYCzDaBsKDpwg%3D%3D&amp;expnd=1&amp;sa=X&amp;ved=2ahUKEwirjpuL74iTAxWLdUEAHTcOJAAQyecJegQIHxAR" TargetMode="Externa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A2E111-BFB7-5CB7-B5CA-4EF280C181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AAE856-F97F-2AAC-6D29-BDF2598F19EA}"/>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8E2850D-1FE9-67F8-5898-464613C7CB69}"/>
              </a:ext>
            </a:extLst>
          </p:cNvPr>
          <p:cNvSpPr>
            <a:spLocks noGrp="1"/>
          </p:cNvSpPr>
          <p:nvPr>
            <p:ph type="body" idx="1"/>
          </p:nvPr>
        </p:nvSpPr>
        <p:spPr/>
        <p:txBody>
          <a:bodyPr/>
          <a:lstStyle/>
          <a:p>
            <a:r>
              <a:rPr lang="en-GB" dirty="0"/>
              <a:t>Kleyn et all 169 </a:t>
            </a:r>
          </a:p>
          <a:p>
            <a:r>
              <a:rPr lang="en-GB" dirty="0"/>
              <a:t>We will go into some of these in more details in theme 4 </a:t>
            </a:r>
          </a:p>
        </p:txBody>
      </p:sp>
    </p:spTree>
    <p:extLst>
      <p:ext uri="{BB962C8B-B14F-4D97-AF65-F5344CB8AC3E}">
        <p14:creationId xmlns:p14="http://schemas.microsoft.com/office/powerpoint/2010/main" val="315241267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GB" dirty="0"/>
              <a:t>Ordinary rules of law (Legislation, common law, customary law) </a:t>
            </a:r>
          </a:p>
        </p:txBody>
      </p:sp>
    </p:spTree>
    <p:extLst>
      <p:ext uri="{BB962C8B-B14F-4D97-AF65-F5344CB8AC3E}">
        <p14:creationId xmlns:p14="http://schemas.microsoft.com/office/powerpoint/2010/main" val="26206258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B9A9942E-A8FE-1054-313E-55E09B6260BD}"/>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BC4247C0-9903-D46C-CC0D-7C890041EDE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965890F1-9BBE-ABB3-3412-7F852AF44A7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608497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9E693F43-A831-B168-1AB1-D10A83D20EAA}"/>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E60C90CD-BFB2-1549-980C-D66C4452B9E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11315579-4E68-DCE7-693E-76615C6259B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One of the dominate and enduring political ideas of modern times </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In the South African Constitution, the idea of democracy is a prominent one  permeates virtually all aspects of the constitution</a:t>
            </a:r>
            <a:endParaRPr dirty="0"/>
          </a:p>
        </p:txBody>
      </p:sp>
    </p:spTree>
    <p:extLst>
      <p:ext uri="{BB962C8B-B14F-4D97-AF65-F5344CB8AC3E}">
        <p14:creationId xmlns:p14="http://schemas.microsoft.com/office/powerpoint/2010/main" val="26808711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51FC0C25-D2BE-E3CA-6A3A-85A646726E3D}"/>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327520DC-205B-5FF8-6F0E-B67794E7735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4AA0F1CC-6607-78A5-2833-BB24C899EC3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397166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EF9E452E-1C3D-78E2-DA3F-0C44E0D1D1B6}"/>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E9DD86C5-4314-447C-BEF1-8C65E2FE26A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301EC057-BCC2-9812-4FAE-92F3ED6F243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6058270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FA11AF1F-BB63-5E6D-3A59-3CD2E6A3A8C9}"/>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F18F0118-564D-A5BC-B9F7-5A04D0220FB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D139DC8C-DA36-BF22-DF4F-3EE085AD429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65276874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9A3D02B3-C160-0957-E142-B490ABBF33E5}"/>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CA68BD9D-6CF1-0470-AA19-DFDE03D2CB3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85BAA22B-B39D-89CD-A78D-5AC86D3BCB4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9159852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D97FE7E9-EA01-9614-05E5-3E8CB6B51EBC}"/>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06605196-326F-8053-EB2C-FB28F1C5D80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BAD9ED32-BDDB-676D-2A68-919F3FCBF89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sz="1100" dirty="0">
                <a:solidFill>
                  <a:schemeClr val="tx1"/>
                </a:solidFill>
              </a:rPr>
              <a:t>S1 does not define what democracy means in SA, but shows us the elements that are paramount in the South African Constitutional Context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371190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CE7B2160-5618-E5E2-A483-FC3B15078CE2}"/>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0C130A41-8C46-78AA-49B8-7A9DB1FC405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B6F781E6-E04E-43AE-EE2C-F248826BB5D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ZA" sz="1100" dirty="0">
                <a:solidFill>
                  <a:schemeClr val="tx1"/>
                </a:solidFill>
              </a:rPr>
              <a:t>There is not one idea of democracy, </a:t>
            </a:r>
            <a:r>
              <a:rPr lang="en-ZA" sz="1100" b="1" dirty="0">
                <a:solidFill>
                  <a:schemeClr val="tx1"/>
                </a:solidFill>
              </a:rPr>
              <a:t>but different conceptions of democracy</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232506932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AA6EE2F1-D8BB-48EA-65C7-81E06112D1B6}"/>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72403450-835E-D7CA-48A1-13B4120655E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789B38B8-0D88-606E-2B96-0F7704889DB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ZA" sz="1100" dirty="0">
                <a:solidFill>
                  <a:schemeClr val="tx1"/>
                </a:solidFill>
              </a:rPr>
              <a:t>There is not one idea of democracy, </a:t>
            </a:r>
            <a:r>
              <a:rPr lang="en-ZA" sz="1100" b="1" dirty="0">
                <a:solidFill>
                  <a:schemeClr val="tx1"/>
                </a:solidFill>
              </a:rPr>
              <a:t>but different conceptions of democracy</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2023998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3D254CB4-CFE5-FD55-C8F7-DA09DE96E55B}"/>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A1A5FC87-D749-086D-4F02-A69D96E9419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6B5DB7AC-E63D-981E-70B7-AA5ABB99676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86444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F6343BCF-9FF8-091D-BFC6-DEBDBB94F936}"/>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B4869659-BD47-B8FB-A17B-0CAD64079A2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727687B7-E4F4-8FB6-73FF-3B195BF0237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280177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989DF8FF-E8F1-E30B-83A5-E22AD5758B31}"/>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89935D50-7615-5FDB-FD9F-5ED6DFFAF00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0A09B4D3-0909-0D6A-B456-621129A18E0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S17 allows citizens to make there views known, influence decisions affecting them unhindered – highlights that despite the </a:t>
            </a:r>
            <a:r>
              <a:rPr lang="en-US" dirty="0" err="1"/>
              <a:t>prominate</a:t>
            </a:r>
            <a:r>
              <a:rPr lang="en-US" dirty="0"/>
              <a:t> of representative governance – citizens must ALWAYS have a say in the decisions that affect them </a:t>
            </a:r>
          </a:p>
          <a:p>
            <a:pPr marL="0" lvl="0" indent="0" algn="l" rtl="0">
              <a:spcBef>
                <a:spcPts val="0"/>
              </a:spcBef>
              <a:spcAft>
                <a:spcPts val="0"/>
              </a:spcAft>
              <a:buNone/>
            </a:pPr>
            <a:r>
              <a:rPr lang="en-US" dirty="0"/>
              <a:t>S84/ 127 – to date we have not used this </a:t>
            </a:r>
            <a:r>
              <a:rPr lang="en-US" dirty="0" err="1"/>
              <a:t>mechansism</a:t>
            </a:r>
            <a:r>
              <a:rPr lang="en-US" dirty="0"/>
              <a:t> in SA </a:t>
            </a:r>
            <a:endParaRPr dirty="0"/>
          </a:p>
        </p:txBody>
      </p:sp>
    </p:spTree>
    <p:extLst>
      <p:ext uri="{BB962C8B-B14F-4D97-AF65-F5344CB8AC3E}">
        <p14:creationId xmlns:p14="http://schemas.microsoft.com/office/powerpoint/2010/main" val="9988776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1071B191-FEB1-2843-48F9-F9DA0761CC61}"/>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A4E50DA1-3E58-45C3-8889-BE8223D4E08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E1DBA4EA-D8C3-E982-6B38-9F24DCED508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4682952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09861DB3-955F-7A05-444B-B7069B5AB300}"/>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5CC43984-9894-40BC-F5C6-3B5F81F473A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42E3DC98-EE9A-8A01-ABE0-03533A71743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0776548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B18250F9-1CCE-E1B1-D60B-61506205AF0A}"/>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ECE0A307-1098-66A5-F4DC-550F4DEE530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3E232A16-934D-1417-6AE4-E13BA22052A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359514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03EC91A0-312B-083A-1005-21565FA2C5B0}"/>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32E34BE7-6802-4700-E63D-53C50405B24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AAD84ACF-3E66-703E-8CDA-5C3E580CB73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sz="1100" b="0" i="0" u="none" strike="noStrike" cap="none" dirty="0">
                <a:solidFill>
                  <a:srgbClr val="000000"/>
                </a:solidFill>
                <a:effectLst/>
                <a:latin typeface="Arial"/>
                <a:ea typeface="Arial"/>
                <a:cs typeface="Arial"/>
                <a:sym typeface="Arial"/>
              </a:rPr>
              <a:t>n </a:t>
            </a:r>
            <a:r>
              <a:rPr lang="en-ZA" sz="1100" b="0" i="1" u="none" strike="noStrike" cap="none" dirty="0">
                <a:solidFill>
                  <a:srgbClr val="000000"/>
                </a:solidFill>
                <a:effectLst/>
                <a:latin typeface="Arial"/>
                <a:ea typeface="Arial"/>
                <a:cs typeface="Arial"/>
                <a:sym typeface="Arial"/>
              </a:rPr>
              <a:t>New Nation Movement NPC and Others v President of the Republic of South Africa and Others</a:t>
            </a:r>
            <a:r>
              <a:rPr lang="en-ZA" sz="1100" b="0" i="0" u="none" strike="noStrike" cap="none" dirty="0">
                <a:solidFill>
                  <a:srgbClr val="000000"/>
                </a:solidFill>
                <a:effectLst/>
                <a:latin typeface="Arial"/>
                <a:ea typeface="Arial"/>
                <a:cs typeface="Arial"/>
                <a:sym typeface="Arial"/>
              </a:rPr>
              <a:t> [2020] ZACC 11, the Constitutional Court of South Africa ruled on 11 June 2020 that the Electoral Act 73 of 1998 is unconstitutional. It violated citizens' political rights (Section 19 of the Constitution) by allowing only political parties to contest national and provincial elections, invalidating the exclusion of independent candidates</a:t>
            </a:r>
            <a:endParaRPr dirty="0"/>
          </a:p>
        </p:txBody>
      </p:sp>
    </p:spTree>
    <p:extLst>
      <p:ext uri="{BB962C8B-B14F-4D97-AF65-F5344CB8AC3E}">
        <p14:creationId xmlns:p14="http://schemas.microsoft.com/office/powerpoint/2010/main" val="40595943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59D9BA9A-C688-E7AD-94BE-51A799CB4724}"/>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3ED7D8BD-3E45-942E-D0AF-506EBBAD9EB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2069236D-24CA-4D97-73A1-A91DA2099DA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ZA" sz="1100" b="0" i="0" u="none" strike="noStrike" cap="none" dirty="0">
                <a:solidFill>
                  <a:srgbClr val="000000"/>
                </a:solidFill>
                <a:effectLst/>
                <a:latin typeface="Arial"/>
                <a:ea typeface="Arial"/>
                <a:cs typeface="Arial"/>
                <a:sym typeface="Arial"/>
              </a:rPr>
              <a:t>To be nominated as a IC</a:t>
            </a:r>
          </a:p>
          <a:p>
            <a:pPr lvl="1"/>
            <a:r>
              <a:rPr lang="en-ZA" sz="1100" b="0" i="0" u="none" strike="noStrike" cap="none" dirty="0">
                <a:solidFill>
                  <a:srgbClr val="000000"/>
                </a:solidFill>
                <a:effectLst/>
                <a:latin typeface="Arial"/>
                <a:ea typeface="Arial"/>
                <a:cs typeface="Arial"/>
                <a:sym typeface="Arial"/>
              </a:rPr>
              <a:t>Be a South African citizen, at least 18 years old, and registered to vote in the province where they intend to contest.</a:t>
            </a:r>
          </a:p>
          <a:p>
            <a:pPr lvl="1"/>
            <a:r>
              <a:rPr lang="en-ZA" sz="1100" b="0" i="0" u="none" strike="noStrike" cap="none" dirty="0">
                <a:solidFill>
                  <a:srgbClr val="000000"/>
                </a:solidFill>
                <a:effectLst/>
                <a:latin typeface="Arial"/>
                <a:ea typeface="Arial"/>
                <a:cs typeface="Arial"/>
                <a:sym typeface="Arial"/>
              </a:rPr>
              <a:t>Submit a prescribed nomination form and pay an </a:t>
            </a:r>
            <a:r>
              <a:rPr lang="en-ZA" sz="1100" b="1" i="0" u="none" strike="noStrike" cap="none" dirty="0">
                <a:solidFill>
                  <a:srgbClr val="000000"/>
                </a:solidFill>
                <a:effectLst/>
                <a:latin typeface="Arial"/>
                <a:ea typeface="Arial"/>
                <a:cs typeface="Arial"/>
                <a:sym typeface="Arial"/>
              </a:rPr>
              <a:t>election deposit</a:t>
            </a:r>
            <a:r>
              <a:rPr lang="en-ZA" sz="1100" b="0" i="0" u="none" strike="noStrike" cap="none" dirty="0">
                <a:solidFill>
                  <a:srgbClr val="000000"/>
                </a:solidFill>
                <a:effectLst/>
                <a:latin typeface="Arial"/>
                <a:ea typeface="Arial"/>
                <a:cs typeface="Arial"/>
                <a:sym typeface="Arial"/>
              </a:rPr>
              <a:t>.</a:t>
            </a:r>
          </a:p>
          <a:p>
            <a:pPr lvl="1"/>
            <a:r>
              <a:rPr lang="en-ZA" sz="1100" b="0" i="0" u="none" strike="noStrike" cap="none" dirty="0">
                <a:solidFill>
                  <a:srgbClr val="000000"/>
                </a:solidFill>
                <a:effectLst/>
                <a:latin typeface="Arial"/>
                <a:ea typeface="Arial"/>
                <a:cs typeface="Arial"/>
                <a:sym typeface="Arial"/>
              </a:rPr>
              <a:t>Sign a declaration to be bound by the </a:t>
            </a:r>
            <a:r>
              <a:rPr lang="en-ZA" sz="1100" b="1" i="0" u="none" strike="noStrike" cap="none" dirty="0">
                <a:solidFill>
                  <a:srgbClr val="000000"/>
                </a:solidFill>
                <a:effectLst/>
                <a:latin typeface="Arial"/>
                <a:ea typeface="Arial"/>
                <a:cs typeface="Arial"/>
                <a:sym typeface="Arial"/>
              </a:rPr>
              <a:t>Electoral Code of Conduct</a:t>
            </a:r>
            <a:r>
              <a:rPr lang="en-ZA" sz="1100" b="0" i="0" u="none" strike="noStrike" cap="none" dirty="0">
                <a:solidFill>
                  <a:srgbClr val="000000"/>
                </a:solidFill>
                <a:effectLst/>
                <a:latin typeface="Arial"/>
                <a:ea typeface="Arial"/>
                <a:cs typeface="Arial"/>
                <a:sym typeface="Arial"/>
              </a:rPr>
              <a:t>.</a:t>
            </a:r>
          </a:p>
          <a:p>
            <a:pPr lvl="1"/>
            <a:r>
              <a:rPr lang="en-ZA" sz="1100" b="0" i="0" u="none" strike="noStrike" cap="none" dirty="0">
                <a:solidFill>
                  <a:srgbClr val="000000"/>
                </a:solidFill>
                <a:effectLst/>
                <a:latin typeface="Arial"/>
                <a:ea typeface="Arial"/>
                <a:cs typeface="Arial"/>
                <a:sym typeface="Arial"/>
              </a:rPr>
              <a:t>Not be disqualified under the Constitution (e.g., due to a prison sentence exceeding 12 months without the option of a fine)</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197432699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3095B95F-EBE4-FFA9-AAD3-5F3E29610631}"/>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3AFC39AD-32C7-7266-CC94-0B6EB1EE923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9A94B2F3-3048-426F-005D-9E1518745AE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sz="1100" b="0" i="0" u="none" strike="noStrike" cap="none" dirty="0">
                <a:solidFill>
                  <a:srgbClr val="000000"/>
                </a:solidFill>
                <a:effectLst/>
                <a:latin typeface="Arial"/>
                <a:ea typeface="Arial"/>
                <a:cs typeface="Arial"/>
                <a:sym typeface="Arial"/>
              </a:rPr>
              <a:t>Following the 29 May 2024 general elections, South Africa entered a new political era with the formation of a </a:t>
            </a:r>
            <a:r>
              <a:rPr lang="en-ZA" sz="1100" b="1" i="0" u="none" strike="noStrike" cap="none" dirty="0">
                <a:solidFill>
                  <a:srgbClr val="000000"/>
                </a:solidFill>
                <a:effectLst/>
                <a:latin typeface="Arial"/>
                <a:ea typeface="Arial"/>
                <a:cs typeface="Arial"/>
                <a:sym typeface="Arial"/>
              </a:rPr>
              <a:t>Government of National Unity (GNU)</a:t>
            </a:r>
            <a:r>
              <a:rPr lang="en-ZA" sz="1100" b="0" i="0" u="none" strike="noStrike" cap="none" dirty="0">
                <a:solidFill>
                  <a:srgbClr val="000000"/>
                </a:solidFill>
                <a:effectLst/>
                <a:latin typeface="Arial"/>
                <a:ea typeface="Arial"/>
                <a:cs typeface="Arial"/>
                <a:sym typeface="Arial"/>
              </a:rPr>
              <a:t>. This became necessary after the African National Congress (ANC) failed to secure an outright majority for the first time since 1994, receiving </a:t>
            </a:r>
            <a:r>
              <a:rPr lang="en-ZA" sz="1100" b="1" i="0" u="none" strike="noStrike" cap="none" dirty="0">
                <a:solidFill>
                  <a:srgbClr val="000000"/>
                </a:solidFill>
                <a:effectLst/>
                <a:latin typeface="Arial"/>
                <a:ea typeface="Arial"/>
                <a:cs typeface="Arial"/>
                <a:sym typeface="Arial"/>
              </a:rPr>
              <a:t>40.18%</a:t>
            </a:r>
            <a:r>
              <a:rPr lang="en-ZA" sz="1100" b="0" i="0" u="none" strike="noStrike" cap="none" dirty="0">
                <a:solidFill>
                  <a:srgbClr val="000000"/>
                </a:solidFill>
                <a:effectLst/>
                <a:latin typeface="Arial"/>
                <a:ea typeface="Arial"/>
                <a:cs typeface="Arial"/>
                <a:sym typeface="Arial"/>
              </a:rPr>
              <a:t> of the national vote.</a:t>
            </a:r>
          </a:p>
          <a:p>
            <a:pPr marL="0" lvl="0" indent="0" algn="l" rtl="0">
              <a:spcBef>
                <a:spcPts val="0"/>
              </a:spcBef>
              <a:spcAft>
                <a:spcPts val="0"/>
              </a:spcAft>
              <a:buNone/>
            </a:pPr>
            <a:endParaRPr lang="en-ZA" sz="1100" b="0" i="0" u="none" strike="noStrike" cap="none" dirty="0">
              <a:solidFill>
                <a:srgbClr val="000000"/>
              </a:solidFill>
              <a:effectLst/>
              <a:latin typeface="Arial"/>
              <a:cs typeface="Arial"/>
              <a:sym typeface="Arial"/>
            </a:endParaRPr>
          </a:p>
          <a:p>
            <a:pPr marL="0" lvl="0" indent="0" algn="l" rtl="0">
              <a:spcBef>
                <a:spcPts val="0"/>
              </a:spcBef>
              <a:spcAft>
                <a:spcPts val="0"/>
              </a:spcAft>
              <a:buNone/>
            </a:pPr>
            <a:r>
              <a:rPr lang="en-ZA" sz="1100" b="0" i="0" u="none" strike="noStrike" cap="none" dirty="0">
                <a:solidFill>
                  <a:srgbClr val="000000"/>
                </a:solidFill>
                <a:effectLst/>
                <a:latin typeface="Arial"/>
                <a:ea typeface="Arial"/>
                <a:cs typeface="Arial"/>
                <a:sym typeface="Arial"/>
              </a:rPr>
              <a:t>The GNU is a multi-party coalition comprising </a:t>
            </a:r>
            <a:r>
              <a:rPr lang="en-ZA" sz="1100" b="1" i="0" u="none" strike="noStrike" cap="none" dirty="0">
                <a:solidFill>
                  <a:srgbClr val="000000"/>
                </a:solidFill>
                <a:effectLst/>
                <a:latin typeface="Arial"/>
                <a:ea typeface="Arial"/>
                <a:cs typeface="Arial"/>
                <a:sym typeface="Arial"/>
              </a:rPr>
              <a:t>10 political parties</a:t>
            </a:r>
            <a:r>
              <a:rPr lang="en-ZA" sz="1100" b="0" i="0" u="none" strike="noStrike" cap="none" dirty="0">
                <a:solidFill>
                  <a:srgbClr val="000000"/>
                </a:solidFill>
                <a:effectLst/>
                <a:latin typeface="Arial"/>
                <a:ea typeface="Arial"/>
                <a:cs typeface="Arial"/>
                <a:sym typeface="Arial"/>
              </a:rPr>
              <a:t> that collectively represent approximately 72% of the seats in the National Assembly. The participating parties signed a </a:t>
            </a:r>
            <a:r>
              <a:rPr lang="en-ZA" sz="1100" b="1" i="0" u="none" strike="noStrike" cap="none" dirty="0">
                <a:solidFill>
                  <a:srgbClr val="000000"/>
                </a:solidFill>
                <a:effectLst/>
                <a:latin typeface="Arial"/>
                <a:ea typeface="Arial"/>
                <a:cs typeface="Arial"/>
                <a:sym typeface="Arial"/>
              </a:rPr>
              <a:t>Statement of Intent</a:t>
            </a:r>
            <a:r>
              <a:rPr lang="en-ZA" sz="1100" b="0" i="0" u="none" strike="noStrike" cap="none" dirty="0">
                <a:solidFill>
                  <a:srgbClr val="000000"/>
                </a:solidFill>
                <a:effectLst/>
                <a:latin typeface="Arial"/>
                <a:ea typeface="Arial"/>
                <a:cs typeface="Arial"/>
                <a:sym typeface="Arial"/>
              </a:rPr>
              <a:t> to cooperate in both the Executive and the Legislature. </a:t>
            </a:r>
            <a:endParaRPr dirty="0"/>
          </a:p>
        </p:txBody>
      </p:sp>
    </p:spTree>
    <p:extLst>
      <p:ext uri="{BB962C8B-B14F-4D97-AF65-F5344CB8AC3E}">
        <p14:creationId xmlns:p14="http://schemas.microsoft.com/office/powerpoint/2010/main" val="365921060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6138AEEF-E5A0-CCDA-12D2-405B20D422B6}"/>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0290B559-7686-9FCC-51BC-459D3F07785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E1225F1A-AB9A-341C-035A-C24185C0EA6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228600" lvl="0" indent="-228600" algn="l" rtl="0">
              <a:spcBef>
                <a:spcPts val="0"/>
              </a:spcBef>
              <a:spcAft>
                <a:spcPts val="0"/>
              </a:spcAft>
              <a:buAutoNum type="arabicParenR"/>
            </a:pPr>
            <a:r>
              <a:rPr lang="en-US" dirty="0"/>
              <a:t>Failure to regulate political parties – the fact that there is no requirement that political parties </a:t>
            </a:r>
            <a:r>
              <a:rPr lang="en-US" dirty="0" err="1"/>
              <a:t>practise</a:t>
            </a:r>
            <a:r>
              <a:rPr lang="en-US" dirty="0"/>
              <a:t> some form of internal democracy ultimately has the effect of conferring a huge amount of power on leadership who may dominate party affairs and impose their preferred representatives</a:t>
            </a:r>
          </a:p>
          <a:p>
            <a:pPr marL="228600" lvl="0" indent="-228600" algn="l" rtl="0">
              <a:spcBef>
                <a:spcPts val="0"/>
              </a:spcBef>
              <a:spcAft>
                <a:spcPts val="0"/>
              </a:spcAft>
              <a:buAutoNum type="arabicParenR"/>
            </a:pPr>
            <a:r>
              <a:rPr lang="en-US" dirty="0"/>
              <a:t>The fact that the citizenry cannot really effect/influence directly their representatives outside of the election cycle – leaves the electorate in the position of onlookers as elected representatives take decisions in the name of the electorate without an opportunity to oppose independently unpopular </a:t>
            </a:r>
            <a:r>
              <a:rPr lang="en-US" dirty="0" err="1"/>
              <a:t>decisoons</a:t>
            </a:r>
            <a:r>
              <a:rPr lang="en-US" dirty="0"/>
              <a:t> </a:t>
            </a:r>
          </a:p>
          <a:p>
            <a:pPr marL="228600" lvl="0" indent="-228600" algn="l" rtl="0">
              <a:spcBef>
                <a:spcPts val="0"/>
              </a:spcBef>
              <a:spcAft>
                <a:spcPts val="0"/>
              </a:spcAft>
              <a:buAutoNum type="arabicParenR"/>
            </a:pPr>
            <a:r>
              <a:rPr lang="en-US" dirty="0"/>
              <a:t>If not involved in a political party – next to impossible to </a:t>
            </a:r>
            <a:r>
              <a:rPr lang="en-US" dirty="0" err="1"/>
              <a:t>infleucne</a:t>
            </a:r>
            <a:r>
              <a:rPr lang="en-US" dirty="0"/>
              <a:t> decisions that affect them – lack of opportunities to </a:t>
            </a:r>
            <a:r>
              <a:rPr lang="en-US" dirty="0" err="1"/>
              <a:t>cpntirnute</a:t>
            </a:r>
            <a:r>
              <a:rPr lang="en-US" dirty="0"/>
              <a:t> their views effectively </a:t>
            </a:r>
          </a:p>
          <a:p>
            <a:pPr marL="228600" lvl="0" indent="-228600" algn="l" rtl="0">
              <a:spcBef>
                <a:spcPts val="0"/>
              </a:spcBef>
              <a:spcAft>
                <a:spcPts val="0"/>
              </a:spcAft>
              <a:buAutoNum type="arabicParenR"/>
            </a:pPr>
            <a:r>
              <a:rPr lang="en-US" dirty="0"/>
              <a:t>Previously, one party dominate democracy – effects democratic accountability -</a:t>
            </a:r>
            <a:endParaRPr dirty="0"/>
          </a:p>
        </p:txBody>
      </p:sp>
    </p:spTree>
    <p:extLst>
      <p:ext uri="{BB962C8B-B14F-4D97-AF65-F5344CB8AC3E}">
        <p14:creationId xmlns:p14="http://schemas.microsoft.com/office/powerpoint/2010/main" val="62582989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03E0A2C6-C44C-8444-A5EE-6EEF833C41C8}"/>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B8D06AAD-B0D0-9DD7-789A-74DF5420A34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EFE1AD14-970C-3E73-01FB-824426F2B35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22588479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3C97474F-075D-4C1D-F161-688C9E89F35A}"/>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F1358E92-F474-F49D-87D3-694C461D404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27FD196B-91E3-790E-0A07-B7C19FBB654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sz="1100" b="0" i="0" u="none" strike="noStrike" cap="none" dirty="0">
                <a:solidFill>
                  <a:srgbClr val="000000"/>
                </a:solidFill>
                <a:effectLst/>
                <a:latin typeface="Arial"/>
                <a:ea typeface="Arial"/>
                <a:cs typeface="Arial"/>
                <a:sym typeface="Arial"/>
              </a:rPr>
              <a:t>The landmark case of </a:t>
            </a:r>
            <a:r>
              <a:rPr lang="en-ZA" sz="1100" b="1" i="0" u="none" strike="noStrike" cap="none" dirty="0">
                <a:solidFill>
                  <a:srgbClr val="000000"/>
                </a:solidFill>
                <a:effectLst/>
                <a:latin typeface="Arial"/>
                <a:ea typeface="Arial"/>
                <a:cs typeface="Arial"/>
                <a:sym typeface="Arial"/>
              </a:rPr>
              <a:t>Doctors for Life International v Speaker of the National Assembly (2006)</a:t>
            </a:r>
            <a:r>
              <a:rPr lang="en-ZA" sz="1100" b="0" i="0" u="none" strike="noStrike" cap="none" dirty="0">
                <a:solidFill>
                  <a:srgbClr val="000000"/>
                </a:solidFill>
                <a:effectLst/>
                <a:latin typeface="Arial"/>
                <a:ea typeface="Arial"/>
                <a:cs typeface="Arial"/>
                <a:sym typeface="Arial"/>
              </a:rPr>
              <a:t> established that public participation is a mandatory "requirement of manner and form" in South Africa's law-making process. The Constitutional Court ruled that if Parliament fails to take reasonable steps to facilitate public involvement, the resulting legislation can be declared invalid.</a:t>
            </a:r>
          </a:p>
          <a:p>
            <a:pPr marL="0" lvl="0" indent="0" algn="l" rtl="0">
              <a:spcBef>
                <a:spcPts val="0"/>
              </a:spcBef>
              <a:spcAft>
                <a:spcPts val="0"/>
              </a:spcAft>
              <a:buNone/>
            </a:pPr>
            <a:endParaRPr lang="en-ZA" sz="1100" b="0" i="0" u="none" strike="noStrike" cap="none" dirty="0">
              <a:solidFill>
                <a:srgbClr val="000000"/>
              </a:solidFill>
              <a:effectLst/>
              <a:latin typeface="Arial"/>
              <a:cs typeface="Arial"/>
              <a:sym typeface="Arial"/>
            </a:endParaRPr>
          </a:p>
          <a:p>
            <a:pPr marL="0" lvl="0" indent="0" algn="l" rtl="0">
              <a:spcBef>
                <a:spcPts val="0"/>
              </a:spcBef>
              <a:spcAft>
                <a:spcPts val="0"/>
              </a:spcAft>
              <a:buNone/>
            </a:pPr>
            <a:r>
              <a:rPr lang="en-US" dirty="0"/>
              <a:t>Facts </a:t>
            </a:r>
            <a:r>
              <a:rPr lang="en-ZA" sz="1100" b="0" i="0" u="none" strike="noStrike" cap="none" dirty="0">
                <a:solidFill>
                  <a:srgbClr val="000000"/>
                </a:solidFill>
                <a:effectLst/>
                <a:latin typeface="Arial"/>
                <a:ea typeface="Arial"/>
                <a:cs typeface="Arial"/>
                <a:sym typeface="Arial"/>
              </a:rPr>
              <a:t>The NGO Doctors for Life International challenged four health-related bills passed by Parliament in 2004/2005, arguing that the National Council of Provinces (NCOP) and provincial legislatures failed to properly involve the public</a:t>
            </a:r>
          </a:p>
          <a:p>
            <a:pPr marL="0" lvl="0" indent="0" algn="l" rtl="0">
              <a:spcBef>
                <a:spcPts val="0"/>
              </a:spcBef>
              <a:spcAft>
                <a:spcPts val="0"/>
              </a:spcAft>
              <a:buNone/>
            </a:pPr>
            <a:endParaRPr lang="en-ZA" sz="1100" b="0" i="0" u="none" strike="noStrike" cap="none" dirty="0">
              <a:solidFill>
                <a:srgbClr val="000000"/>
              </a:solidFill>
              <a:effectLst/>
              <a:latin typeface="Arial"/>
              <a:cs typeface="Arial"/>
              <a:sym typeface="Arial"/>
            </a:endParaRPr>
          </a:p>
          <a:p>
            <a:pPr marL="0" lvl="0" indent="0" algn="l" rtl="0">
              <a:spcBef>
                <a:spcPts val="0"/>
              </a:spcBef>
              <a:spcAft>
                <a:spcPts val="0"/>
              </a:spcAft>
              <a:buNone/>
            </a:pPr>
            <a:r>
              <a:rPr lang="en-ZA" sz="1100" b="1" i="0" u="none" strike="noStrike" cap="none" dirty="0">
                <a:solidFill>
                  <a:srgbClr val="000000"/>
                </a:solidFill>
                <a:effectLst/>
                <a:latin typeface="Arial"/>
                <a:ea typeface="Arial"/>
                <a:cs typeface="Arial"/>
                <a:sym typeface="Arial"/>
              </a:rPr>
              <a:t>Representative vs. Participatory Democracy</a:t>
            </a:r>
            <a:r>
              <a:rPr lang="en-ZA" sz="1100" b="0" i="0" u="none" strike="noStrike" cap="none" dirty="0">
                <a:solidFill>
                  <a:srgbClr val="000000"/>
                </a:solidFill>
                <a:effectLst/>
                <a:latin typeface="Arial"/>
                <a:ea typeface="Arial"/>
                <a:cs typeface="Arial"/>
                <a:sym typeface="Arial"/>
              </a:rPr>
              <a:t>: The judgment clarified that South Africa’s system is not just representative (voting in elections) but also participatory (citizens having a say in specific decisions between elections)</a:t>
            </a:r>
            <a:endParaRPr dirty="0"/>
          </a:p>
        </p:txBody>
      </p:sp>
    </p:spTree>
    <p:extLst>
      <p:ext uri="{BB962C8B-B14F-4D97-AF65-F5344CB8AC3E}">
        <p14:creationId xmlns:p14="http://schemas.microsoft.com/office/powerpoint/2010/main" val="33383164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31C7F686-4041-2EB0-D994-EA279FFE20BF}"/>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7E8B197B-54FA-F49B-6671-843CFACBB2C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227C9380-5DDA-A441-754A-09B2140979B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917186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8894FC98-BC05-868E-9439-A5B62817E733}"/>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BA60BD4B-635F-8370-553C-EF5BE9DA416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C08B3912-C104-3A38-1EE8-1EEB6402D82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dirty="0"/>
              <a:t>Which system is </a:t>
            </a:r>
            <a:r>
              <a:rPr lang="en-ZA" b="1" dirty="0"/>
              <a:t>fairest and most practical</a:t>
            </a:r>
            <a:r>
              <a:rPr lang="en-ZA" dirty="0"/>
              <a:t>, and why?</a:t>
            </a:r>
          </a:p>
          <a:p>
            <a:pPr marL="0" lvl="0" indent="0" algn="l" rtl="0">
              <a:spcBef>
                <a:spcPts val="0"/>
              </a:spcBef>
              <a:spcAft>
                <a:spcPts val="0"/>
              </a:spcAft>
              <a:buNone/>
            </a:pPr>
            <a:endParaRPr lang="en-ZA" dirty="0"/>
          </a:p>
          <a:p>
            <a:r>
              <a:rPr lang="en-ZA" dirty="0"/>
              <a:t>Tie it back to the </a:t>
            </a:r>
            <a:r>
              <a:rPr lang="en-ZA" b="1" dirty="0"/>
              <a:t>Constitution of the Republic of South Africa, 1996</a:t>
            </a:r>
            <a:r>
              <a:rPr lang="en-ZA" dirty="0"/>
              <a:t>:</a:t>
            </a:r>
          </a:p>
          <a:p>
            <a:r>
              <a:rPr lang="en-ZA" dirty="0"/>
              <a:t>South Africa mainly uses </a:t>
            </a:r>
            <a:r>
              <a:rPr lang="en-ZA" b="1" dirty="0"/>
              <a:t>representative democracy (elections)</a:t>
            </a:r>
            <a:r>
              <a:rPr lang="en-ZA" dirty="0"/>
              <a:t> </a:t>
            </a:r>
          </a:p>
          <a:p>
            <a:r>
              <a:rPr lang="en-ZA" dirty="0"/>
              <a:t>But includes </a:t>
            </a:r>
            <a:r>
              <a:rPr lang="en-ZA" b="1" dirty="0"/>
              <a:t>participatory elements</a:t>
            </a:r>
            <a:r>
              <a:rPr lang="en-ZA" dirty="0"/>
              <a:t> (public involvement in law-making) </a:t>
            </a:r>
          </a:p>
          <a:p>
            <a:r>
              <a:rPr lang="en-ZA"/>
              <a:t>Direct democracy is limited</a:t>
            </a:r>
          </a:p>
          <a:p>
            <a:pPr marL="0" lvl="0" indent="0" algn="l" rtl="0">
              <a:spcBef>
                <a:spcPts val="0"/>
              </a:spcBef>
              <a:spcAft>
                <a:spcPts val="0"/>
              </a:spcAft>
              <a:buNone/>
            </a:pPr>
            <a:endParaRPr/>
          </a:p>
        </p:txBody>
      </p:sp>
    </p:spTree>
    <p:extLst>
      <p:ext uri="{BB962C8B-B14F-4D97-AF65-F5344CB8AC3E}">
        <p14:creationId xmlns:p14="http://schemas.microsoft.com/office/powerpoint/2010/main" val="420644228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6289709C-2A22-23C0-E657-595D58A95C4F}"/>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6CF253B2-9C1D-78FD-7FE2-BE5716BA57F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3CD3DA4C-21EE-A0F1-0EF5-13860CAC534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1173348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23AE11D6-D3CE-681E-7A9A-F0F85483FDF5}"/>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F3ED56A6-6DCC-10FA-9FB3-C4F4CDAEF5B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FA92D724-D9E6-4F11-04AC-93376A3238E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297166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AA8ED8C6-40A2-A2E6-C459-0C673F58ED1E}"/>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BF65C953-34D2-2EEA-03E6-0998C933391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3622013E-C439-4A6D-E17C-8C3A39C0A0A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082360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ED33D329-44FB-7250-4719-950C7E5054B8}"/>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623B3DD0-C48F-5C43-5F8E-DC674A7CD62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F3DC4D93-25AC-7B04-5D91-3082DE0FBD5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3398931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CDFE6F40-0A53-2C4F-24E6-95D3D115D7A0}"/>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450A4F31-8030-34D9-841A-2C989B93124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BB81A024-2DA9-101B-504D-3BA1CA40A88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dirty="0"/>
              <a:t>https://</a:t>
            </a:r>
            <a:r>
              <a:rPr lang="en-ZA" dirty="0" err="1"/>
              <a:t>sahistory.org.za</a:t>
            </a:r>
            <a:r>
              <a:rPr lang="en-ZA" dirty="0"/>
              <a:t>/article/</a:t>
            </a:r>
            <a:r>
              <a:rPr lang="en-ZA" dirty="0" err="1"/>
              <a:t>sharpeville</a:t>
            </a:r>
            <a:r>
              <a:rPr lang="en-ZA" dirty="0"/>
              <a:t>-timeline </a:t>
            </a:r>
          </a:p>
          <a:p>
            <a:pPr marL="0" lvl="0" indent="0" algn="l" rtl="0">
              <a:spcBef>
                <a:spcPts val="0"/>
              </a:spcBef>
              <a:spcAft>
                <a:spcPts val="0"/>
              </a:spcAft>
              <a:buNone/>
            </a:pPr>
            <a:endParaRPr lang="en-ZA" dirty="0"/>
          </a:p>
          <a:p>
            <a:r>
              <a:rPr lang="en-ZA" sz="1100" b="0" i="0" u="none" strike="noStrike" cap="none" dirty="0">
                <a:solidFill>
                  <a:srgbClr val="000000"/>
                </a:solidFill>
                <a:effectLst/>
                <a:latin typeface="Arial"/>
                <a:ea typeface="Arial"/>
                <a:cs typeface="Arial"/>
                <a:sym typeface="Arial"/>
              </a:rPr>
              <a:t>Consider content and consider to what extent the provisions of the Freedom Charter are contained in the current constitutional dispensation </a:t>
            </a:r>
          </a:p>
          <a:p>
            <a:r>
              <a:rPr lang="en-ZA" sz="1100" b="0" i="0" u="none" strike="noStrike" cap="none" dirty="0">
                <a:solidFill>
                  <a:srgbClr val="000000"/>
                </a:solidFill>
                <a:effectLst/>
                <a:latin typeface="Arial"/>
                <a:ea typeface="Arial"/>
                <a:cs typeface="Arial"/>
                <a:sym typeface="Arial"/>
              </a:rPr>
              <a:t>Consider content and how it directly speaks to the context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165326438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690A117C-D8E2-F09A-A51B-A573D4EB7016}"/>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CF734AD2-A328-6B69-9D17-5FA9CF218B2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A635C0E2-F475-8EFD-AEAF-E9C7C1D7FC4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ZA" sz="1100" b="0" i="0" u="none" strike="noStrike" cap="none" dirty="0">
                <a:solidFill>
                  <a:srgbClr val="000000"/>
                </a:solidFill>
                <a:effectLst/>
                <a:latin typeface="Arial"/>
                <a:ea typeface="Arial"/>
                <a:cs typeface="Arial"/>
                <a:sym typeface="Arial"/>
              </a:rPr>
              <a:t>Consider the content and consider to what extent the provisions of the Freedom Charter are contained in the current constitutional dispensation </a:t>
            </a:r>
          </a:p>
          <a:p>
            <a:r>
              <a:rPr lang="en-ZA" sz="1100" b="0" i="0" u="none" strike="noStrike" cap="none" dirty="0">
                <a:solidFill>
                  <a:srgbClr val="000000"/>
                </a:solidFill>
                <a:effectLst/>
                <a:latin typeface="Arial"/>
                <a:ea typeface="Arial"/>
                <a:cs typeface="Arial"/>
                <a:sym typeface="Arial"/>
              </a:rPr>
              <a:t>Consider content and how it directly speaks to the context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350682503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94631296-0E25-BD3C-EB82-5210871480F8}"/>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E4C55DC7-5753-D8E3-C9DB-70106626E5F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8B6E2A8B-66F6-8CF6-332D-4676A3BEAA8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24482422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FB6F8163-7D64-CC60-3654-C8DD719E978D}"/>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8ECB0408-CA0E-E0C0-417B-E8DE0A7B133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A72B4E55-A70C-9878-C579-8ADF85DA2EE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92695993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381B7FFD-7895-1E80-B526-160074EA2FDA}"/>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796E62E5-AABA-D79C-80B9-F329D302CF3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EB538509-956C-EBF2-38F6-1DC6D9D2F3D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0154678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D18369C9-727C-A55C-FC58-1F52D9F53216}"/>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C7E658BB-70AA-2A65-BF10-BE9DC3FB130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D39729E7-58C6-4616-8F26-79474834ED8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8347826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AF5D9E31-16AD-50A5-BD49-9D98CC5B7F25}"/>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E8625E4D-C1F7-CAAD-A9E5-B4E225A2A9D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315FE9A3-639E-059F-D614-C371C441146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89567994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9E252460-889E-2F68-3A9F-AA44E6BBC3FA}"/>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9B6D589A-AEF1-034D-6592-833170A65C1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58702D3E-0BA0-8D11-AB03-F5B7A756897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95425269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02ED3758-6DD7-AA11-28F5-BD6E37417A0E}"/>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7921DFC1-EF06-23C9-9F37-C5D0D940C0C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4A35E0C9-E698-8C8F-EAB5-404BA56623F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4143605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89A93D37-8716-AAA1-3828-034A3C22F48E}"/>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9AF1E6BE-621F-C8F8-9E64-12745F94275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FE6C5D9F-D34B-F10C-A915-03F507019C4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sz="1100" b="0" i="0" u="none" strike="noStrike" cap="none" dirty="0">
                <a:solidFill>
                  <a:srgbClr val="000000"/>
                </a:solidFill>
                <a:effectLst/>
                <a:latin typeface="Arial"/>
                <a:ea typeface="Arial"/>
                <a:cs typeface="Arial"/>
                <a:sym typeface="Arial"/>
              </a:rPr>
              <a:t>Define Republic: A state in which supreme power is held by the people and their elected representatives, and which has an elected or </a:t>
            </a:r>
            <a:r>
              <a:rPr lang="en-ZA" sz="1100" b="0" i="0" u="none" strike="noStrike" cap="none" dirty="0">
                <a:solidFill>
                  <a:srgbClr val="000000"/>
                </a:solidFill>
                <a:effectLst/>
                <a:latin typeface="Arial"/>
                <a:ea typeface="Arial"/>
                <a:cs typeface="Arial"/>
                <a:sym typeface="Arial"/>
                <a:hlinkClick r:id="rId3"/>
              </a:rPr>
              <a:t>nominated</a:t>
            </a:r>
            <a:r>
              <a:rPr lang="en-ZA" sz="1100" b="0" i="0" u="none" strike="noStrike" cap="none" dirty="0">
                <a:solidFill>
                  <a:srgbClr val="000000"/>
                </a:solidFill>
                <a:effectLst/>
                <a:latin typeface="Arial"/>
                <a:ea typeface="Arial"/>
                <a:cs typeface="Arial"/>
                <a:sym typeface="Arial"/>
              </a:rPr>
              <a:t> president rather than a </a:t>
            </a:r>
            <a:r>
              <a:rPr lang="en-ZA" sz="1100" b="0" i="0" u="none" strike="noStrike" cap="none" dirty="0">
                <a:solidFill>
                  <a:srgbClr val="000000"/>
                </a:solidFill>
                <a:effectLst/>
                <a:latin typeface="Arial"/>
                <a:ea typeface="Arial"/>
                <a:cs typeface="Arial"/>
                <a:sym typeface="Arial"/>
                <a:hlinkClick r:id="rId4"/>
              </a:rPr>
              <a:t>monarch</a:t>
            </a:r>
            <a:r>
              <a:rPr lang="en-ZA" sz="1100" b="0" i="0" u="none" strike="noStrike" cap="none" dirty="0">
                <a:solidFill>
                  <a:srgbClr val="000000"/>
                </a:solidFill>
                <a:effectLst/>
                <a:latin typeface="Arial"/>
                <a:ea typeface="Arial"/>
                <a:cs typeface="Arial"/>
                <a:sym typeface="Arial"/>
              </a:rPr>
              <a:t>.</a:t>
            </a:r>
            <a:endParaRPr dirty="0"/>
          </a:p>
        </p:txBody>
      </p:sp>
    </p:spTree>
    <p:extLst>
      <p:ext uri="{BB962C8B-B14F-4D97-AF65-F5344CB8AC3E}">
        <p14:creationId xmlns:p14="http://schemas.microsoft.com/office/powerpoint/2010/main" val="359614422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CDFFA860-D88E-BA0C-5A2C-68136E608483}"/>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6A7918CD-098C-4B6B-9E87-ADBE149533B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179DE93E-D35D-C89D-4256-594AF12C663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ZA" sz="1100" b="0" i="0" u="none" strike="noStrike" cap="none" dirty="0">
                <a:solidFill>
                  <a:srgbClr val="000000"/>
                </a:solidFill>
                <a:effectLst/>
                <a:latin typeface="Arial"/>
                <a:ea typeface="Arial"/>
                <a:cs typeface="Arial"/>
                <a:sym typeface="Arial"/>
              </a:rPr>
              <a:t>Define Republic: A state in which supreme power is held by the people and their elected representatives, and which has an elected or </a:t>
            </a:r>
            <a:r>
              <a:rPr lang="en-ZA" sz="1100" b="0" i="0" u="none" strike="noStrike" cap="none" dirty="0">
                <a:solidFill>
                  <a:srgbClr val="000000"/>
                </a:solidFill>
                <a:effectLst/>
                <a:latin typeface="Arial"/>
                <a:ea typeface="Arial"/>
                <a:cs typeface="Arial"/>
                <a:sym typeface="Arial"/>
                <a:hlinkClick r:id="rId3"/>
              </a:rPr>
              <a:t>nominated</a:t>
            </a:r>
            <a:r>
              <a:rPr lang="en-ZA" sz="1100" b="0" i="0" u="none" strike="noStrike" cap="none" dirty="0">
                <a:solidFill>
                  <a:srgbClr val="000000"/>
                </a:solidFill>
                <a:effectLst/>
                <a:latin typeface="Arial"/>
                <a:ea typeface="Arial"/>
                <a:cs typeface="Arial"/>
                <a:sym typeface="Arial"/>
              </a:rPr>
              <a:t> president rather than a </a:t>
            </a:r>
            <a:r>
              <a:rPr lang="en-ZA" sz="1100" b="0" i="0" u="none" strike="noStrike" cap="none" dirty="0">
                <a:solidFill>
                  <a:srgbClr val="000000"/>
                </a:solidFill>
                <a:effectLst/>
                <a:latin typeface="Arial"/>
                <a:ea typeface="Arial"/>
                <a:cs typeface="Arial"/>
                <a:sym typeface="Arial"/>
                <a:hlinkClick r:id="rId4"/>
              </a:rPr>
              <a:t>monarch</a:t>
            </a:r>
            <a:r>
              <a:rPr lang="en-ZA" sz="1100" b="0" i="0" u="none" strike="noStrike" cap="none" dirty="0">
                <a:solidFill>
                  <a:srgbClr val="000000"/>
                </a:solidFill>
                <a:effectLst/>
                <a:latin typeface="Arial"/>
                <a:ea typeface="Arial"/>
                <a:cs typeface="Arial"/>
                <a:sym typeface="Arial"/>
              </a:rPr>
              <a:t>.</a:t>
            </a:r>
            <a:endParaRPr dirty="0"/>
          </a:p>
        </p:txBody>
      </p:sp>
    </p:spTree>
    <p:extLst>
      <p:ext uri="{BB962C8B-B14F-4D97-AF65-F5344CB8AC3E}">
        <p14:creationId xmlns:p14="http://schemas.microsoft.com/office/powerpoint/2010/main" val="350496644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4DF7B4A8-B6D5-1776-F3B8-3B3ADF422AEE}"/>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B5CDA488-C0A7-8B63-2491-74C48764801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F80EB705-A015-E116-D452-D4D26FA6DE1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Named after </a:t>
            </a:r>
            <a:r>
              <a:rPr lang="en-US" dirty="0" err="1"/>
              <a:t>subburn</a:t>
            </a:r>
            <a:r>
              <a:rPr lang="en-US" dirty="0"/>
              <a:t> where </a:t>
            </a:r>
            <a:r>
              <a:rPr lang="en-US" dirty="0" err="1"/>
              <a:t>mostwhere</a:t>
            </a:r>
            <a:r>
              <a:rPr lang="en-US" dirty="0"/>
              <a:t> arrested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362983047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1E2F9991-0D2F-59F1-1916-5A2C76AE2B11}"/>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8A1E89F1-7D84-8FD5-A9B8-680F8C34D34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01008507-9FE1-8573-DC57-C4B14207CB0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Named after </a:t>
            </a:r>
            <a:r>
              <a:rPr lang="en-US" dirty="0" err="1"/>
              <a:t>subburn</a:t>
            </a:r>
            <a:r>
              <a:rPr lang="en-US" dirty="0"/>
              <a:t> where </a:t>
            </a:r>
            <a:r>
              <a:rPr lang="en-US" dirty="0" err="1"/>
              <a:t>mostwhere</a:t>
            </a:r>
            <a:r>
              <a:rPr lang="en-US" dirty="0"/>
              <a:t> arrested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274048281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F2C295F8-7842-A70A-F15A-642B9BB8D13E}"/>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EDE5BD2C-3EAE-38AD-F8CB-60E2E4B128F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09A33D39-D9E7-D1BA-F2D6-6DCF1251926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Named after </a:t>
            </a:r>
            <a:r>
              <a:rPr lang="en-US" dirty="0" err="1"/>
              <a:t>subburn</a:t>
            </a:r>
            <a:r>
              <a:rPr lang="en-US" dirty="0"/>
              <a:t> where </a:t>
            </a:r>
            <a:r>
              <a:rPr lang="en-US" dirty="0" err="1"/>
              <a:t>mostwhere</a:t>
            </a:r>
            <a:r>
              <a:rPr lang="en-US" dirty="0"/>
              <a:t> arrested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149795570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2E683802-DC04-DA15-C6A9-3789D67CF86A}"/>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85E8B025-5F2D-5346-2865-F5834CB78BA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18BFDF53-F768-153B-6D18-415C4FC1FC4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Named after </a:t>
            </a:r>
            <a:r>
              <a:rPr lang="en-US" dirty="0" err="1"/>
              <a:t>subburn</a:t>
            </a:r>
            <a:r>
              <a:rPr lang="en-US" dirty="0"/>
              <a:t> where </a:t>
            </a:r>
            <a:r>
              <a:rPr lang="en-US" dirty="0" err="1"/>
              <a:t>mostwhere</a:t>
            </a:r>
            <a:r>
              <a:rPr lang="en-US" dirty="0"/>
              <a:t> arrested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1347059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9AF6CD29-C139-2E09-D89D-E27039D65FE1}"/>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8F739CA8-17F2-59AF-CAC1-48C30C65787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175B1C4A-23D4-3D1C-ECF6-BF0EA6506BA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Named after </a:t>
            </a:r>
            <a:r>
              <a:rPr lang="en-US" dirty="0" err="1"/>
              <a:t>subburn</a:t>
            </a:r>
            <a:r>
              <a:rPr lang="en-US" dirty="0"/>
              <a:t> where </a:t>
            </a:r>
            <a:r>
              <a:rPr lang="en-US" dirty="0" err="1"/>
              <a:t>mostwhere</a:t>
            </a:r>
            <a:r>
              <a:rPr lang="en-US" dirty="0"/>
              <a:t> arrested </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312227821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B6F1E4F0-2E8D-9603-0918-CF3B299DA590}"/>
            </a:ext>
          </a:extLst>
        </p:cNvPr>
        <p:cNvGrpSpPr/>
        <p:nvPr/>
      </p:nvGrpSpPr>
      <p:grpSpPr>
        <a:xfrm>
          <a:off x="0" y="0"/>
          <a:ext cx="0" cy="0"/>
          <a:chOff x="0" y="0"/>
          <a:chExt cx="0" cy="0"/>
        </a:xfrm>
      </p:grpSpPr>
      <p:sp>
        <p:nvSpPr>
          <p:cNvPr id="473" name="Google Shape;473;g1326d108194_0_236:notes">
            <a:extLst>
              <a:ext uri="{FF2B5EF4-FFF2-40B4-BE49-F238E27FC236}">
                <a16:creationId xmlns:a16="http://schemas.microsoft.com/office/drawing/2014/main" id="{DE7F1D40-9E9D-30A9-3FE5-2C970C9FDD3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326d108194_0_236:notes">
            <a:extLst>
              <a:ext uri="{FF2B5EF4-FFF2-40B4-BE49-F238E27FC236}">
                <a16:creationId xmlns:a16="http://schemas.microsoft.com/office/drawing/2014/main" id="{4784BE3B-5ED6-DBF0-8F0B-6988EF5FA65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6539508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9AF460DD-8345-2D32-23D6-1897DD46E016}"/>
            </a:ext>
          </a:extLst>
        </p:cNvPr>
        <p:cNvGrpSpPr/>
        <p:nvPr/>
      </p:nvGrpSpPr>
      <p:grpSpPr>
        <a:xfrm>
          <a:off x="0" y="0"/>
          <a:ext cx="0" cy="0"/>
          <a:chOff x="0" y="0"/>
          <a:chExt cx="0" cy="0"/>
        </a:xfrm>
      </p:grpSpPr>
      <p:sp>
        <p:nvSpPr>
          <p:cNvPr id="473" name="Google Shape;473;g1326d108194_0_236:notes">
            <a:extLst>
              <a:ext uri="{FF2B5EF4-FFF2-40B4-BE49-F238E27FC236}">
                <a16:creationId xmlns:a16="http://schemas.microsoft.com/office/drawing/2014/main" id="{921FAF4B-EF12-9DCC-B6A8-EC46353AC3F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326d108194_0_236:notes">
            <a:extLst>
              <a:ext uri="{FF2B5EF4-FFF2-40B4-BE49-F238E27FC236}">
                <a16:creationId xmlns:a16="http://schemas.microsoft.com/office/drawing/2014/main" id="{FD328FE9-D51F-D858-4626-CD0FA19EB13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75403646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8CE8E45B-E9FC-B503-9C8E-5EB3D43EC2F7}"/>
            </a:ext>
          </a:extLst>
        </p:cNvPr>
        <p:cNvGrpSpPr/>
        <p:nvPr/>
      </p:nvGrpSpPr>
      <p:grpSpPr>
        <a:xfrm>
          <a:off x="0" y="0"/>
          <a:ext cx="0" cy="0"/>
          <a:chOff x="0" y="0"/>
          <a:chExt cx="0" cy="0"/>
        </a:xfrm>
      </p:grpSpPr>
      <p:sp>
        <p:nvSpPr>
          <p:cNvPr id="473" name="Google Shape;473;g1326d108194_0_236:notes">
            <a:extLst>
              <a:ext uri="{FF2B5EF4-FFF2-40B4-BE49-F238E27FC236}">
                <a16:creationId xmlns:a16="http://schemas.microsoft.com/office/drawing/2014/main" id="{0762A26C-E4FC-8AA8-F3CD-B15DB172090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326d108194_0_236:notes">
            <a:extLst>
              <a:ext uri="{FF2B5EF4-FFF2-40B4-BE49-F238E27FC236}">
                <a16:creationId xmlns:a16="http://schemas.microsoft.com/office/drawing/2014/main" id="{C4AFE59A-334C-49AF-FB96-D75577A7FA9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1966545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384AC54F-0A9C-0A15-60BF-420EA54B89D7}"/>
            </a:ext>
          </a:extLst>
        </p:cNvPr>
        <p:cNvGrpSpPr/>
        <p:nvPr/>
      </p:nvGrpSpPr>
      <p:grpSpPr>
        <a:xfrm>
          <a:off x="0" y="0"/>
          <a:ext cx="0" cy="0"/>
          <a:chOff x="0" y="0"/>
          <a:chExt cx="0" cy="0"/>
        </a:xfrm>
      </p:grpSpPr>
      <p:sp>
        <p:nvSpPr>
          <p:cNvPr id="473" name="Google Shape;473;g1326d108194_0_236:notes">
            <a:extLst>
              <a:ext uri="{FF2B5EF4-FFF2-40B4-BE49-F238E27FC236}">
                <a16:creationId xmlns:a16="http://schemas.microsoft.com/office/drawing/2014/main" id="{8327A0E9-61B4-A641-A489-AB925DAB920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326d108194_0_236:notes">
            <a:extLst>
              <a:ext uri="{FF2B5EF4-FFF2-40B4-BE49-F238E27FC236}">
                <a16:creationId xmlns:a16="http://schemas.microsoft.com/office/drawing/2014/main" id="{27B298E3-1FD8-D52A-69BC-C3AD3483708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6788542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543F6876-D3DB-1AD7-0AFA-DFD69A0D33D9}"/>
            </a:ext>
          </a:extLst>
        </p:cNvPr>
        <p:cNvGrpSpPr/>
        <p:nvPr/>
      </p:nvGrpSpPr>
      <p:grpSpPr>
        <a:xfrm>
          <a:off x="0" y="0"/>
          <a:ext cx="0" cy="0"/>
          <a:chOff x="0" y="0"/>
          <a:chExt cx="0" cy="0"/>
        </a:xfrm>
      </p:grpSpPr>
      <p:sp>
        <p:nvSpPr>
          <p:cNvPr id="473" name="Google Shape;473;g1326d108194_0_236:notes">
            <a:extLst>
              <a:ext uri="{FF2B5EF4-FFF2-40B4-BE49-F238E27FC236}">
                <a16:creationId xmlns:a16="http://schemas.microsoft.com/office/drawing/2014/main" id="{01CD5CAB-893E-92E0-3844-3E80C12E7CB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326d108194_0_236:notes">
            <a:extLst>
              <a:ext uri="{FF2B5EF4-FFF2-40B4-BE49-F238E27FC236}">
                <a16:creationId xmlns:a16="http://schemas.microsoft.com/office/drawing/2014/main" id="{2108E51B-8F3D-1F60-7C3F-682A9B51223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65202329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
          <a:extLst>
            <a:ext uri="{FF2B5EF4-FFF2-40B4-BE49-F238E27FC236}">
              <a16:creationId xmlns:a16="http://schemas.microsoft.com/office/drawing/2014/main" id="{2203F548-75ED-7E18-2478-4B6A536EC733}"/>
            </a:ext>
          </a:extLst>
        </p:cNvPr>
        <p:cNvGrpSpPr/>
        <p:nvPr/>
      </p:nvGrpSpPr>
      <p:grpSpPr>
        <a:xfrm>
          <a:off x="0" y="0"/>
          <a:ext cx="0" cy="0"/>
          <a:chOff x="0" y="0"/>
          <a:chExt cx="0" cy="0"/>
        </a:xfrm>
      </p:grpSpPr>
      <p:sp>
        <p:nvSpPr>
          <p:cNvPr id="683" name="Google Shape;683;g1326d108194_0_226:notes">
            <a:extLst>
              <a:ext uri="{FF2B5EF4-FFF2-40B4-BE49-F238E27FC236}">
                <a16:creationId xmlns:a16="http://schemas.microsoft.com/office/drawing/2014/main" id="{F45C898E-CEA3-E77E-9AD6-68243749D73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4" name="Google Shape;684;g1326d108194_0_226:notes">
            <a:extLst>
              <a:ext uri="{FF2B5EF4-FFF2-40B4-BE49-F238E27FC236}">
                <a16:creationId xmlns:a16="http://schemas.microsoft.com/office/drawing/2014/main" id="{9E6F8491-D9AC-A3DC-525F-EEDD1CE12E4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070730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297C78EB-D539-1C2C-1FC1-100D30AC9785}"/>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5A2983CC-F3C2-E214-75C6-3354B193D49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EE69F113-250C-7FBD-4A26-F75E37BF770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806342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a:extLst>
            <a:ext uri="{FF2B5EF4-FFF2-40B4-BE49-F238E27FC236}">
              <a16:creationId xmlns:a16="http://schemas.microsoft.com/office/drawing/2014/main" id="{1556E0F7-F12C-74A6-9C3C-EE09C38DF0FB}"/>
            </a:ext>
          </a:extLst>
        </p:cNvPr>
        <p:cNvGrpSpPr/>
        <p:nvPr/>
      </p:nvGrpSpPr>
      <p:grpSpPr>
        <a:xfrm>
          <a:off x="0" y="0"/>
          <a:ext cx="0" cy="0"/>
          <a:chOff x="0" y="0"/>
          <a:chExt cx="0" cy="0"/>
        </a:xfrm>
      </p:grpSpPr>
      <p:sp>
        <p:nvSpPr>
          <p:cNvPr id="1097" name="Google Shape;1097;g1326d108194_0_259:notes">
            <a:extLst>
              <a:ext uri="{FF2B5EF4-FFF2-40B4-BE49-F238E27FC236}">
                <a16:creationId xmlns:a16="http://schemas.microsoft.com/office/drawing/2014/main" id="{C6A89732-D21C-847C-7680-C0CA3B5BA9B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a:extLst>
              <a:ext uri="{FF2B5EF4-FFF2-40B4-BE49-F238E27FC236}">
                <a16:creationId xmlns:a16="http://schemas.microsoft.com/office/drawing/2014/main" id="{350D17D1-5889-2833-BFED-11065FEE393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911183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7">
          <a:extLst>
            <a:ext uri="{FF2B5EF4-FFF2-40B4-BE49-F238E27FC236}">
              <a16:creationId xmlns:a16="http://schemas.microsoft.com/office/drawing/2014/main" id="{68098ED4-F82D-358D-BE6F-8880015B4F47}"/>
            </a:ext>
          </a:extLst>
        </p:cNvPr>
        <p:cNvGrpSpPr/>
        <p:nvPr/>
      </p:nvGrpSpPr>
      <p:grpSpPr>
        <a:xfrm>
          <a:off x="0" y="0"/>
          <a:ext cx="0" cy="0"/>
          <a:chOff x="0" y="0"/>
          <a:chExt cx="0" cy="0"/>
        </a:xfrm>
      </p:grpSpPr>
      <p:sp>
        <p:nvSpPr>
          <p:cNvPr id="438" name="Google Shape;438;g1312e448e81_0_165:notes">
            <a:extLst>
              <a:ext uri="{FF2B5EF4-FFF2-40B4-BE49-F238E27FC236}">
                <a16:creationId xmlns:a16="http://schemas.microsoft.com/office/drawing/2014/main" id="{0EC8193A-6731-14EF-0A2E-FB4AEC1D6CB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9" name="Google Shape;439;g1312e448e81_0_165:notes">
            <a:extLst>
              <a:ext uri="{FF2B5EF4-FFF2-40B4-BE49-F238E27FC236}">
                <a16:creationId xmlns:a16="http://schemas.microsoft.com/office/drawing/2014/main" id="{6F7A308A-3033-6572-2D46-DDEA0B19E74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8483274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130f208d658_0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130f208d658_0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
        <p:cNvGrpSpPr/>
        <p:nvPr/>
      </p:nvGrpSpPr>
      <p:grpSpPr>
        <a:xfrm>
          <a:off x="0" y="0"/>
          <a:ext cx="0" cy="0"/>
          <a:chOff x="0" y="0"/>
          <a:chExt cx="0" cy="0"/>
        </a:xfrm>
      </p:grpSpPr>
      <p:sp>
        <p:nvSpPr>
          <p:cNvPr id="383" name="Google Shape;383;g130f208d658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 name="Google Shape;384;g130f208d658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1"/>
        <p:cNvGrpSpPr/>
        <p:nvPr/>
      </p:nvGrpSpPr>
      <p:grpSpPr>
        <a:xfrm>
          <a:off x="0" y="0"/>
          <a:ext cx="0" cy="0"/>
          <a:chOff x="0" y="0"/>
          <a:chExt cx="0" cy="0"/>
        </a:xfrm>
      </p:grpSpPr>
      <p:sp>
        <p:nvSpPr>
          <p:cNvPr id="402" name="Google Shape;402;g130f208d658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3" name="Google Shape;403;g130f208d658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
        <p:cNvGrpSpPr/>
        <p:nvPr/>
      </p:nvGrpSpPr>
      <p:grpSpPr>
        <a:xfrm>
          <a:off x="0" y="0"/>
          <a:ext cx="0" cy="0"/>
          <a:chOff x="0" y="0"/>
          <a:chExt cx="0" cy="0"/>
        </a:xfrm>
      </p:grpSpPr>
      <p:sp>
        <p:nvSpPr>
          <p:cNvPr id="425" name="Google Shape;425;g130f208d658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 name="Google Shape;426;g130f208d658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1326d108194_0_2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326d108194_0_2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1"/>
        <p:cNvGrpSpPr/>
        <p:nvPr/>
      </p:nvGrpSpPr>
      <p:grpSpPr>
        <a:xfrm>
          <a:off x="0" y="0"/>
          <a:ext cx="0" cy="0"/>
          <a:chOff x="0" y="0"/>
          <a:chExt cx="0" cy="0"/>
        </a:xfrm>
      </p:grpSpPr>
      <p:sp>
        <p:nvSpPr>
          <p:cNvPr id="482" name="Google Shape;482;g1312e448e81_0_1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3" name="Google Shape;483;g1312e448e81_0_1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7"/>
        <p:cNvGrpSpPr/>
        <p:nvPr/>
      </p:nvGrpSpPr>
      <p:grpSpPr>
        <a:xfrm>
          <a:off x="0" y="0"/>
          <a:ext cx="0" cy="0"/>
          <a:chOff x="0" y="0"/>
          <a:chExt cx="0" cy="0"/>
        </a:xfrm>
      </p:grpSpPr>
      <p:sp>
        <p:nvSpPr>
          <p:cNvPr id="518" name="Google Shape;518;g1326d108194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9" name="Google Shape;519;g1326d10819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0"/>
        <p:cNvGrpSpPr/>
        <p:nvPr/>
      </p:nvGrpSpPr>
      <p:grpSpPr>
        <a:xfrm>
          <a:off x="0" y="0"/>
          <a:ext cx="0" cy="0"/>
          <a:chOff x="0" y="0"/>
          <a:chExt cx="0" cy="0"/>
        </a:xfrm>
      </p:grpSpPr>
      <p:sp>
        <p:nvSpPr>
          <p:cNvPr id="531" name="Google Shape;531;g1326d108194_0_2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2" name="Google Shape;532;g1326d108194_0_2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
        <p:cNvGrpSpPr/>
        <p:nvPr/>
      </p:nvGrpSpPr>
      <p:grpSpPr>
        <a:xfrm>
          <a:off x="0" y="0"/>
          <a:ext cx="0" cy="0"/>
          <a:chOff x="0" y="0"/>
          <a:chExt cx="0" cy="0"/>
        </a:xfrm>
      </p:grpSpPr>
      <p:sp>
        <p:nvSpPr>
          <p:cNvPr id="562" name="Google Shape;562;g1312e448e81_0_1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3" name="Google Shape;563;g1312e448e81_0_1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3"/>
        <p:cNvGrpSpPr/>
        <p:nvPr/>
      </p:nvGrpSpPr>
      <p:grpSpPr>
        <a:xfrm>
          <a:off x="0" y="0"/>
          <a:ext cx="0" cy="0"/>
          <a:chOff x="0" y="0"/>
          <a:chExt cx="0" cy="0"/>
        </a:xfrm>
      </p:grpSpPr>
      <p:sp>
        <p:nvSpPr>
          <p:cNvPr id="604" name="Google Shape;604;g1312e448e81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 name="Google Shape;605;g1312e448e81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
        <p:cNvGrpSpPr/>
        <p:nvPr/>
      </p:nvGrpSpPr>
      <p:grpSpPr>
        <a:xfrm>
          <a:off x="0" y="0"/>
          <a:ext cx="0" cy="0"/>
          <a:chOff x="0" y="0"/>
          <a:chExt cx="0" cy="0"/>
        </a:xfrm>
      </p:grpSpPr>
      <p:sp>
        <p:nvSpPr>
          <p:cNvPr id="612" name="Google Shape;612;g1312e448e81_0_1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3" name="Google Shape;613;g1312e448e81_0_1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
        <p:cNvGrpSpPr/>
        <p:nvPr/>
      </p:nvGrpSpPr>
      <p:grpSpPr>
        <a:xfrm>
          <a:off x="0" y="0"/>
          <a:ext cx="0" cy="0"/>
          <a:chOff x="0" y="0"/>
          <a:chExt cx="0" cy="0"/>
        </a:xfrm>
      </p:grpSpPr>
      <p:sp>
        <p:nvSpPr>
          <p:cNvPr id="683" name="Google Shape;683;g1326d108194_0_2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4" name="Google Shape;684;g1326d108194_0_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
        <p:cNvGrpSpPr/>
        <p:nvPr/>
      </p:nvGrpSpPr>
      <p:grpSpPr>
        <a:xfrm>
          <a:off x="0" y="0"/>
          <a:ext cx="0" cy="0"/>
          <a:chOff x="0" y="0"/>
          <a:chExt cx="0" cy="0"/>
        </a:xfrm>
      </p:grpSpPr>
      <p:sp>
        <p:nvSpPr>
          <p:cNvPr id="741" name="Google Shape;741;g1312e448e81_0_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2" name="Google Shape;742;g1312e448e81_0_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9"/>
        <p:cNvGrpSpPr/>
        <p:nvPr/>
      </p:nvGrpSpPr>
      <p:grpSpPr>
        <a:xfrm>
          <a:off x="0" y="0"/>
          <a:ext cx="0" cy="0"/>
          <a:chOff x="0" y="0"/>
          <a:chExt cx="0" cy="0"/>
        </a:xfrm>
      </p:grpSpPr>
      <p:sp>
        <p:nvSpPr>
          <p:cNvPr id="750" name="Google Shape;750;g1326d108194_0_1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1" name="Google Shape;751;g1326d108194_0_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4"/>
        <p:cNvGrpSpPr/>
        <p:nvPr/>
      </p:nvGrpSpPr>
      <p:grpSpPr>
        <a:xfrm>
          <a:off x="0" y="0"/>
          <a:ext cx="0" cy="0"/>
          <a:chOff x="0" y="0"/>
          <a:chExt cx="0" cy="0"/>
        </a:xfrm>
      </p:grpSpPr>
      <p:sp>
        <p:nvSpPr>
          <p:cNvPr id="775" name="Google Shape;775;g130f208d658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6" name="Google Shape;776;g130f208d658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2"/>
        <p:cNvGrpSpPr/>
        <p:nvPr/>
      </p:nvGrpSpPr>
      <p:grpSpPr>
        <a:xfrm>
          <a:off x="0" y="0"/>
          <a:ext cx="0" cy="0"/>
          <a:chOff x="0" y="0"/>
          <a:chExt cx="0" cy="0"/>
        </a:xfrm>
      </p:grpSpPr>
      <p:sp>
        <p:nvSpPr>
          <p:cNvPr id="783" name="Google Shape;783;g1312e448e81_0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4" name="Google Shape;784;g1312e448e81_0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1"/>
        <p:cNvGrpSpPr/>
        <p:nvPr/>
      </p:nvGrpSpPr>
      <p:grpSpPr>
        <a:xfrm>
          <a:off x="0" y="0"/>
          <a:ext cx="0" cy="0"/>
          <a:chOff x="0" y="0"/>
          <a:chExt cx="0" cy="0"/>
        </a:xfrm>
      </p:grpSpPr>
      <p:sp>
        <p:nvSpPr>
          <p:cNvPr id="1052" name="Google Shape;1052;g1312e448e81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3" name="Google Shape;1053;g1312e448e81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
        <p:cNvGrpSpPr/>
        <p:nvPr/>
      </p:nvGrpSpPr>
      <p:grpSpPr>
        <a:xfrm>
          <a:off x="0" y="0"/>
          <a:ext cx="0" cy="0"/>
          <a:chOff x="0" y="0"/>
          <a:chExt cx="0" cy="0"/>
        </a:xfrm>
      </p:grpSpPr>
      <p:sp>
        <p:nvSpPr>
          <p:cNvPr id="1097" name="Google Shape;1097;g1326d108194_0_2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 name="Google Shape;1098;g1326d108194_0_2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1326d108194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1326d108194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8"/>
        <p:cNvGrpSpPr/>
        <p:nvPr/>
      </p:nvGrpSpPr>
      <p:grpSpPr>
        <a:xfrm>
          <a:off x="0" y="0"/>
          <a:ext cx="0" cy="0"/>
          <a:chOff x="0" y="0"/>
          <a:chExt cx="0" cy="0"/>
        </a:xfrm>
      </p:grpSpPr>
      <p:sp>
        <p:nvSpPr>
          <p:cNvPr id="1119" name="Google Shape;1119;g1312e448e81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 name="Google Shape;1120;g1312e448e81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4"/>
        <p:cNvGrpSpPr/>
        <p:nvPr/>
      </p:nvGrpSpPr>
      <p:grpSpPr>
        <a:xfrm>
          <a:off x="0" y="0"/>
          <a:ext cx="0" cy="0"/>
          <a:chOff x="0" y="0"/>
          <a:chExt cx="0" cy="0"/>
        </a:xfrm>
      </p:grpSpPr>
      <p:sp>
        <p:nvSpPr>
          <p:cNvPr id="1125" name="Google Shape;1125;g1312e448e81_0_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6" name="Google Shape;1126;g1312e448e81_0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5"/>
        <p:cNvGrpSpPr/>
        <p:nvPr/>
      </p:nvGrpSpPr>
      <p:grpSpPr>
        <a:xfrm>
          <a:off x="0" y="0"/>
          <a:ext cx="0" cy="0"/>
          <a:chOff x="0" y="0"/>
          <a:chExt cx="0" cy="0"/>
        </a:xfrm>
      </p:grpSpPr>
      <p:sp>
        <p:nvSpPr>
          <p:cNvPr id="1146" name="Google Shape;1146;g1326d108194_0_2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7" name="Google Shape;1147;g1326d108194_0_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2"/>
        <p:cNvGrpSpPr/>
        <p:nvPr/>
      </p:nvGrpSpPr>
      <p:grpSpPr>
        <a:xfrm>
          <a:off x="0" y="0"/>
          <a:ext cx="0" cy="0"/>
          <a:chOff x="0" y="0"/>
          <a:chExt cx="0" cy="0"/>
        </a:xfrm>
      </p:grpSpPr>
      <p:sp>
        <p:nvSpPr>
          <p:cNvPr id="1163" name="Google Shape;1163;g1312e448e81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4" name="Google Shape;1164;g1312e448e81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5"/>
        <p:cNvGrpSpPr/>
        <p:nvPr/>
      </p:nvGrpSpPr>
      <p:grpSpPr>
        <a:xfrm>
          <a:off x="0" y="0"/>
          <a:ext cx="0" cy="0"/>
          <a:chOff x="0" y="0"/>
          <a:chExt cx="0" cy="0"/>
        </a:xfrm>
      </p:grpSpPr>
      <p:sp>
        <p:nvSpPr>
          <p:cNvPr id="1216" name="Google Shape;1216;g1326d108194_0_2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7" name="Google Shape;1217;g1326d108194_0_2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0"/>
        <p:cNvGrpSpPr/>
        <p:nvPr/>
      </p:nvGrpSpPr>
      <p:grpSpPr>
        <a:xfrm>
          <a:off x="0" y="0"/>
          <a:ext cx="0" cy="0"/>
          <a:chOff x="0" y="0"/>
          <a:chExt cx="0" cy="0"/>
        </a:xfrm>
      </p:grpSpPr>
      <p:sp>
        <p:nvSpPr>
          <p:cNvPr id="1251" name="Google Shape;1251;g1312e448e81_0_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2" name="Google Shape;1252;g1312e448e81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1"/>
        <p:cNvGrpSpPr/>
        <p:nvPr/>
      </p:nvGrpSpPr>
      <p:grpSpPr>
        <a:xfrm>
          <a:off x="0" y="0"/>
          <a:ext cx="0" cy="0"/>
          <a:chOff x="0" y="0"/>
          <a:chExt cx="0" cy="0"/>
        </a:xfrm>
      </p:grpSpPr>
      <p:sp>
        <p:nvSpPr>
          <p:cNvPr id="1262" name="Google Shape;1262;g1326d108194_0_2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3" name="Google Shape;1263;g1326d108194_0_2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4"/>
        <p:cNvGrpSpPr/>
        <p:nvPr/>
      </p:nvGrpSpPr>
      <p:grpSpPr>
        <a:xfrm>
          <a:off x="0" y="0"/>
          <a:ext cx="0" cy="0"/>
          <a:chOff x="0" y="0"/>
          <a:chExt cx="0" cy="0"/>
        </a:xfrm>
      </p:grpSpPr>
      <p:sp>
        <p:nvSpPr>
          <p:cNvPr id="1275" name="Google Shape;1275;g1326d108194_0_2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6" name="Google Shape;1276;g1326d108194_0_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4"/>
        <p:cNvGrpSpPr/>
        <p:nvPr/>
      </p:nvGrpSpPr>
      <p:grpSpPr>
        <a:xfrm>
          <a:off x="0" y="0"/>
          <a:ext cx="0" cy="0"/>
          <a:chOff x="0" y="0"/>
          <a:chExt cx="0" cy="0"/>
        </a:xfrm>
      </p:grpSpPr>
      <p:sp>
        <p:nvSpPr>
          <p:cNvPr id="1295" name="Google Shape;1295;g1326d108194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6" name="Google Shape;1296;g1326d108194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9"/>
        <p:cNvGrpSpPr/>
        <p:nvPr/>
      </p:nvGrpSpPr>
      <p:grpSpPr>
        <a:xfrm>
          <a:off x="0" y="0"/>
          <a:ext cx="0" cy="0"/>
          <a:chOff x="0" y="0"/>
          <a:chExt cx="0" cy="0"/>
        </a:xfrm>
      </p:grpSpPr>
      <p:sp>
        <p:nvSpPr>
          <p:cNvPr id="1310" name="Google Shape;1310;g1326d108194_0_1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 name="Google Shape;1311;g1326d108194_0_1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0"/>
        <p:cNvGrpSpPr/>
        <p:nvPr/>
      </p:nvGrpSpPr>
      <p:grpSpPr>
        <a:xfrm>
          <a:off x="0" y="0"/>
          <a:ext cx="0" cy="0"/>
          <a:chOff x="0" y="0"/>
          <a:chExt cx="0" cy="0"/>
        </a:xfrm>
      </p:grpSpPr>
      <p:sp>
        <p:nvSpPr>
          <p:cNvPr id="1321" name="Google Shape;1321;g1326d108194_0_1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2" name="Google Shape;1322;g1326d108194_0_1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4"/>
        <p:cNvGrpSpPr/>
        <p:nvPr/>
      </p:nvGrpSpPr>
      <p:grpSpPr>
        <a:xfrm>
          <a:off x="0" y="0"/>
          <a:ext cx="0" cy="0"/>
          <a:chOff x="0" y="0"/>
          <a:chExt cx="0" cy="0"/>
        </a:xfrm>
      </p:grpSpPr>
      <p:sp>
        <p:nvSpPr>
          <p:cNvPr id="1335" name="Google Shape;1335;g1326d108194_0_2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6" name="Google Shape;1336;g1326d108194_0_2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p:cNvGrpSpPr/>
        <p:nvPr/>
      </p:nvGrpSpPr>
      <p:grpSpPr>
        <a:xfrm>
          <a:off x="0" y="0"/>
          <a:ext cx="0" cy="0"/>
          <a:chOff x="0" y="0"/>
          <a:chExt cx="0" cy="0"/>
        </a:xfrm>
      </p:grpSpPr>
      <p:sp>
        <p:nvSpPr>
          <p:cNvPr id="1349" name="Google Shape;1349;g1312e448e81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1312e448e81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4"/>
        <p:cNvGrpSpPr/>
        <p:nvPr/>
      </p:nvGrpSpPr>
      <p:grpSpPr>
        <a:xfrm>
          <a:off x="0" y="0"/>
          <a:ext cx="0" cy="0"/>
          <a:chOff x="0" y="0"/>
          <a:chExt cx="0" cy="0"/>
        </a:xfrm>
      </p:grpSpPr>
      <p:sp>
        <p:nvSpPr>
          <p:cNvPr id="1375" name="Google Shape;1375;g1312e448e81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6" name="Google Shape;1376;g1312e448e81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5"/>
        <p:cNvGrpSpPr/>
        <p:nvPr/>
      </p:nvGrpSpPr>
      <p:grpSpPr>
        <a:xfrm>
          <a:off x="0" y="0"/>
          <a:ext cx="0" cy="0"/>
          <a:chOff x="0" y="0"/>
          <a:chExt cx="0" cy="0"/>
        </a:xfrm>
      </p:grpSpPr>
      <p:sp>
        <p:nvSpPr>
          <p:cNvPr id="1716" name="Google Shape;1716;g1312e448e81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7" name="Google Shape;1717;g1312e448e81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8"/>
        <p:cNvGrpSpPr/>
        <p:nvPr/>
      </p:nvGrpSpPr>
      <p:grpSpPr>
        <a:xfrm>
          <a:off x="0" y="0"/>
          <a:ext cx="0" cy="0"/>
          <a:chOff x="0" y="0"/>
          <a:chExt cx="0" cy="0"/>
        </a:xfrm>
      </p:grpSpPr>
      <p:sp>
        <p:nvSpPr>
          <p:cNvPr id="1729" name="Google Shape;1729;g1312e448e8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0" name="Google Shape;1730;g1312e448e8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7"/>
        <p:cNvGrpSpPr/>
        <p:nvPr/>
      </p:nvGrpSpPr>
      <p:grpSpPr>
        <a:xfrm>
          <a:off x="0" y="0"/>
          <a:ext cx="0" cy="0"/>
          <a:chOff x="0" y="0"/>
          <a:chExt cx="0" cy="0"/>
        </a:xfrm>
      </p:grpSpPr>
      <p:sp>
        <p:nvSpPr>
          <p:cNvPr id="1738" name="Google Shape;1738;g13127297d34_1_87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9" name="Google Shape;1739;g13127297d34_1_87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4"/>
        <p:cNvGrpSpPr/>
        <p:nvPr/>
      </p:nvGrpSpPr>
      <p:grpSpPr>
        <a:xfrm>
          <a:off x="0" y="0"/>
          <a:ext cx="0" cy="0"/>
          <a:chOff x="0" y="0"/>
          <a:chExt cx="0" cy="0"/>
        </a:xfrm>
      </p:grpSpPr>
      <p:sp>
        <p:nvSpPr>
          <p:cNvPr id="1745" name="Google Shape;1745;g13127297d34_1_87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6" name="Google Shape;1746;g13127297d34_1_87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1"/>
        <p:cNvGrpSpPr/>
        <p:nvPr/>
      </p:nvGrpSpPr>
      <p:grpSpPr>
        <a:xfrm>
          <a:off x="0" y="0"/>
          <a:ext cx="0" cy="0"/>
          <a:chOff x="0" y="0"/>
          <a:chExt cx="0" cy="0"/>
        </a:xfrm>
      </p:grpSpPr>
      <p:sp>
        <p:nvSpPr>
          <p:cNvPr id="1752" name="Google Shape;1752;g13127297d34_1_8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3" name="Google Shape;1753;g13127297d34_1_8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0"/>
        <p:cNvGrpSpPr/>
        <p:nvPr/>
      </p:nvGrpSpPr>
      <p:grpSpPr>
        <a:xfrm>
          <a:off x="0" y="0"/>
          <a:ext cx="0" cy="0"/>
          <a:chOff x="0" y="0"/>
          <a:chExt cx="0" cy="0"/>
        </a:xfrm>
      </p:grpSpPr>
      <p:sp>
        <p:nvSpPr>
          <p:cNvPr id="1771" name="Google Shape;1771;g13127297d34_1_87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2" name="Google Shape;1772;g13127297d34_1_87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6"/>
        <p:cNvGrpSpPr/>
        <p:nvPr/>
      </p:nvGrpSpPr>
      <p:grpSpPr>
        <a:xfrm>
          <a:off x="0" y="0"/>
          <a:ext cx="0" cy="0"/>
          <a:chOff x="0" y="0"/>
          <a:chExt cx="0" cy="0"/>
        </a:xfrm>
      </p:grpSpPr>
      <p:sp>
        <p:nvSpPr>
          <p:cNvPr id="1787" name="Google Shape;1787;g13127297d34_1_87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88" name="Google Shape;1788;g13127297d34_1_87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5"/>
        <p:cNvGrpSpPr/>
        <p:nvPr/>
      </p:nvGrpSpPr>
      <p:grpSpPr>
        <a:xfrm>
          <a:off x="0" y="0"/>
          <a:ext cx="0" cy="0"/>
          <a:chOff x="0" y="0"/>
          <a:chExt cx="0" cy="0"/>
        </a:xfrm>
      </p:grpSpPr>
      <p:sp>
        <p:nvSpPr>
          <p:cNvPr id="2126" name="Google Shape;2126;g13127297d34_1_91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7" name="Google Shape;2127;g13127297d34_1_9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26"/>
        <p:cNvGrpSpPr/>
        <p:nvPr/>
      </p:nvGrpSpPr>
      <p:grpSpPr>
        <a:xfrm>
          <a:off x="0" y="0"/>
          <a:ext cx="0" cy="0"/>
          <a:chOff x="0" y="0"/>
          <a:chExt cx="0" cy="0"/>
        </a:xfrm>
      </p:grpSpPr>
      <p:sp>
        <p:nvSpPr>
          <p:cNvPr id="4327" name="Google Shape;4327;g13127297d34_1_113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28" name="Google Shape;4328;g13127297d34_1_11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45"/>
        <p:cNvGrpSpPr/>
        <p:nvPr/>
      </p:nvGrpSpPr>
      <p:grpSpPr>
        <a:xfrm>
          <a:off x="0" y="0"/>
          <a:ext cx="0" cy="0"/>
          <a:chOff x="0" y="0"/>
          <a:chExt cx="0" cy="0"/>
        </a:xfrm>
      </p:grpSpPr>
      <p:sp>
        <p:nvSpPr>
          <p:cNvPr id="4746" name="Google Shape;4746;g13127297d34_1_11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7" name="Google Shape;4747;g13127297d34_1_11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5"/>
        <p:cNvGrpSpPr/>
        <p:nvPr/>
      </p:nvGrpSpPr>
      <p:grpSpPr>
        <a:xfrm>
          <a:off x="0" y="0"/>
          <a:ext cx="0" cy="0"/>
          <a:chOff x="0" y="0"/>
          <a:chExt cx="0" cy="0"/>
        </a:xfrm>
      </p:grpSpPr>
      <p:sp>
        <p:nvSpPr>
          <p:cNvPr id="4916" name="Google Shape;4916;g13127297d34_1_119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7" name="Google Shape;4917;g13127297d34_1_119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0"/>
        <p:cNvGrpSpPr/>
        <p:nvPr/>
      </p:nvGrpSpPr>
      <p:grpSpPr>
        <a:xfrm>
          <a:off x="0" y="0"/>
          <a:ext cx="0" cy="0"/>
          <a:chOff x="0" y="0"/>
          <a:chExt cx="0" cy="0"/>
        </a:xfrm>
      </p:grpSpPr>
      <p:sp>
        <p:nvSpPr>
          <p:cNvPr id="5321" name="Google Shape;5321;g13127297d34_1_123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22" name="Google Shape;5322;g13127297d34_1_12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0"/>
        <p:cNvGrpSpPr/>
        <p:nvPr/>
      </p:nvGrpSpPr>
      <p:grpSpPr>
        <a:xfrm>
          <a:off x="0" y="0"/>
          <a:ext cx="0" cy="0"/>
          <a:chOff x="0" y="0"/>
          <a:chExt cx="0" cy="0"/>
        </a:xfrm>
      </p:grpSpPr>
      <p:sp>
        <p:nvSpPr>
          <p:cNvPr id="5701" name="Google Shape;5701;g13127297d34_1_126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02" name="Google Shape;5702;g13127297d34_1_126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4"/>
        <p:cNvGrpSpPr/>
        <p:nvPr/>
      </p:nvGrpSpPr>
      <p:grpSpPr>
        <a:xfrm>
          <a:off x="0" y="0"/>
          <a:ext cx="0" cy="0"/>
          <a:chOff x="0" y="0"/>
          <a:chExt cx="0" cy="0"/>
        </a:xfrm>
      </p:grpSpPr>
      <p:sp>
        <p:nvSpPr>
          <p:cNvPr id="6115" name="Google Shape;6115;g13127297d34_1_131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16" name="Google Shape;6116;g13127297d34_1_13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75"/>
        <p:cNvGrpSpPr/>
        <p:nvPr/>
      </p:nvGrpSpPr>
      <p:grpSpPr>
        <a:xfrm>
          <a:off x="0" y="0"/>
          <a:ext cx="0" cy="0"/>
          <a:chOff x="0" y="0"/>
          <a:chExt cx="0" cy="0"/>
        </a:xfrm>
      </p:grpSpPr>
      <p:sp>
        <p:nvSpPr>
          <p:cNvPr id="6476" name="Google Shape;6476;g13127297d34_1_134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77" name="Google Shape;6477;g13127297d34_1_134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5"/>
        <p:cNvGrpSpPr/>
        <p:nvPr/>
      </p:nvGrpSpPr>
      <p:grpSpPr>
        <a:xfrm>
          <a:off x="0" y="0"/>
          <a:ext cx="0" cy="0"/>
          <a:chOff x="0" y="0"/>
          <a:chExt cx="0" cy="0"/>
        </a:xfrm>
      </p:grpSpPr>
      <p:sp>
        <p:nvSpPr>
          <p:cNvPr id="6986" name="Google Shape;6986;g13127297d34_1_139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87" name="Google Shape;6987;g13127297d34_1_139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5"/>
        <p:cNvGrpSpPr/>
        <p:nvPr/>
      </p:nvGrpSpPr>
      <p:grpSpPr>
        <a:xfrm>
          <a:off x="0" y="0"/>
          <a:ext cx="0" cy="0"/>
          <a:chOff x="0" y="0"/>
          <a:chExt cx="0" cy="0"/>
        </a:xfrm>
      </p:grpSpPr>
      <p:sp>
        <p:nvSpPr>
          <p:cNvPr id="7606" name="Google Shape;7606;g13127297d34_1_145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07" name="Google Shape;7607;g13127297d34_1_145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9"/>
        <p:cNvGrpSpPr/>
        <p:nvPr/>
      </p:nvGrpSpPr>
      <p:grpSpPr>
        <a:xfrm>
          <a:off x="0" y="0"/>
          <a:ext cx="0" cy="0"/>
          <a:chOff x="0" y="0"/>
          <a:chExt cx="0" cy="0"/>
        </a:xfrm>
      </p:grpSpPr>
      <p:sp>
        <p:nvSpPr>
          <p:cNvPr id="8200" name="Google Shape;8200;g13127297d34_1_151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1" name="Google Shape;8201;g13127297d34_1_151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0"/>
        <p:cNvGrpSpPr/>
        <p:nvPr/>
      </p:nvGrpSpPr>
      <p:grpSpPr>
        <a:xfrm>
          <a:off x="0" y="0"/>
          <a:ext cx="0" cy="0"/>
          <a:chOff x="0" y="0"/>
          <a:chExt cx="0" cy="0"/>
        </a:xfrm>
      </p:grpSpPr>
      <p:sp>
        <p:nvSpPr>
          <p:cNvPr id="8521" name="Google Shape;8521;g13127297d34_1_15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22" name="Google Shape;8522;g13127297d34_1_15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28"/>
        <p:cNvGrpSpPr/>
        <p:nvPr/>
      </p:nvGrpSpPr>
      <p:grpSpPr>
        <a:xfrm>
          <a:off x="0" y="0"/>
          <a:ext cx="0" cy="0"/>
          <a:chOff x="0" y="0"/>
          <a:chExt cx="0" cy="0"/>
        </a:xfrm>
      </p:grpSpPr>
      <p:sp>
        <p:nvSpPr>
          <p:cNvPr id="8829" name="Google Shape;8829;g13127297d34_1_174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0" name="Google Shape;8830;g13127297d34_1_174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4"/>
        <p:cNvGrpSpPr/>
        <p:nvPr/>
      </p:nvGrpSpPr>
      <p:grpSpPr>
        <a:xfrm>
          <a:off x="0" y="0"/>
          <a:ext cx="0" cy="0"/>
          <a:chOff x="0" y="0"/>
          <a:chExt cx="0" cy="0"/>
        </a:xfrm>
      </p:grpSpPr>
      <p:sp>
        <p:nvSpPr>
          <p:cNvPr id="15" name="Google Shape;15;p3"/>
          <p:cNvSpPr txBox="1">
            <a:spLocks noGrp="1"/>
          </p:cNvSpPr>
          <p:nvPr>
            <p:ph type="title"/>
          </p:nvPr>
        </p:nvSpPr>
        <p:spPr>
          <a:xfrm>
            <a:off x="4224950" y="2230096"/>
            <a:ext cx="4205100" cy="1458900"/>
          </a:xfrm>
          <a:prstGeom prst="rect">
            <a:avLst/>
          </a:prstGeom>
        </p:spPr>
        <p:txBody>
          <a:bodyPr spcFirstLastPara="1" wrap="square" lIns="91425" tIns="91425" rIns="91425" bIns="91425" anchor="ctr" anchorCtr="0">
            <a:noAutofit/>
          </a:bodyPr>
          <a:lstStyle>
            <a:lvl1pPr lvl="0" algn="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a:endParaRPr/>
          </a:p>
        </p:txBody>
      </p:sp>
      <p:sp>
        <p:nvSpPr>
          <p:cNvPr id="16" name="Google Shape;16;p3"/>
          <p:cNvSpPr txBox="1">
            <a:spLocks noGrp="1"/>
          </p:cNvSpPr>
          <p:nvPr>
            <p:ph type="title" idx="2" hasCustomPrompt="1"/>
          </p:nvPr>
        </p:nvSpPr>
        <p:spPr>
          <a:xfrm>
            <a:off x="7146397" y="937602"/>
            <a:ext cx="1119000" cy="925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7" name="Google Shape;17;p3"/>
          <p:cNvSpPr txBox="1">
            <a:spLocks noGrp="1"/>
          </p:cNvSpPr>
          <p:nvPr>
            <p:ph type="subTitle" idx="1"/>
          </p:nvPr>
        </p:nvSpPr>
        <p:spPr>
          <a:xfrm>
            <a:off x="4634625" y="3995303"/>
            <a:ext cx="3795300" cy="31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solidFill>
                  <a:schemeClr val="lt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8" name="Google Shape;18;p3"/>
          <p:cNvSpPr/>
          <p:nvPr/>
        </p:nvSpPr>
        <p:spPr>
          <a:xfrm rot="5400000">
            <a:off x="7750478" y="3859825"/>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 name="Google Shape;19;p3"/>
          <p:cNvGrpSpPr/>
          <p:nvPr/>
        </p:nvGrpSpPr>
        <p:grpSpPr>
          <a:xfrm>
            <a:off x="-342378" y="2955175"/>
            <a:ext cx="701400" cy="470850"/>
            <a:chOff x="2171175" y="41750"/>
            <a:chExt cx="701400" cy="470850"/>
          </a:xfrm>
        </p:grpSpPr>
        <p:sp>
          <p:nvSpPr>
            <p:cNvPr id="20" name="Google Shape;20;p3"/>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3"/>
        <p:cNvGrpSpPr/>
        <p:nvPr/>
      </p:nvGrpSpPr>
      <p:grpSpPr>
        <a:xfrm>
          <a:off x="0" y="0"/>
          <a:ext cx="0" cy="0"/>
          <a:chOff x="0" y="0"/>
          <a:chExt cx="0" cy="0"/>
        </a:xfrm>
      </p:grpSpPr>
      <p:sp>
        <p:nvSpPr>
          <p:cNvPr id="24" name="Google Shape;24;p4"/>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25" name="Google Shape;25;p4"/>
          <p:cNvSpPr txBox="1">
            <a:spLocks noGrp="1"/>
          </p:cNvSpPr>
          <p:nvPr>
            <p:ph type="body" idx="1"/>
          </p:nvPr>
        </p:nvSpPr>
        <p:spPr>
          <a:xfrm>
            <a:off x="714000" y="1248225"/>
            <a:ext cx="7716000" cy="5361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2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26" name="Google Shape;26;p4"/>
          <p:cNvSpPr/>
          <p:nvPr/>
        </p:nvSpPr>
        <p:spPr>
          <a:xfrm>
            <a:off x="7958900" y="-317250"/>
            <a:ext cx="1276200" cy="1275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4"/>
          <p:cNvSpPr/>
          <p:nvPr/>
        </p:nvSpPr>
        <p:spPr>
          <a:xfrm rot="5400000">
            <a:off x="175358" y="1878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8"/>
        <p:cNvGrpSpPr/>
        <p:nvPr/>
      </p:nvGrpSpPr>
      <p:grpSpPr>
        <a:xfrm>
          <a:off x="0" y="0"/>
          <a:ext cx="0" cy="0"/>
          <a:chOff x="0" y="0"/>
          <a:chExt cx="0" cy="0"/>
        </a:xfrm>
      </p:grpSpPr>
      <p:sp>
        <p:nvSpPr>
          <p:cNvPr id="29" name="Google Shape;29;p5"/>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30" name="Google Shape;30;p5"/>
          <p:cNvSpPr txBox="1">
            <a:spLocks noGrp="1"/>
          </p:cNvSpPr>
          <p:nvPr>
            <p:ph type="subTitle" idx="1"/>
          </p:nvPr>
        </p:nvSpPr>
        <p:spPr>
          <a:xfrm>
            <a:off x="1488950" y="3287179"/>
            <a:ext cx="2748000" cy="96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 name="Google Shape;31;p5"/>
          <p:cNvSpPr txBox="1">
            <a:spLocks noGrp="1"/>
          </p:cNvSpPr>
          <p:nvPr>
            <p:ph type="subTitle" idx="2"/>
          </p:nvPr>
        </p:nvSpPr>
        <p:spPr>
          <a:xfrm>
            <a:off x="1488950" y="2947804"/>
            <a:ext cx="27480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32" name="Google Shape;32;p5"/>
          <p:cNvSpPr txBox="1">
            <a:spLocks noGrp="1"/>
          </p:cNvSpPr>
          <p:nvPr>
            <p:ph type="subTitle" idx="3"/>
          </p:nvPr>
        </p:nvSpPr>
        <p:spPr>
          <a:xfrm>
            <a:off x="4907050" y="3287179"/>
            <a:ext cx="2748000" cy="96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 name="Google Shape;33;p5"/>
          <p:cNvSpPr txBox="1">
            <a:spLocks noGrp="1"/>
          </p:cNvSpPr>
          <p:nvPr>
            <p:ph type="subTitle" idx="4"/>
          </p:nvPr>
        </p:nvSpPr>
        <p:spPr>
          <a:xfrm>
            <a:off x="4907050" y="2947804"/>
            <a:ext cx="27480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34" name="Google Shape;34;p5"/>
          <p:cNvSpPr/>
          <p:nvPr/>
        </p:nvSpPr>
        <p:spPr>
          <a:xfrm rot="-5400000" flipH="1">
            <a:off x="8233758" y="1878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 name="Google Shape;35;p5"/>
          <p:cNvGrpSpPr/>
          <p:nvPr/>
        </p:nvGrpSpPr>
        <p:grpSpPr>
          <a:xfrm>
            <a:off x="8626250" y="3785625"/>
            <a:ext cx="701400" cy="470850"/>
            <a:chOff x="2171175" y="41750"/>
            <a:chExt cx="701400" cy="470850"/>
          </a:xfrm>
        </p:grpSpPr>
        <p:sp>
          <p:nvSpPr>
            <p:cNvPr id="36" name="Google Shape;36;p5"/>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5"/>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5"/>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9"/>
        <p:cNvGrpSpPr/>
        <p:nvPr/>
      </p:nvGrpSpPr>
      <p:grpSpPr>
        <a:xfrm>
          <a:off x="0" y="0"/>
          <a:ext cx="0" cy="0"/>
          <a:chOff x="0" y="0"/>
          <a:chExt cx="0" cy="0"/>
        </a:xfrm>
      </p:grpSpPr>
      <p:sp>
        <p:nvSpPr>
          <p:cNvPr id="40" name="Google Shape;40;p6"/>
          <p:cNvSpPr/>
          <p:nvPr/>
        </p:nvSpPr>
        <p:spPr>
          <a:xfrm>
            <a:off x="7958900" y="-317250"/>
            <a:ext cx="1276200" cy="1275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6"/>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42" name="Google Shape;42;p6"/>
          <p:cNvSpPr/>
          <p:nvPr/>
        </p:nvSpPr>
        <p:spPr>
          <a:xfrm>
            <a:off x="210908" y="4254300"/>
            <a:ext cx="701400" cy="701400"/>
          </a:xfrm>
          <a:prstGeom prst="rtTriangl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 name="Google Shape;43;p6"/>
          <p:cNvGrpSpPr/>
          <p:nvPr/>
        </p:nvGrpSpPr>
        <p:grpSpPr>
          <a:xfrm>
            <a:off x="-217085" y="1576925"/>
            <a:ext cx="701400" cy="470850"/>
            <a:chOff x="2171175" y="41750"/>
            <a:chExt cx="701400" cy="470850"/>
          </a:xfrm>
        </p:grpSpPr>
        <p:sp>
          <p:nvSpPr>
            <p:cNvPr id="44" name="Google Shape;44;p6"/>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6"/>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6"/>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47;p6"/>
          <p:cNvGrpSpPr/>
          <p:nvPr/>
        </p:nvGrpSpPr>
        <p:grpSpPr>
          <a:xfrm>
            <a:off x="8628165" y="3228600"/>
            <a:ext cx="701400" cy="470850"/>
            <a:chOff x="2171175" y="41750"/>
            <a:chExt cx="701400" cy="470850"/>
          </a:xfrm>
        </p:grpSpPr>
        <p:sp>
          <p:nvSpPr>
            <p:cNvPr id="48" name="Google Shape;48;p6"/>
            <p:cNvSpPr/>
            <p:nvPr/>
          </p:nvSpPr>
          <p:spPr>
            <a:xfrm>
              <a:off x="2171175" y="4175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6"/>
            <p:cNvSpPr/>
            <p:nvPr/>
          </p:nvSpPr>
          <p:spPr>
            <a:xfrm>
              <a:off x="2171175" y="217125"/>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6"/>
            <p:cNvSpPr/>
            <p:nvPr/>
          </p:nvSpPr>
          <p:spPr>
            <a:xfrm>
              <a:off x="2171175" y="38720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1"/>
        <p:cNvGrpSpPr/>
        <p:nvPr/>
      </p:nvGrpSpPr>
      <p:grpSpPr>
        <a:xfrm>
          <a:off x="0" y="0"/>
          <a:ext cx="0" cy="0"/>
          <a:chOff x="0" y="0"/>
          <a:chExt cx="0" cy="0"/>
        </a:xfrm>
      </p:grpSpPr>
      <p:sp>
        <p:nvSpPr>
          <p:cNvPr id="52" name="Google Shape;52;p7"/>
          <p:cNvSpPr txBox="1">
            <a:spLocks noGrp="1"/>
          </p:cNvSpPr>
          <p:nvPr>
            <p:ph type="title"/>
          </p:nvPr>
        </p:nvSpPr>
        <p:spPr>
          <a:xfrm>
            <a:off x="768325" y="1584750"/>
            <a:ext cx="3803700" cy="1059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3" name="Google Shape;53;p7"/>
          <p:cNvSpPr txBox="1">
            <a:spLocks noGrp="1"/>
          </p:cNvSpPr>
          <p:nvPr>
            <p:ph type="subTitle" idx="1"/>
          </p:nvPr>
        </p:nvSpPr>
        <p:spPr>
          <a:xfrm>
            <a:off x="768337" y="2770652"/>
            <a:ext cx="3254400" cy="78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4" name="Google Shape;54;p7"/>
          <p:cNvSpPr/>
          <p:nvPr/>
        </p:nvSpPr>
        <p:spPr>
          <a:xfrm rot="-5237437">
            <a:off x="592948" y="564125"/>
            <a:ext cx="1110642" cy="1110642"/>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7"/>
          <p:cNvSpPr/>
          <p:nvPr/>
        </p:nvSpPr>
        <p:spPr>
          <a:xfrm>
            <a:off x="8043050" y="-423575"/>
            <a:ext cx="1276200" cy="1275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 name="Google Shape;56;p7"/>
          <p:cNvGrpSpPr/>
          <p:nvPr/>
        </p:nvGrpSpPr>
        <p:grpSpPr>
          <a:xfrm>
            <a:off x="8617840" y="3966325"/>
            <a:ext cx="701400" cy="470850"/>
            <a:chOff x="2171175" y="41750"/>
            <a:chExt cx="701400" cy="470850"/>
          </a:xfrm>
        </p:grpSpPr>
        <p:sp>
          <p:nvSpPr>
            <p:cNvPr id="57" name="Google Shape;57;p7"/>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7"/>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7"/>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0"/>
        <p:cNvGrpSpPr/>
        <p:nvPr/>
      </p:nvGrpSpPr>
      <p:grpSpPr>
        <a:xfrm>
          <a:off x="0" y="0"/>
          <a:ext cx="0" cy="0"/>
          <a:chOff x="0" y="0"/>
          <a:chExt cx="0" cy="0"/>
        </a:xfrm>
      </p:grpSpPr>
      <p:sp>
        <p:nvSpPr>
          <p:cNvPr id="61" name="Google Shape;61;p8"/>
          <p:cNvSpPr txBox="1">
            <a:spLocks noGrp="1"/>
          </p:cNvSpPr>
          <p:nvPr>
            <p:ph type="title"/>
          </p:nvPr>
        </p:nvSpPr>
        <p:spPr>
          <a:xfrm>
            <a:off x="714000" y="646175"/>
            <a:ext cx="7716000" cy="11877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62" name="Google Shape;62;p8"/>
          <p:cNvSpPr/>
          <p:nvPr/>
        </p:nvSpPr>
        <p:spPr>
          <a:xfrm>
            <a:off x="-426550" y="-340050"/>
            <a:ext cx="1276200" cy="1275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8"/>
          <p:cNvGrpSpPr/>
          <p:nvPr/>
        </p:nvGrpSpPr>
        <p:grpSpPr>
          <a:xfrm>
            <a:off x="8626250" y="3645075"/>
            <a:ext cx="701400" cy="470850"/>
            <a:chOff x="2171175" y="41750"/>
            <a:chExt cx="701400" cy="470850"/>
          </a:xfrm>
        </p:grpSpPr>
        <p:sp>
          <p:nvSpPr>
            <p:cNvPr id="64" name="Google Shape;64;p8"/>
            <p:cNvSpPr/>
            <p:nvPr/>
          </p:nvSpPr>
          <p:spPr>
            <a:xfrm>
              <a:off x="2171175" y="4175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8"/>
            <p:cNvSpPr/>
            <p:nvPr/>
          </p:nvSpPr>
          <p:spPr>
            <a:xfrm>
              <a:off x="2171175" y="217125"/>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8"/>
            <p:cNvSpPr/>
            <p:nvPr/>
          </p:nvSpPr>
          <p:spPr>
            <a:xfrm>
              <a:off x="2171175" y="38720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7"/>
        <p:cNvGrpSpPr/>
        <p:nvPr/>
      </p:nvGrpSpPr>
      <p:grpSpPr>
        <a:xfrm>
          <a:off x="0" y="0"/>
          <a:ext cx="0" cy="0"/>
          <a:chOff x="0" y="0"/>
          <a:chExt cx="0" cy="0"/>
        </a:xfrm>
      </p:grpSpPr>
      <p:sp>
        <p:nvSpPr>
          <p:cNvPr id="68" name="Google Shape;68;p9"/>
          <p:cNvSpPr txBox="1">
            <a:spLocks noGrp="1"/>
          </p:cNvSpPr>
          <p:nvPr>
            <p:ph type="title"/>
          </p:nvPr>
        </p:nvSpPr>
        <p:spPr>
          <a:xfrm>
            <a:off x="714000" y="1497624"/>
            <a:ext cx="40293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400">
                <a:solidFill>
                  <a:schemeClr val="accent2"/>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9" name="Google Shape;69;p9"/>
          <p:cNvSpPr txBox="1">
            <a:spLocks noGrp="1"/>
          </p:cNvSpPr>
          <p:nvPr>
            <p:ph type="subTitle" idx="1"/>
          </p:nvPr>
        </p:nvSpPr>
        <p:spPr>
          <a:xfrm>
            <a:off x="714000" y="2204976"/>
            <a:ext cx="3657600" cy="144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0" name="Google Shape;70;p9"/>
          <p:cNvSpPr/>
          <p:nvPr/>
        </p:nvSpPr>
        <p:spPr>
          <a:xfrm>
            <a:off x="784300" y="4511700"/>
            <a:ext cx="1276200" cy="1275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9"/>
          <p:cNvSpPr/>
          <p:nvPr/>
        </p:nvSpPr>
        <p:spPr>
          <a:xfrm rot="5400000">
            <a:off x="175358" y="187800"/>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2"/>
        <p:cNvGrpSpPr/>
        <p:nvPr/>
      </p:nvGrpSpPr>
      <p:grpSpPr>
        <a:xfrm>
          <a:off x="0" y="0"/>
          <a:ext cx="0" cy="0"/>
          <a:chOff x="0" y="0"/>
          <a:chExt cx="0" cy="0"/>
        </a:xfrm>
      </p:grpSpPr>
      <p:sp>
        <p:nvSpPr>
          <p:cNvPr id="73" name="Google Shape;73;p10"/>
          <p:cNvSpPr txBox="1">
            <a:spLocks noGrp="1"/>
          </p:cNvSpPr>
          <p:nvPr>
            <p:ph type="body" idx="1"/>
          </p:nvPr>
        </p:nvSpPr>
        <p:spPr>
          <a:xfrm>
            <a:off x="773499" y="657497"/>
            <a:ext cx="2934300" cy="20064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1400"/>
              <a:buNone/>
              <a:defRPr sz="3000" b="1">
                <a:latin typeface="Josefin Sans"/>
                <a:ea typeface="Josefin Sans"/>
                <a:cs typeface="Josefin Sans"/>
                <a:sym typeface="Josefin Sans"/>
              </a:defRPr>
            </a:lvl1pPr>
          </a:lstStyle>
          <a:p>
            <a:endParaRPr/>
          </a:p>
        </p:txBody>
      </p:sp>
      <p:sp>
        <p:nvSpPr>
          <p:cNvPr id="74" name="Google Shape;74;p10"/>
          <p:cNvSpPr/>
          <p:nvPr/>
        </p:nvSpPr>
        <p:spPr>
          <a:xfrm rot="-5400000" flipH="1">
            <a:off x="8233758" y="187800"/>
            <a:ext cx="701400" cy="701400"/>
          </a:xfrm>
          <a:prstGeom prst="rtTriangl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0"/>
          <p:cNvSpPr/>
          <p:nvPr/>
        </p:nvSpPr>
        <p:spPr>
          <a:xfrm>
            <a:off x="2053650" y="-857800"/>
            <a:ext cx="1276200" cy="1275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 name="Google Shape;76;p10"/>
          <p:cNvGrpSpPr/>
          <p:nvPr/>
        </p:nvGrpSpPr>
        <p:grpSpPr>
          <a:xfrm>
            <a:off x="-150325" y="4052850"/>
            <a:ext cx="701400" cy="470850"/>
            <a:chOff x="2171175" y="41750"/>
            <a:chExt cx="701400" cy="470850"/>
          </a:xfrm>
        </p:grpSpPr>
        <p:sp>
          <p:nvSpPr>
            <p:cNvPr id="77" name="Google Shape;77;p10"/>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0"/>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0"/>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0"/>
        <p:cNvGrpSpPr/>
        <p:nvPr/>
      </p:nvGrpSpPr>
      <p:grpSpPr>
        <a:xfrm>
          <a:off x="0" y="0"/>
          <a:ext cx="0" cy="0"/>
          <a:chOff x="0" y="0"/>
          <a:chExt cx="0" cy="0"/>
        </a:xfrm>
      </p:grpSpPr>
      <p:sp>
        <p:nvSpPr>
          <p:cNvPr id="81" name="Google Shape;81;p11"/>
          <p:cNvSpPr txBox="1">
            <a:spLocks noGrp="1"/>
          </p:cNvSpPr>
          <p:nvPr>
            <p:ph type="title" hasCustomPrompt="1"/>
          </p:nvPr>
        </p:nvSpPr>
        <p:spPr>
          <a:xfrm>
            <a:off x="1193400" y="2438400"/>
            <a:ext cx="6757200" cy="1524900"/>
          </a:xfrm>
          <a:prstGeom prst="rect">
            <a:avLst/>
          </a:prstGeom>
        </p:spPr>
        <p:txBody>
          <a:bodyPr spcFirstLastPara="1" wrap="square" lIns="91425" tIns="91425" rIns="91425" bIns="91425" anchor="ctr" anchorCtr="0">
            <a:noAutofit/>
          </a:bodyPr>
          <a:lstStyle>
            <a:lvl1pPr lvl="0" algn="ctr">
              <a:spcBef>
                <a:spcPts val="0"/>
              </a:spcBef>
              <a:spcAft>
                <a:spcPts val="0"/>
              </a:spcAft>
              <a:buSzPts val="10000"/>
              <a:buNone/>
              <a:defRPr sz="12000"/>
            </a:lvl1pPr>
            <a:lvl2pPr lvl="1" algn="ctr">
              <a:spcBef>
                <a:spcPts val="0"/>
              </a:spcBef>
              <a:spcAft>
                <a:spcPts val="0"/>
              </a:spcAft>
              <a:buSzPts val="10000"/>
              <a:buNone/>
              <a:defRPr sz="10000"/>
            </a:lvl2pPr>
            <a:lvl3pPr lvl="2" algn="ctr">
              <a:spcBef>
                <a:spcPts val="0"/>
              </a:spcBef>
              <a:spcAft>
                <a:spcPts val="0"/>
              </a:spcAft>
              <a:buSzPts val="10000"/>
              <a:buNone/>
              <a:defRPr sz="10000"/>
            </a:lvl3pPr>
            <a:lvl4pPr lvl="3" algn="ctr">
              <a:spcBef>
                <a:spcPts val="0"/>
              </a:spcBef>
              <a:spcAft>
                <a:spcPts val="0"/>
              </a:spcAft>
              <a:buSzPts val="10000"/>
              <a:buNone/>
              <a:defRPr sz="10000"/>
            </a:lvl4pPr>
            <a:lvl5pPr lvl="4" algn="ctr">
              <a:spcBef>
                <a:spcPts val="0"/>
              </a:spcBef>
              <a:spcAft>
                <a:spcPts val="0"/>
              </a:spcAft>
              <a:buSzPts val="10000"/>
              <a:buNone/>
              <a:defRPr sz="10000"/>
            </a:lvl5pPr>
            <a:lvl6pPr lvl="5" algn="ctr">
              <a:spcBef>
                <a:spcPts val="0"/>
              </a:spcBef>
              <a:spcAft>
                <a:spcPts val="0"/>
              </a:spcAft>
              <a:buSzPts val="10000"/>
              <a:buNone/>
              <a:defRPr sz="10000"/>
            </a:lvl6pPr>
            <a:lvl7pPr lvl="6" algn="ctr">
              <a:spcBef>
                <a:spcPts val="0"/>
              </a:spcBef>
              <a:spcAft>
                <a:spcPts val="0"/>
              </a:spcAft>
              <a:buSzPts val="10000"/>
              <a:buNone/>
              <a:defRPr sz="10000"/>
            </a:lvl7pPr>
            <a:lvl8pPr lvl="7" algn="ctr">
              <a:spcBef>
                <a:spcPts val="0"/>
              </a:spcBef>
              <a:spcAft>
                <a:spcPts val="0"/>
              </a:spcAft>
              <a:buSzPts val="10000"/>
              <a:buNone/>
              <a:defRPr sz="10000"/>
            </a:lvl8pPr>
            <a:lvl9pPr lvl="8" algn="ctr">
              <a:spcBef>
                <a:spcPts val="0"/>
              </a:spcBef>
              <a:spcAft>
                <a:spcPts val="0"/>
              </a:spcAft>
              <a:buSzPts val="10000"/>
              <a:buNone/>
              <a:defRPr sz="10000"/>
            </a:lvl9pPr>
          </a:lstStyle>
          <a:p>
            <a:r>
              <a:t>xx%</a:t>
            </a:r>
          </a:p>
        </p:txBody>
      </p:sp>
      <p:sp>
        <p:nvSpPr>
          <p:cNvPr id="82" name="Google Shape;82;p11"/>
          <p:cNvSpPr txBox="1">
            <a:spLocks noGrp="1"/>
          </p:cNvSpPr>
          <p:nvPr>
            <p:ph type="subTitle" idx="1"/>
          </p:nvPr>
        </p:nvSpPr>
        <p:spPr>
          <a:xfrm>
            <a:off x="2530200" y="4144703"/>
            <a:ext cx="4083600" cy="325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83" name="Google Shape;83;p11"/>
          <p:cNvSpPr/>
          <p:nvPr/>
        </p:nvSpPr>
        <p:spPr>
          <a:xfrm>
            <a:off x="210908" y="4254300"/>
            <a:ext cx="701400" cy="701400"/>
          </a:xfrm>
          <a:prstGeom prst="rtTriangl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 name="Google Shape;84;p11"/>
          <p:cNvGrpSpPr/>
          <p:nvPr/>
        </p:nvGrpSpPr>
        <p:grpSpPr>
          <a:xfrm>
            <a:off x="8617900" y="3443250"/>
            <a:ext cx="701400" cy="470850"/>
            <a:chOff x="2171175" y="41750"/>
            <a:chExt cx="701400" cy="470850"/>
          </a:xfrm>
        </p:grpSpPr>
        <p:sp>
          <p:nvSpPr>
            <p:cNvPr id="85" name="Google Shape;85;p11"/>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1"/>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1"/>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88"/>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89"/>
        <p:cNvGrpSpPr/>
        <p:nvPr/>
      </p:nvGrpSpPr>
      <p:grpSpPr>
        <a:xfrm>
          <a:off x="0" y="0"/>
          <a:ext cx="0" cy="0"/>
          <a:chOff x="0" y="0"/>
          <a:chExt cx="0" cy="0"/>
        </a:xfrm>
      </p:grpSpPr>
      <p:sp>
        <p:nvSpPr>
          <p:cNvPr id="90" name="Google Shape;90;p1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1" name="Google Shape;91;p13"/>
          <p:cNvSpPr txBox="1">
            <a:spLocks noGrp="1"/>
          </p:cNvSpPr>
          <p:nvPr>
            <p:ph type="title" idx="2" hasCustomPrompt="1"/>
          </p:nvPr>
        </p:nvSpPr>
        <p:spPr>
          <a:xfrm>
            <a:off x="1092808" y="1823958"/>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92" name="Google Shape;92;p13"/>
          <p:cNvSpPr txBox="1">
            <a:spLocks noGrp="1"/>
          </p:cNvSpPr>
          <p:nvPr>
            <p:ph type="subTitle" idx="1"/>
          </p:nvPr>
        </p:nvSpPr>
        <p:spPr>
          <a:xfrm>
            <a:off x="2015418" y="1552350"/>
            <a:ext cx="21192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93" name="Google Shape;93;p13"/>
          <p:cNvSpPr txBox="1">
            <a:spLocks noGrp="1"/>
          </p:cNvSpPr>
          <p:nvPr>
            <p:ph type="subTitle" idx="3"/>
          </p:nvPr>
        </p:nvSpPr>
        <p:spPr>
          <a:xfrm>
            <a:off x="2015417" y="1937250"/>
            <a:ext cx="15597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94" name="Google Shape;94;p13"/>
          <p:cNvSpPr txBox="1">
            <a:spLocks noGrp="1"/>
          </p:cNvSpPr>
          <p:nvPr>
            <p:ph type="title" idx="4" hasCustomPrompt="1"/>
          </p:nvPr>
        </p:nvSpPr>
        <p:spPr>
          <a:xfrm>
            <a:off x="5010130" y="1823958"/>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95" name="Google Shape;95;p13"/>
          <p:cNvSpPr txBox="1">
            <a:spLocks noGrp="1"/>
          </p:cNvSpPr>
          <p:nvPr>
            <p:ph type="subTitle" idx="5"/>
          </p:nvPr>
        </p:nvSpPr>
        <p:spPr>
          <a:xfrm>
            <a:off x="5931992" y="1552350"/>
            <a:ext cx="21192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96" name="Google Shape;96;p13"/>
          <p:cNvSpPr txBox="1">
            <a:spLocks noGrp="1"/>
          </p:cNvSpPr>
          <p:nvPr>
            <p:ph type="subTitle" idx="6"/>
          </p:nvPr>
        </p:nvSpPr>
        <p:spPr>
          <a:xfrm>
            <a:off x="5931992" y="1937250"/>
            <a:ext cx="15597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97" name="Google Shape;97;p13"/>
          <p:cNvSpPr txBox="1">
            <a:spLocks noGrp="1"/>
          </p:cNvSpPr>
          <p:nvPr>
            <p:ph type="title" idx="7" hasCustomPrompt="1"/>
          </p:nvPr>
        </p:nvSpPr>
        <p:spPr>
          <a:xfrm>
            <a:off x="1092808" y="3433158"/>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98" name="Google Shape;98;p13"/>
          <p:cNvSpPr txBox="1">
            <a:spLocks noGrp="1"/>
          </p:cNvSpPr>
          <p:nvPr>
            <p:ph type="subTitle" idx="8"/>
          </p:nvPr>
        </p:nvSpPr>
        <p:spPr>
          <a:xfrm>
            <a:off x="2015417" y="3161550"/>
            <a:ext cx="21192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99" name="Google Shape;99;p13"/>
          <p:cNvSpPr txBox="1">
            <a:spLocks noGrp="1"/>
          </p:cNvSpPr>
          <p:nvPr>
            <p:ph type="subTitle" idx="9"/>
          </p:nvPr>
        </p:nvSpPr>
        <p:spPr>
          <a:xfrm>
            <a:off x="2015417" y="3551051"/>
            <a:ext cx="15597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00" name="Google Shape;100;p13"/>
          <p:cNvSpPr txBox="1">
            <a:spLocks noGrp="1"/>
          </p:cNvSpPr>
          <p:nvPr>
            <p:ph type="title" idx="13" hasCustomPrompt="1"/>
          </p:nvPr>
        </p:nvSpPr>
        <p:spPr>
          <a:xfrm>
            <a:off x="5010130" y="3433158"/>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101" name="Google Shape;101;p13"/>
          <p:cNvSpPr txBox="1">
            <a:spLocks noGrp="1"/>
          </p:cNvSpPr>
          <p:nvPr>
            <p:ph type="subTitle" idx="14"/>
          </p:nvPr>
        </p:nvSpPr>
        <p:spPr>
          <a:xfrm>
            <a:off x="5931992" y="3161550"/>
            <a:ext cx="21192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102" name="Google Shape;102;p13"/>
          <p:cNvSpPr txBox="1">
            <a:spLocks noGrp="1"/>
          </p:cNvSpPr>
          <p:nvPr>
            <p:ph type="subTitle" idx="15"/>
          </p:nvPr>
        </p:nvSpPr>
        <p:spPr>
          <a:xfrm>
            <a:off x="5931992" y="3551051"/>
            <a:ext cx="15597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03" name="Google Shape;103;p13"/>
          <p:cNvSpPr/>
          <p:nvPr/>
        </p:nvSpPr>
        <p:spPr>
          <a:xfrm flipH="1">
            <a:off x="8233758" y="42543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 name="Google Shape;104;p13"/>
          <p:cNvGrpSpPr/>
          <p:nvPr/>
        </p:nvGrpSpPr>
        <p:grpSpPr>
          <a:xfrm>
            <a:off x="-217103" y="2426300"/>
            <a:ext cx="701400" cy="470850"/>
            <a:chOff x="2171175" y="41750"/>
            <a:chExt cx="701400" cy="470850"/>
          </a:xfrm>
        </p:grpSpPr>
        <p:sp>
          <p:nvSpPr>
            <p:cNvPr id="105" name="Google Shape;105;p13"/>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3"/>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3"/>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1">
  <p:cSld name="BLANK_7">
    <p:spTree>
      <p:nvGrpSpPr>
        <p:cNvPr id="1" name="Shape 108"/>
        <p:cNvGrpSpPr/>
        <p:nvPr/>
      </p:nvGrpSpPr>
      <p:grpSpPr>
        <a:xfrm>
          <a:off x="0" y="0"/>
          <a:ext cx="0" cy="0"/>
          <a:chOff x="0" y="0"/>
          <a:chExt cx="0" cy="0"/>
        </a:xfrm>
      </p:grpSpPr>
      <p:sp>
        <p:nvSpPr>
          <p:cNvPr id="109" name="Google Shape;109;p14"/>
          <p:cNvSpPr txBox="1">
            <a:spLocks noGrp="1"/>
          </p:cNvSpPr>
          <p:nvPr>
            <p:ph type="title"/>
          </p:nvPr>
        </p:nvSpPr>
        <p:spPr>
          <a:xfrm>
            <a:off x="718150" y="2494650"/>
            <a:ext cx="5219100" cy="976800"/>
          </a:xfrm>
          <a:prstGeom prst="rect">
            <a:avLst/>
          </a:prstGeom>
        </p:spPr>
        <p:txBody>
          <a:bodyPr spcFirstLastPara="1" wrap="square" lIns="91425" tIns="91425" rIns="91425" bIns="91425" anchor="ctr" anchorCtr="0">
            <a:noAutofit/>
          </a:bodyPr>
          <a:lstStyle>
            <a:lvl1pPr lvl="0" rtl="0">
              <a:spcBef>
                <a:spcPts val="0"/>
              </a:spcBef>
              <a:spcAft>
                <a:spcPts val="0"/>
              </a:spcAft>
              <a:buSzPts val="5000"/>
              <a:buNone/>
              <a:defRPr sz="5000">
                <a:solidFill>
                  <a:schemeClr val="accent2"/>
                </a:solidFill>
              </a:defRPr>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endParaRPr/>
          </a:p>
        </p:txBody>
      </p:sp>
      <p:sp>
        <p:nvSpPr>
          <p:cNvPr id="110" name="Google Shape;110;p14"/>
          <p:cNvSpPr txBox="1">
            <a:spLocks noGrp="1"/>
          </p:cNvSpPr>
          <p:nvPr>
            <p:ph type="title" idx="2" hasCustomPrompt="1"/>
          </p:nvPr>
        </p:nvSpPr>
        <p:spPr>
          <a:xfrm>
            <a:off x="869197" y="1170378"/>
            <a:ext cx="1119000" cy="925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11" name="Google Shape;111;p14"/>
          <p:cNvSpPr txBox="1">
            <a:spLocks noGrp="1"/>
          </p:cNvSpPr>
          <p:nvPr>
            <p:ph type="subTitle" idx="1"/>
          </p:nvPr>
        </p:nvSpPr>
        <p:spPr>
          <a:xfrm>
            <a:off x="822551" y="3762528"/>
            <a:ext cx="3795300" cy="31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solidFill>
                  <a:schemeClr val="lt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12" name="Google Shape;112;p14"/>
          <p:cNvSpPr/>
          <p:nvPr/>
        </p:nvSpPr>
        <p:spPr>
          <a:xfrm>
            <a:off x="3022675" y="4503350"/>
            <a:ext cx="1276200" cy="1275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4"/>
          <p:cNvSpPr/>
          <p:nvPr/>
        </p:nvSpPr>
        <p:spPr>
          <a:xfrm rot="5400000">
            <a:off x="175358" y="187800"/>
            <a:ext cx="701400" cy="701400"/>
          </a:xfrm>
          <a:prstGeom prst="rtTriangl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 name="Google Shape;114;p14"/>
          <p:cNvGrpSpPr/>
          <p:nvPr/>
        </p:nvGrpSpPr>
        <p:grpSpPr>
          <a:xfrm>
            <a:off x="8730614" y="3862726"/>
            <a:ext cx="701400" cy="470850"/>
            <a:chOff x="2171175" y="41750"/>
            <a:chExt cx="701400" cy="470850"/>
          </a:xfrm>
        </p:grpSpPr>
        <p:sp>
          <p:nvSpPr>
            <p:cNvPr id="115" name="Google Shape;115;p14"/>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4"/>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4"/>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3">
    <p:spTree>
      <p:nvGrpSpPr>
        <p:cNvPr id="1" name="Shape 118"/>
        <p:cNvGrpSpPr/>
        <p:nvPr/>
      </p:nvGrpSpPr>
      <p:grpSpPr>
        <a:xfrm>
          <a:off x="0" y="0"/>
          <a:ext cx="0" cy="0"/>
          <a:chOff x="0" y="0"/>
          <a:chExt cx="0" cy="0"/>
        </a:xfrm>
      </p:grpSpPr>
      <p:sp>
        <p:nvSpPr>
          <p:cNvPr id="119" name="Google Shape;119;p15"/>
          <p:cNvSpPr txBox="1">
            <a:spLocks noGrp="1"/>
          </p:cNvSpPr>
          <p:nvPr>
            <p:ph type="title"/>
          </p:nvPr>
        </p:nvSpPr>
        <p:spPr>
          <a:xfrm>
            <a:off x="4342350" y="3281250"/>
            <a:ext cx="3009300" cy="400200"/>
          </a:xfrm>
          <a:prstGeom prst="rect">
            <a:avLst/>
          </a:prstGeom>
        </p:spPr>
        <p:txBody>
          <a:bodyPr spcFirstLastPara="1" wrap="square" lIns="91425" tIns="91425" rIns="91425" bIns="91425" anchor="ctr" anchorCtr="0">
            <a:noAutofit/>
          </a:bodyPr>
          <a:lstStyle>
            <a:lvl1pPr lvl="0" rtl="0">
              <a:spcBef>
                <a:spcPts val="0"/>
              </a:spcBef>
              <a:spcAft>
                <a:spcPts val="0"/>
              </a:spcAft>
              <a:buSzPts val="1800"/>
              <a:buNone/>
              <a:defRPr sz="20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20" name="Google Shape;120;p15"/>
          <p:cNvSpPr txBox="1">
            <a:spLocks noGrp="1"/>
          </p:cNvSpPr>
          <p:nvPr>
            <p:ph type="subTitle" idx="1"/>
          </p:nvPr>
        </p:nvSpPr>
        <p:spPr>
          <a:xfrm>
            <a:off x="4342350" y="1462050"/>
            <a:ext cx="4087800" cy="1666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None/>
              <a:defRPr sz="2400"/>
            </a:lvl1pPr>
            <a:lvl2pPr lvl="1" algn="ctr" rtl="0">
              <a:lnSpc>
                <a:spcPct val="100000"/>
              </a:lnSpc>
              <a:spcBef>
                <a:spcPts val="0"/>
              </a:spcBef>
              <a:spcAft>
                <a:spcPts val="0"/>
              </a:spcAft>
              <a:buClr>
                <a:schemeClr val="dk1"/>
              </a:buClr>
              <a:buSzPts val="2400"/>
              <a:buNone/>
              <a:defRPr sz="2400">
                <a:solidFill>
                  <a:schemeClr val="dk1"/>
                </a:solidFill>
              </a:defRPr>
            </a:lvl2pPr>
            <a:lvl3pPr lvl="2" algn="ctr" rtl="0">
              <a:lnSpc>
                <a:spcPct val="100000"/>
              </a:lnSpc>
              <a:spcBef>
                <a:spcPts val="0"/>
              </a:spcBef>
              <a:spcAft>
                <a:spcPts val="0"/>
              </a:spcAft>
              <a:buClr>
                <a:schemeClr val="dk1"/>
              </a:buClr>
              <a:buSzPts val="2400"/>
              <a:buNone/>
              <a:defRPr sz="2400">
                <a:solidFill>
                  <a:schemeClr val="dk1"/>
                </a:solidFill>
              </a:defRPr>
            </a:lvl3pPr>
            <a:lvl4pPr lvl="3" algn="ctr" rtl="0">
              <a:lnSpc>
                <a:spcPct val="100000"/>
              </a:lnSpc>
              <a:spcBef>
                <a:spcPts val="0"/>
              </a:spcBef>
              <a:spcAft>
                <a:spcPts val="0"/>
              </a:spcAft>
              <a:buClr>
                <a:schemeClr val="dk1"/>
              </a:buClr>
              <a:buSzPts val="2400"/>
              <a:buNone/>
              <a:defRPr sz="2400">
                <a:solidFill>
                  <a:schemeClr val="dk1"/>
                </a:solidFill>
              </a:defRPr>
            </a:lvl4pPr>
            <a:lvl5pPr lvl="4" algn="ctr" rtl="0">
              <a:lnSpc>
                <a:spcPct val="100000"/>
              </a:lnSpc>
              <a:spcBef>
                <a:spcPts val="0"/>
              </a:spcBef>
              <a:spcAft>
                <a:spcPts val="0"/>
              </a:spcAft>
              <a:buClr>
                <a:schemeClr val="dk1"/>
              </a:buClr>
              <a:buSzPts val="2400"/>
              <a:buNone/>
              <a:defRPr sz="2400">
                <a:solidFill>
                  <a:schemeClr val="dk1"/>
                </a:solidFill>
              </a:defRPr>
            </a:lvl5pPr>
            <a:lvl6pPr lvl="5" algn="ctr" rtl="0">
              <a:lnSpc>
                <a:spcPct val="100000"/>
              </a:lnSpc>
              <a:spcBef>
                <a:spcPts val="0"/>
              </a:spcBef>
              <a:spcAft>
                <a:spcPts val="0"/>
              </a:spcAft>
              <a:buClr>
                <a:schemeClr val="dk1"/>
              </a:buClr>
              <a:buSzPts val="2400"/>
              <a:buNone/>
              <a:defRPr sz="2400">
                <a:solidFill>
                  <a:schemeClr val="dk1"/>
                </a:solidFill>
              </a:defRPr>
            </a:lvl6pPr>
            <a:lvl7pPr lvl="6" algn="ctr" rtl="0">
              <a:lnSpc>
                <a:spcPct val="100000"/>
              </a:lnSpc>
              <a:spcBef>
                <a:spcPts val="0"/>
              </a:spcBef>
              <a:spcAft>
                <a:spcPts val="0"/>
              </a:spcAft>
              <a:buClr>
                <a:schemeClr val="dk1"/>
              </a:buClr>
              <a:buSzPts val="2400"/>
              <a:buNone/>
              <a:defRPr sz="2400">
                <a:solidFill>
                  <a:schemeClr val="dk1"/>
                </a:solidFill>
              </a:defRPr>
            </a:lvl7pPr>
            <a:lvl8pPr lvl="7" algn="ctr" rtl="0">
              <a:lnSpc>
                <a:spcPct val="100000"/>
              </a:lnSpc>
              <a:spcBef>
                <a:spcPts val="0"/>
              </a:spcBef>
              <a:spcAft>
                <a:spcPts val="0"/>
              </a:spcAft>
              <a:buClr>
                <a:schemeClr val="dk1"/>
              </a:buClr>
              <a:buSzPts val="2400"/>
              <a:buNone/>
              <a:defRPr sz="2400">
                <a:solidFill>
                  <a:schemeClr val="dk1"/>
                </a:solidFill>
              </a:defRPr>
            </a:lvl8pPr>
            <a:lvl9pPr lvl="8" algn="ctr" rtl="0">
              <a:lnSpc>
                <a:spcPct val="100000"/>
              </a:lnSpc>
              <a:spcBef>
                <a:spcPts val="0"/>
              </a:spcBef>
              <a:spcAft>
                <a:spcPts val="0"/>
              </a:spcAft>
              <a:buClr>
                <a:schemeClr val="dk1"/>
              </a:buClr>
              <a:buSzPts val="2400"/>
              <a:buNone/>
              <a:defRPr sz="2400">
                <a:solidFill>
                  <a:schemeClr val="dk1"/>
                </a:solidFill>
              </a:defRPr>
            </a:lvl9pPr>
          </a:lstStyle>
          <a:p>
            <a:endParaRPr/>
          </a:p>
        </p:txBody>
      </p:sp>
      <p:sp>
        <p:nvSpPr>
          <p:cNvPr id="121" name="Google Shape;121;p15"/>
          <p:cNvSpPr/>
          <p:nvPr/>
        </p:nvSpPr>
        <p:spPr>
          <a:xfrm rot="10800000">
            <a:off x="7231678" y="-20175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 name="Google Shape;122;p15"/>
          <p:cNvGrpSpPr/>
          <p:nvPr/>
        </p:nvGrpSpPr>
        <p:grpSpPr>
          <a:xfrm>
            <a:off x="-217085" y="1618675"/>
            <a:ext cx="701400" cy="470850"/>
            <a:chOff x="2171175" y="41750"/>
            <a:chExt cx="701400" cy="470850"/>
          </a:xfrm>
        </p:grpSpPr>
        <p:sp>
          <p:nvSpPr>
            <p:cNvPr id="123" name="Google Shape;123;p15"/>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5"/>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5"/>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126;p15"/>
          <p:cNvSpPr/>
          <p:nvPr/>
        </p:nvSpPr>
        <p:spPr>
          <a:xfrm flipH="1">
            <a:off x="8100138" y="4129325"/>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wo columns 1">
  <p:cSld name="BLANK_18">
    <p:spTree>
      <p:nvGrpSpPr>
        <p:cNvPr id="1" name="Shape 127"/>
        <p:cNvGrpSpPr/>
        <p:nvPr/>
      </p:nvGrpSpPr>
      <p:grpSpPr>
        <a:xfrm>
          <a:off x="0" y="0"/>
          <a:ext cx="0" cy="0"/>
          <a:chOff x="0" y="0"/>
          <a:chExt cx="0" cy="0"/>
        </a:xfrm>
      </p:grpSpPr>
      <p:sp>
        <p:nvSpPr>
          <p:cNvPr id="128" name="Google Shape;128;p16"/>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9" name="Google Shape;129;p16"/>
          <p:cNvSpPr txBox="1">
            <a:spLocks noGrp="1"/>
          </p:cNvSpPr>
          <p:nvPr>
            <p:ph type="body" idx="1"/>
          </p:nvPr>
        </p:nvSpPr>
        <p:spPr>
          <a:xfrm>
            <a:off x="714000" y="1375573"/>
            <a:ext cx="3795000" cy="3077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2"/>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30" name="Google Shape;130;p16"/>
          <p:cNvSpPr txBox="1">
            <a:spLocks noGrp="1"/>
          </p:cNvSpPr>
          <p:nvPr>
            <p:ph type="body" idx="2"/>
          </p:nvPr>
        </p:nvSpPr>
        <p:spPr>
          <a:xfrm>
            <a:off x="4635000" y="1375573"/>
            <a:ext cx="3795000" cy="3077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2"/>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31" name="Google Shape;131;p16"/>
          <p:cNvSpPr/>
          <p:nvPr/>
        </p:nvSpPr>
        <p:spPr>
          <a:xfrm>
            <a:off x="-336550" y="-45092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6"/>
          <p:cNvSpPr/>
          <p:nvPr/>
        </p:nvSpPr>
        <p:spPr>
          <a:xfrm flipH="1">
            <a:off x="8100138" y="4129325"/>
            <a:ext cx="701400" cy="701400"/>
          </a:xfrm>
          <a:prstGeom prst="rtTriangl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2">
  <p:cSld name="BLANK_21">
    <p:spTree>
      <p:nvGrpSpPr>
        <p:cNvPr id="1" name="Shape 133"/>
        <p:cNvGrpSpPr/>
        <p:nvPr/>
      </p:nvGrpSpPr>
      <p:grpSpPr>
        <a:xfrm>
          <a:off x="0" y="0"/>
          <a:ext cx="0" cy="0"/>
          <a:chOff x="0" y="0"/>
          <a:chExt cx="0" cy="0"/>
        </a:xfrm>
      </p:grpSpPr>
      <p:sp>
        <p:nvSpPr>
          <p:cNvPr id="134" name="Google Shape;134;p17"/>
          <p:cNvSpPr txBox="1">
            <a:spLocks noGrp="1"/>
          </p:cNvSpPr>
          <p:nvPr>
            <p:ph type="title"/>
          </p:nvPr>
        </p:nvSpPr>
        <p:spPr>
          <a:xfrm>
            <a:off x="5024013" y="1020100"/>
            <a:ext cx="3405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5" name="Google Shape;135;p17"/>
          <p:cNvSpPr txBox="1">
            <a:spLocks noGrp="1"/>
          </p:cNvSpPr>
          <p:nvPr>
            <p:ph type="subTitle" idx="1"/>
          </p:nvPr>
        </p:nvSpPr>
        <p:spPr>
          <a:xfrm>
            <a:off x="5619513" y="2252022"/>
            <a:ext cx="2214900" cy="68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36" name="Google Shape;136;p17"/>
          <p:cNvSpPr txBox="1">
            <a:spLocks noGrp="1"/>
          </p:cNvSpPr>
          <p:nvPr>
            <p:ph type="subTitle" idx="2"/>
          </p:nvPr>
        </p:nvSpPr>
        <p:spPr>
          <a:xfrm>
            <a:off x="5619513" y="1844850"/>
            <a:ext cx="2214900" cy="407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r" rtl="0">
              <a:lnSpc>
                <a:spcPct val="100000"/>
              </a:lnSpc>
              <a:spcBef>
                <a:spcPts val="0"/>
              </a:spcBef>
              <a:spcAft>
                <a:spcPts val="0"/>
              </a:spcAft>
              <a:buSzPts val="2000"/>
              <a:buNone/>
              <a:defRPr sz="2000"/>
            </a:lvl2pPr>
            <a:lvl3pPr lvl="2" algn="r" rtl="0">
              <a:lnSpc>
                <a:spcPct val="100000"/>
              </a:lnSpc>
              <a:spcBef>
                <a:spcPts val="0"/>
              </a:spcBef>
              <a:spcAft>
                <a:spcPts val="0"/>
              </a:spcAft>
              <a:buSzPts val="2000"/>
              <a:buNone/>
              <a:defRPr sz="2000"/>
            </a:lvl3pPr>
            <a:lvl4pPr lvl="3" algn="r" rtl="0">
              <a:lnSpc>
                <a:spcPct val="100000"/>
              </a:lnSpc>
              <a:spcBef>
                <a:spcPts val="0"/>
              </a:spcBef>
              <a:spcAft>
                <a:spcPts val="0"/>
              </a:spcAft>
              <a:buSzPts val="2000"/>
              <a:buNone/>
              <a:defRPr sz="2000"/>
            </a:lvl4pPr>
            <a:lvl5pPr lvl="4" algn="r" rtl="0">
              <a:lnSpc>
                <a:spcPct val="100000"/>
              </a:lnSpc>
              <a:spcBef>
                <a:spcPts val="0"/>
              </a:spcBef>
              <a:spcAft>
                <a:spcPts val="0"/>
              </a:spcAft>
              <a:buSzPts val="2000"/>
              <a:buNone/>
              <a:defRPr sz="2000"/>
            </a:lvl5pPr>
            <a:lvl6pPr lvl="5" algn="r" rtl="0">
              <a:lnSpc>
                <a:spcPct val="100000"/>
              </a:lnSpc>
              <a:spcBef>
                <a:spcPts val="0"/>
              </a:spcBef>
              <a:spcAft>
                <a:spcPts val="0"/>
              </a:spcAft>
              <a:buSzPts val="2000"/>
              <a:buNone/>
              <a:defRPr sz="2000"/>
            </a:lvl6pPr>
            <a:lvl7pPr lvl="6" algn="r" rtl="0">
              <a:lnSpc>
                <a:spcPct val="100000"/>
              </a:lnSpc>
              <a:spcBef>
                <a:spcPts val="0"/>
              </a:spcBef>
              <a:spcAft>
                <a:spcPts val="0"/>
              </a:spcAft>
              <a:buSzPts val="2000"/>
              <a:buNone/>
              <a:defRPr sz="2000"/>
            </a:lvl7pPr>
            <a:lvl8pPr lvl="7" algn="r" rtl="0">
              <a:lnSpc>
                <a:spcPct val="100000"/>
              </a:lnSpc>
              <a:spcBef>
                <a:spcPts val="0"/>
              </a:spcBef>
              <a:spcAft>
                <a:spcPts val="0"/>
              </a:spcAft>
              <a:buSzPts val="2000"/>
              <a:buNone/>
              <a:defRPr sz="2000"/>
            </a:lvl8pPr>
            <a:lvl9pPr lvl="8" algn="r" rtl="0">
              <a:lnSpc>
                <a:spcPct val="100000"/>
              </a:lnSpc>
              <a:spcBef>
                <a:spcPts val="0"/>
              </a:spcBef>
              <a:spcAft>
                <a:spcPts val="0"/>
              </a:spcAft>
              <a:buSzPts val="2000"/>
              <a:buNone/>
              <a:defRPr sz="2000"/>
            </a:lvl9pPr>
          </a:lstStyle>
          <a:p>
            <a:endParaRPr/>
          </a:p>
        </p:txBody>
      </p:sp>
      <p:sp>
        <p:nvSpPr>
          <p:cNvPr id="137" name="Google Shape;137;p17"/>
          <p:cNvSpPr txBox="1">
            <a:spLocks noGrp="1"/>
          </p:cNvSpPr>
          <p:nvPr>
            <p:ph type="subTitle" idx="3"/>
          </p:nvPr>
        </p:nvSpPr>
        <p:spPr>
          <a:xfrm>
            <a:off x="5619513" y="3443300"/>
            <a:ext cx="2214900" cy="68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38" name="Google Shape;138;p17"/>
          <p:cNvSpPr txBox="1">
            <a:spLocks noGrp="1"/>
          </p:cNvSpPr>
          <p:nvPr>
            <p:ph type="subTitle" idx="4"/>
          </p:nvPr>
        </p:nvSpPr>
        <p:spPr>
          <a:xfrm>
            <a:off x="5619513" y="3036174"/>
            <a:ext cx="2214900" cy="407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a:endParaRPr/>
          </a:p>
        </p:txBody>
      </p:sp>
      <p:sp>
        <p:nvSpPr>
          <p:cNvPr id="139" name="Google Shape;139;p17"/>
          <p:cNvSpPr/>
          <p:nvPr/>
        </p:nvSpPr>
        <p:spPr>
          <a:xfrm rot="-5400000" flipH="1">
            <a:off x="8233758" y="1878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 name="Google Shape;140;p17"/>
          <p:cNvGrpSpPr/>
          <p:nvPr/>
        </p:nvGrpSpPr>
        <p:grpSpPr>
          <a:xfrm>
            <a:off x="8629300" y="1965375"/>
            <a:ext cx="701400" cy="470850"/>
            <a:chOff x="2171175" y="41750"/>
            <a:chExt cx="701400" cy="470850"/>
          </a:xfrm>
        </p:grpSpPr>
        <p:sp>
          <p:nvSpPr>
            <p:cNvPr id="141" name="Google Shape;141;p17"/>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7"/>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7"/>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3">
  <p:cSld name="BLANK_25">
    <p:spTree>
      <p:nvGrpSpPr>
        <p:cNvPr id="1" name="Shape 144"/>
        <p:cNvGrpSpPr/>
        <p:nvPr/>
      </p:nvGrpSpPr>
      <p:grpSpPr>
        <a:xfrm>
          <a:off x="0" y="0"/>
          <a:ext cx="0" cy="0"/>
          <a:chOff x="0" y="0"/>
          <a:chExt cx="0" cy="0"/>
        </a:xfrm>
      </p:grpSpPr>
      <p:sp>
        <p:nvSpPr>
          <p:cNvPr id="145" name="Google Shape;145;p18"/>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6" name="Google Shape;146;p18"/>
          <p:cNvSpPr txBox="1">
            <a:spLocks noGrp="1"/>
          </p:cNvSpPr>
          <p:nvPr>
            <p:ph type="subTitle" idx="1"/>
          </p:nvPr>
        </p:nvSpPr>
        <p:spPr>
          <a:xfrm>
            <a:off x="1231650" y="2249001"/>
            <a:ext cx="2156400" cy="830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47" name="Google Shape;147;p18"/>
          <p:cNvSpPr txBox="1">
            <a:spLocks noGrp="1"/>
          </p:cNvSpPr>
          <p:nvPr>
            <p:ph type="subTitle" idx="2"/>
          </p:nvPr>
        </p:nvSpPr>
        <p:spPr>
          <a:xfrm>
            <a:off x="1231650" y="1909625"/>
            <a:ext cx="2156400" cy="339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000"/>
              <a:buNone/>
              <a:defRPr sz="2000" b="1">
                <a:latin typeface="Josefin Sans"/>
                <a:ea typeface="Josefin Sans"/>
                <a:cs typeface="Josefin Sans"/>
                <a:sym typeface="Josefin Sans"/>
              </a:defRPr>
            </a:lvl1pPr>
            <a:lvl2pPr lvl="1" algn="r" rtl="0">
              <a:lnSpc>
                <a:spcPct val="100000"/>
              </a:lnSpc>
              <a:spcBef>
                <a:spcPts val="0"/>
              </a:spcBef>
              <a:spcAft>
                <a:spcPts val="0"/>
              </a:spcAft>
              <a:buSzPts val="2000"/>
              <a:buNone/>
              <a:defRPr sz="2000"/>
            </a:lvl2pPr>
            <a:lvl3pPr lvl="2" algn="r" rtl="0">
              <a:lnSpc>
                <a:spcPct val="100000"/>
              </a:lnSpc>
              <a:spcBef>
                <a:spcPts val="0"/>
              </a:spcBef>
              <a:spcAft>
                <a:spcPts val="0"/>
              </a:spcAft>
              <a:buSzPts val="2000"/>
              <a:buNone/>
              <a:defRPr sz="2000"/>
            </a:lvl3pPr>
            <a:lvl4pPr lvl="3" algn="r" rtl="0">
              <a:lnSpc>
                <a:spcPct val="100000"/>
              </a:lnSpc>
              <a:spcBef>
                <a:spcPts val="0"/>
              </a:spcBef>
              <a:spcAft>
                <a:spcPts val="0"/>
              </a:spcAft>
              <a:buSzPts val="2000"/>
              <a:buNone/>
              <a:defRPr sz="2000"/>
            </a:lvl4pPr>
            <a:lvl5pPr lvl="4" algn="r" rtl="0">
              <a:lnSpc>
                <a:spcPct val="100000"/>
              </a:lnSpc>
              <a:spcBef>
                <a:spcPts val="0"/>
              </a:spcBef>
              <a:spcAft>
                <a:spcPts val="0"/>
              </a:spcAft>
              <a:buSzPts val="2000"/>
              <a:buNone/>
              <a:defRPr sz="2000"/>
            </a:lvl5pPr>
            <a:lvl6pPr lvl="5" algn="r" rtl="0">
              <a:lnSpc>
                <a:spcPct val="100000"/>
              </a:lnSpc>
              <a:spcBef>
                <a:spcPts val="0"/>
              </a:spcBef>
              <a:spcAft>
                <a:spcPts val="0"/>
              </a:spcAft>
              <a:buSzPts val="2000"/>
              <a:buNone/>
              <a:defRPr sz="2000"/>
            </a:lvl6pPr>
            <a:lvl7pPr lvl="6" algn="r" rtl="0">
              <a:lnSpc>
                <a:spcPct val="100000"/>
              </a:lnSpc>
              <a:spcBef>
                <a:spcPts val="0"/>
              </a:spcBef>
              <a:spcAft>
                <a:spcPts val="0"/>
              </a:spcAft>
              <a:buSzPts val="2000"/>
              <a:buNone/>
              <a:defRPr sz="2000"/>
            </a:lvl7pPr>
            <a:lvl8pPr lvl="7" algn="r" rtl="0">
              <a:lnSpc>
                <a:spcPct val="100000"/>
              </a:lnSpc>
              <a:spcBef>
                <a:spcPts val="0"/>
              </a:spcBef>
              <a:spcAft>
                <a:spcPts val="0"/>
              </a:spcAft>
              <a:buSzPts val="2000"/>
              <a:buNone/>
              <a:defRPr sz="2000"/>
            </a:lvl8pPr>
            <a:lvl9pPr lvl="8" algn="r" rtl="0">
              <a:lnSpc>
                <a:spcPct val="100000"/>
              </a:lnSpc>
              <a:spcBef>
                <a:spcPts val="0"/>
              </a:spcBef>
              <a:spcAft>
                <a:spcPts val="0"/>
              </a:spcAft>
              <a:buSzPts val="2000"/>
              <a:buNone/>
              <a:defRPr sz="2000"/>
            </a:lvl9pPr>
          </a:lstStyle>
          <a:p>
            <a:endParaRPr/>
          </a:p>
        </p:txBody>
      </p:sp>
      <p:sp>
        <p:nvSpPr>
          <p:cNvPr id="148" name="Google Shape;148;p18"/>
          <p:cNvSpPr txBox="1">
            <a:spLocks noGrp="1"/>
          </p:cNvSpPr>
          <p:nvPr>
            <p:ph type="subTitle" idx="3"/>
          </p:nvPr>
        </p:nvSpPr>
        <p:spPr>
          <a:xfrm>
            <a:off x="5755950" y="3300026"/>
            <a:ext cx="2156400" cy="83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49" name="Google Shape;149;p18"/>
          <p:cNvSpPr txBox="1">
            <a:spLocks noGrp="1"/>
          </p:cNvSpPr>
          <p:nvPr>
            <p:ph type="subTitle" idx="4"/>
          </p:nvPr>
        </p:nvSpPr>
        <p:spPr>
          <a:xfrm>
            <a:off x="5755950" y="2960650"/>
            <a:ext cx="21564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a:endParaRPr/>
          </a:p>
        </p:txBody>
      </p:sp>
      <p:sp>
        <p:nvSpPr>
          <p:cNvPr id="150" name="Google Shape;150;p18"/>
          <p:cNvSpPr/>
          <p:nvPr/>
        </p:nvSpPr>
        <p:spPr>
          <a:xfrm rot="-5400000" flipH="1">
            <a:off x="8233758" y="1878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8"/>
          <p:cNvSpPr/>
          <p:nvPr/>
        </p:nvSpPr>
        <p:spPr>
          <a:xfrm>
            <a:off x="-735500" y="153177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BLANK_4">
    <p:spTree>
      <p:nvGrpSpPr>
        <p:cNvPr id="1" name="Shape 152"/>
        <p:cNvGrpSpPr/>
        <p:nvPr/>
      </p:nvGrpSpPr>
      <p:grpSpPr>
        <a:xfrm>
          <a:off x="0" y="0"/>
          <a:ext cx="0" cy="0"/>
          <a:chOff x="0" y="0"/>
          <a:chExt cx="0" cy="0"/>
        </a:xfrm>
      </p:grpSpPr>
      <p:sp>
        <p:nvSpPr>
          <p:cNvPr id="153" name="Google Shape;153;p19"/>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4" name="Google Shape;154;p19"/>
          <p:cNvSpPr txBox="1">
            <a:spLocks noGrp="1"/>
          </p:cNvSpPr>
          <p:nvPr>
            <p:ph type="subTitle" idx="1"/>
          </p:nvPr>
        </p:nvSpPr>
        <p:spPr>
          <a:xfrm>
            <a:off x="967625" y="3287175"/>
            <a:ext cx="2217000" cy="804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 name="Google Shape;155;p19"/>
          <p:cNvSpPr txBox="1">
            <a:spLocks noGrp="1"/>
          </p:cNvSpPr>
          <p:nvPr>
            <p:ph type="subTitle" idx="2"/>
          </p:nvPr>
        </p:nvSpPr>
        <p:spPr>
          <a:xfrm>
            <a:off x="967625" y="2947800"/>
            <a:ext cx="22170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56" name="Google Shape;156;p19"/>
          <p:cNvSpPr txBox="1">
            <a:spLocks noGrp="1"/>
          </p:cNvSpPr>
          <p:nvPr>
            <p:ph type="subTitle" idx="3"/>
          </p:nvPr>
        </p:nvSpPr>
        <p:spPr>
          <a:xfrm>
            <a:off x="3463500" y="3287175"/>
            <a:ext cx="2217000" cy="804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 name="Google Shape;157;p19"/>
          <p:cNvSpPr txBox="1">
            <a:spLocks noGrp="1"/>
          </p:cNvSpPr>
          <p:nvPr>
            <p:ph type="subTitle" idx="4"/>
          </p:nvPr>
        </p:nvSpPr>
        <p:spPr>
          <a:xfrm>
            <a:off x="3463500" y="2947800"/>
            <a:ext cx="22170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58" name="Google Shape;158;p19"/>
          <p:cNvSpPr txBox="1">
            <a:spLocks noGrp="1"/>
          </p:cNvSpPr>
          <p:nvPr>
            <p:ph type="subTitle" idx="5"/>
          </p:nvPr>
        </p:nvSpPr>
        <p:spPr>
          <a:xfrm>
            <a:off x="5959375" y="3287175"/>
            <a:ext cx="2217000" cy="804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9" name="Google Shape;159;p19"/>
          <p:cNvSpPr txBox="1">
            <a:spLocks noGrp="1"/>
          </p:cNvSpPr>
          <p:nvPr>
            <p:ph type="subTitle" idx="6"/>
          </p:nvPr>
        </p:nvSpPr>
        <p:spPr>
          <a:xfrm>
            <a:off x="5959375" y="2947800"/>
            <a:ext cx="22170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grpSp>
        <p:nvGrpSpPr>
          <p:cNvPr id="160" name="Google Shape;160;p19"/>
          <p:cNvGrpSpPr/>
          <p:nvPr/>
        </p:nvGrpSpPr>
        <p:grpSpPr>
          <a:xfrm>
            <a:off x="-217085" y="1439075"/>
            <a:ext cx="701400" cy="470850"/>
            <a:chOff x="2171175" y="41750"/>
            <a:chExt cx="701400" cy="470850"/>
          </a:xfrm>
        </p:grpSpPr>
        <p:sp>
          <p:nvSpPr>
            <p:cNvPr id="161" name="Google Shape;161;p19"/>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9"/>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9"/>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 name="Google Shape;164;p19"/>
          <p:cNvSpPr/>
          <p:nvPr/>
        </p:nvSpPr>
        <p:spPr>
          <a:xfrm flipH="1">
            <a:off x="8100138" y="4129325"/>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1">
  <p:cSld name="BLANK_20">
    <p:spTree>
      <p:nvGrpSpPr>
        <p:cNvPr id="1" name="Shape 165"/>
        <p:cNvGrpSpPr/>
        <p:nvPr/>
      </p:nvGrpSpPr>
      <p:grpSpPr>
        <a:xfrm>
          <a:off x="0" y="0"/>
          <a:ext cx="0" cy="0"/>
          <a:chOff x="0" y="0"/>
          <a:chExt cx="0" cy="0"/>
        </a:xfrm>
      </p:grpSpPr>
      <p:sp>
        <p:nvSpPr>
          <p:cNvPr id="166" name="Google Shape;166;p20"/>
          <p:cNvSpPr txBox="1">
            <a:spLocks noGrp="1"/>
          </p:cNvSpPr>
          <p:nvPr>
            <p:ph type="title"/>
          </p:nvPr>
        </p:nvSpPr>
        <p:spPr>
          <a:xfrm>
            <a:off x="714000" y="538500"/>
            <a:ext cx="4739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7" name="Google Shape;167;p20"/>
          <p:cNvSpPr txBox="1">
            <a:spLocks noGrp="1"/>
          </p:cNvSpPr>
          <p:nvPr>
            <p:ph type="title" idx="2" hasCustomPrompt="1"/>
          </p:nvPr>
        </p:nvSpPr>
        <p:spPr>
          <a:xfrm>
            <a:off x="1092808" y="1652769"/>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168" name="Google Shape;168;p20"/>
          <p:cNvSpPr txBox="1">
            <a:spLocks noGrp="1"/>
          </p:cNvSpPr>
          <p:nvPr>
            <p:ph type="subTitle" idx="1"/>
          </p:nvPr>
        </p:nvSpPr>
        <p:spPr>
          <a:xfrm>
            <a:off x="2015426" y="1381151"/>
            <a:ext cx="13500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169" name="Google Shape;169;p20"/>
          <p:cNvSpPr txBox="1">
            <a:spLocks noGrp="1"/>
          </p:cNvSpPr>
          <p:nvPr>
            <p:ph type="subTitle" idx="3"/>
          </p:nvPr>
        </p:nvSpPr>
        <p:spPr>
          <a:xfrm>
            <a:off x="2015425" y="1774751"/>
            <a:ext cx="2852700" cy="53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70" name="Google Shape;170;p20"/>
          <p:cNvSpPr txBox="1">
            <a:spLocks noGrp="1"/>
          </p:cNvSpPr>
          <p:nvPr>
            <p:ph type="title" idx="4" hasCustomPrompt="1"/>
          </p:nvPr>
        </p:nvSpPr>
        <p:spPr>
          <a:xfrm>
            <a:off x="1092808" y="2755708"/>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171" name="Google Shape;171;p20"/>
          <p:cNvSpPr txBox="1">
            <a:spLocks noGrp="1"/>
          </p:cNvSpPr>
          <p:nvPr>
            <p:ph type="subTitle" idx="5"/>
          </p:nvPr>
        </p:nvSpPr>
        <p:spPr>
          <a:xfrm>
            <a:off x="2015426" y="2484095"/>
            <a:ext cx="13500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172" name="Google Shape;172;p20"/>
          <p:cNvSpPr txBox="1">
            <a:spLocks noGrp="1"/>
          </p:cNvSpPr>
          <p:nvPr>
            <p:ph type="subTitle" idx="6"/>
          </p:nvPr>
        </p:nvSpPr>
        <p:spPr>
          <a:xfrm>
            <a:off x="2015425" y="2877697"/>
            <a:ext cx="2852700" cy="53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73" name="Google Shape;173;p20"/>
          <p:cNvSpPr txBox="1">
            <a:spLocks noGrp="1"/>
          </p:cNvSpPr>
          <p:nvPr>
            <p:ph type="title" idx="7" hasCustomPrompt="1"/>
          </p:nvPr>
        </p:nvSpPr>
        <p:spPr>
          <a:xfrm>
            <a:off x="1092808" y="3858652"/>
            <a:ext cx="8289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174" name="Google Shape;174;p20"/>
          <p:cNvSpPr txBox="1">
            <a:spLocks noGrp="1"/>
          </p:cNvSpPr>
          <p:nvPr>
            <p:ph type="subTitle" idx="8"/>
          </p:nvPr>
        </p:nvSpPr>
        <p:spPr>
          <a:xfrm>
            <a:off x="2015426" y="3587042"/>
            <a:ext cx="1350000" cy="39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800"/>
              <a:buFont typeface="Poller One"/>
              <a:buNone/>
              <a:defRPr sz="2000" b="1">
                <a:latin typeface="Josefin Sans"/>
                <a:ea typeface="Josefin Sans"/>
                <a:cs typeface="Josefin Sans"/>
                <a:sym typeface="Josefin Sans"/>
              </a:defRPr>
            </a:lvl1pPr>
            <a:lvl2pPr lvl="1"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2pPr>
            <a:lvl3pPr lvl="2"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3pPr>
            <a:lvl4pPr lvl="3"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4pPr>
            <a:lvl5pPr lvl="4"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5pPr>
            <a:lvl6pPr lvl="5"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6pPr>
            <a:lvl7pPr lvl="6"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7pPr>
            <a:lvl8pPr lvl="7"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8pPr>
            <a:lvl9pPr lvl="8" algn="ctr" rtl="0">
              <a:lnSpc>
                <a:spcPct val="100000"/>
              </a:lnSpc>
              <a:spcBef>
                <a:spcPts val="0"/>
              </a:spcBef>
              <a:spcAft>
                <a:spcPts val="0"/>
              </a:spcAft>
              <a:buClr>
                <a:schemeClr val="dk1"/>
              </a:buClr>
              <a:buSzPts val="1800"/>
              <a:buFont typeface="Poller One"/>
              <a:buNone/>
              <a:defRPr sz="1800">
                <a:solidFill>
                  <a:schemeClr val="dk1"/>
                </a:solidFill>
                <a:latin typeface="Poller One"/>
                <a:ea typeface="Poller One"/>
                <a:cs typeface="Poller One"/>
                <a:sym typeface="Poller One"/>
              </a:defRPr>
            </a:lvl9pPr>
          </a:lstStyle>
          <a:p>
            <a:endParaRPr/>
          </a:p>
        </p:txBody>
      </p:sp>
      <p:sp>
        <p:nvSpPr>
          <p:cNvPr id="175" name="Google Shape;175;p20"/>
          <p:cNvSpPr txBox="1">
            <a:spLocks noGrp="1"/>
          </p:cNvSpPr>
          <p:nvPr>
            <p:ph type="subTitle" idx="9"/>
          </p:nvPr>
        </p:nvSpPr>
        <p:spPr>
          <a:xfrm>
            <a:off x="2015425" y="3980642"/>
            <a:ext cx="2852700" cy="53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76" name="Google Shape;176;p20"/>
          <p:cNvSpPr/>
          <p:nvPr/>
        </p:nvSpPr>
        <p:spPr>
          <a:xfrm>
            <a:off x="-253001" y="-336574"/>
            <a:ext cx="1110600" cy="11106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grpSp>
        <p:nvGrpSpPr>
          <p:cNvPr id="177" name="Google Shape;177;p20"/>
          <p:cNvGrpSpPr/>
          <p:nvPr/>
        </p:nvGrpSpPr>
        <p:grpSpPr>
          <a:xfrm>
            <a:off x="-217085" y="4039900"/>
            <a:ext cx="701400" cy="470850"/>
            <a:chOff x="2171175" y="41750"/>
            <a:chExt cx="701400" cy="470850"/>
          </a:xfrm>
        </p:grpSpPr>
        <p:sp>
          <p:nvSpPr>
            <p:cNvPr id="178" name="Google Shape;178;p20"/>
            <p:cNvSpPr/>
            <p:nvPr/>
          </p:nvSpPr>
          <p:spPr>
            <a:xfrm>
              <a:off x="2171175" y="4175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0"/>
            <p:cNvSpPr/>
            <p:nvPr/>
          </p:nvSpPr>
          <p:spPr>
            <a:xfrm>
              <a:off x="2171175" y="217125"/>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0"/>
            <p:cNvSpPr/>
            <p:nvPr/>
          </p:nvSpPr>
          <p:spPr>
            <a:xfrm>
              <a:off x="2171175" y="38720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BLANK_6">
    <p:spTree>
      <p:nvGrpSpPr>
        <p:cNvPr id="1" name="Shape 181"/>
        <p:cNvGrpSpPr/>
        <p:nvPr/>
      </p:nvGrpSpPr>
      <p:grpSpPr>
        <a:xfrm>
          <a:off x="0" y="0"/>
          <a:ext cx="0" cy="0"/>
          <a:chOff x="0" y="0"/>
          <a:chExt cx="0" cy="0"/>
        </a:xfrm>
      </p:grpSpPr>
      <p:sp>
        <p:nvSpPr>
          <p:cNvPr id="182" name="Google Shape;182;p21"/>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3" name="Google Shape;183;p21"/>
          <p:cNvSpPr txBox="1">
            <a:spLocks noGrp="1"/>
          </p:cNvSpPr>
          <p:nvPr>
            <p:ph type="subTitle" idx="1"/>
          </p:nvPr>
        </p:nvSpPr>
        <p:spPr>
          <a:xfrm>
            <a:off x="934788" y="1956700"/>
            <a:ext cx="2217000" cy="771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4" name="Google Shape;184;p21"/>
          <p:cNvSpPr txBox="1">
            <a:spLocks noGrp="1"/>
          </p:cNvSpPr>
          <p:nvPr>
            <p:ph type="subTitle" idx="2"/>
          </p:nvPr>
        </p:nvSpPr>
        <p:spPr>
          <a:xfrm>
            <a:off x="1620021" y="1617325"/>
            <a:ext cx="1531800" cy="339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85" name="Google Shape;185;p21"/>
          <p:cNvSpPr txBox="1">
            <a:spLocks noGrp="1"/>
          </p:cNvSpPr>
          <p:nvPr>
            <p:ph type="subTitle" idx="3"/>
          </p:nvPr>
        </p:nvSpPr>
        <p:spPr>
          <a:xfrm>
            <a:off x="5992213" y="1956700"/>
            <a:ext cx="2217000" cy="77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6" name="Google Shape;186;p21"/>
          <p:cNvSpPr txBox="1">
            <a:spLocks noGrp="1"/>
          </p:cNvSpPr>
          <p:nvPr>
            <p:ph type="subTitle" idx="4"/>
          </p:nvPr>
        </p:nvSpPr>
        <p:spPr>
          <a:xfrm>
            <a:off x="5992221" y="1617325"/>
            <a:ext cx="15318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87" name="Google Shape;187;p21"/>
          <p:cNvSpPr txBox="1">
            <a:spLocks noGrp="1"/>
          </p:cNvSpPr>
          <p:nvPr>
            <p:ph type="subTitle" idx="5"/>
          </p:nvPr>
        </p:nvSpPr>
        <p:spPr>
          <a:xfrm>
            <a:off x="934788" y="3538775"/>
            <a:ext cx="2217000" cy="771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8" name="Google Shape;188;p21"/>
          <p:cNvSpPr txBox="1">
            <a:spLocks noGrp="1"/>
          </p:cNvSpPr>
          <p:nvPr>
            <p:ph type="subTitle" idx="6"/>
          </p:nvPr>
        </p:nvSpPr>
        <p:spPr>
          <a:xfrm>
            <a:off x="1620021" y="3199400"/>
            <a:ext cx="1531800" cy="339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89" name="Google Shape;189;p21"/>
          <p:cNvSpPr txBox="1">
            <a:spLocks noGrp="1"/>
          </p:cNvSpPr>
          <p:nvPr>
            <p:ph type="subTitle" idx="7"/>
          </p:nvPr>
        </p:nvSpPr>
        <p:spPr>
          <a:xfrm>
            <a:off x="5992213" y="3538775"/>
            <a:ext cx="2217000" cy="77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0" name="Google Shape;190;p21"/>
          <p:cNvSpPr txBox="1">
            <a:spLocks noGrp="1"/>
          </p:cNvSpPr>
          <p:nvPr>
            <p:ph type="subTitle" idx="8"/>
          </p:nvPr>
        </p:nvSpPr>
        <p:spPr>
          <a:xfrm>
            <a:off x="5992221" y="3199400"/>
            <a:ext cx="15318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91" name="Google Shape;191;p21"/>
          <p:cNvSpPr/>
          <p:nvPr/>
        </p:nvSpPr>
        <p:spPr>
          <a:xfrm rot="-5400000" flipH="1">
            <a:off x="8233758" y="187800"/>
            <a:ext cx="701400" cy="701400"/>
          </a:xfrm>
          <a:prstGeom prst="rtTriangl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1"/>
          <p:cNvSpPr/>
          <p:nvPr/>
        </p:nvSpPr>
        <p:spPr>
          <a:xfrm>
            <a:off x="-301275" y="426952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1">
  <p:cSld name="BLANK_23">
    <p:spTree>
      <p:nvGrpSpPr>
        <p:cNvPr id="1" name="Shape 193"/>
        <p:cNvGrpSpPr/>
        <p:nvPr/>
      </p:nvGrpSpPr>
      <p:grpSpPr>
        <a:xfrm>
          <a:off x="0" y="0"/>
          <a:ext cx="0" cy="0"/>
          <a:chOff x="0" y="0"/>
          <a:chExt cx="0" cy="0"/>
        </a:xfrm>
      </p:grpSpPr>
      <p:sp>
        <p:nvSpPr>
          <p:cNvPr id="194" name="Google Shape;194;p22"/>
          <p:cNvSpPr txBox="1">
            <a:spLocks noGrp="1"/>
          </p:cNvSpPr>
          <p:nvPr>
            <p:ph type="title"/>
          </p:nvPr>
        </p:nvSpPr>
        <p:spPr>
          <a:xfrm>
            <a:off x="714000" y="538500"/>
            <a:ext cx="47124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5" name="Google Shape;195;p22"/>
          <p:cNvSpPr txBox="1">
            <a:spLocks noGrp="1"/>
          </p:cNvSpPr>
          <p:nvPr>
            <p:ph type="subTitle" idx="1"/>
          </p:nvPr>
        </p:nvSpPr>
        <p:spPr>
          <a:xfrm>
            <a:off x="713999" y="1956700"/>
            <a:ext cx="2108400" cy="77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6" name="Google Shape;196;p22"/>
          <p:cNvSpPr txBox="1">
            <a:spLocks noGrp="1"/>
          </p:cNvSpPr>
          <p:nvPr>
            <p:ph type="subTitle" idx="2"/>
          </p:nvPr>
        </p:nvSpPr>
        <p:spPr>
          <a:xfrm>
            <a:off x="714017" y="1617325"/>
            <a:ext cx="21084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97" name="Google Shape;197;p22"/>
          <p:cNvSpPr txBox="1">
            <a:spLocks noGrp="1"/>
          </p:cNvSpPr>
          <p:nvPr>
            <p:ph type="subTitle" idx="3"/>
          </p:nvPr>
        </p:nvSpPr>
        <p:spPr>
          <a:xfrm>
            <a:off x="3317924" y="1956700"/>
            <a:ext cx="2108400" cy="77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8" name="Google Shape;198;p22"/>
          <p:cNvSpPr txBox="1">
            <a:spLocks noGrp="1"/>
          </p:cNvSpPr>
          <p:nvPr>
            <p:ph type="subTitle" idx="4"/>
          </p:nvPr>
        </p:nvSpPr>
        <p:spPr>
          <a:xfrm>
            <a:off x="3317942" y="1617325"/>
            <a:ext cx="21084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199" name="Google Shape;199;p22"/>
          <p:cNvSpPr txBox="1">
            <a:spLocks noGrp="1"/>
          </p:cNvSpPr>
          <p:nvPr>
            <p:ph type="subTitle" idx="5"/>
          </p:nvPr>
        </p:nvSpPr>
        <p:spPr>
          <a:xfrm>
            <a:off x="713999" y="3538775"/>
            <a:ext cx="2108400" cy="77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0" name="Google Shape;200;p22"/>
          <p:cNvSpPr txBox="1">
            <a:spLocks noGrp="1"/>
          </p:cNvSpPr>
          <p:nvPr>
            <p:ph type="subTitle" idx="6"/>
          </p:nvPr>
        </p:nvSpPr>
        <p:spPr>
          <a:xfrm>
            <a:off x="714017" y="3199400"/>
            <a:ext cx="21084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01" name="Google Shape;201;p22"/>
          <p:cNvSpPr txBox="1">
            <a:spLocks noGrp="1"/>
          </p:cNvSpPr>
          <p:nvPr>
            <p:ph type="subTitle" idx="7"/>
          </p:nvPr>
        </p:nvSpPr>
        <p:spPr>
          <a:xfrm>
            <a:off x="3317924" y="3538775"/>
            <a:ext cx="2108400" cy="77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2" name="Google Shape;202;p22"/>
          <p:cNvSpPr txBox="1">
            <a:spLocks noGrp="1"/>
          </p:cNvSpPr>
          <p:nvPr>
            <p:ph type="subTitle" idx="8"/>
          </p:nvPr>
        </p:nvSpPr>
        <p:spPr>
          <a:xfrm>
            <a:off x="3317942" y="3199400"/>
            <a:ext cx="2108400" cy="3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03" name="Google Shape;203;p22"/>
          <p:cNvSpPr/>
          <p:nvPr/>
        </p:nvSpPr>
        <p:spPr>
          <a:xfrm>
            <a:off x="2374050" y="4570125"/>
            <a:ext cx="1276200" cy="1275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 name="Google Shape;204;p22"/>
          <p:cNvGrpSpPr/>
          <p:nvPr/>
        </p:nvGrpSpPr>
        <p:grpSpPr>
          <a:xfrm>
            <a:off x="-217085" y="2901250"/>
            <a:ext cx="701400" cy="470850"/>
            <a:chOff x="2171175" y="41750"/>
            <a:chExt cx="701400" cy="470850"/>
          </a:xfrm>
        </p:grpSpPr>
        <p:sp>
          <p:nvSpPr>
            <p:cNvPr id="205" name="Google Shape;205;p22"/>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2"/>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2"/>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BLANK_5">
    <p:spTree>
      <p:nvGrpSpPr>
        <p:cNvPr id="1" name="Shape 208"/>
        <p:cNvGrpSpPr/>
        <p:nvPr/>
      </p:nvGrpSpPr>
      <p:grpSpPr>
        <a:xfrm>
          <a:off x="0" y="0"/>
          <a:ext cx="0" cy="0"/>
          <a:chOff x="0" y="0"/>
          <a:chExt cx="0" cy="0"/>
        </a:xfrm>
      </p:grpSpPr>
      <p:sp>
        <p:nvSpPr>
          <p:cNvPr id="209" name="Google Shape;209;p2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10" name="Google Shape;210;p23"/>
          <p:cNvSpPr txBox="1">
            <a:spLocks noGrp="1"/>
          </p:cNvSpPr>
          <p:nvPr>
            <p:ph type="subTitle" idx="1"/>
          </p:nvPr>
        </p:nvSpPr>
        <p:spPr>
          <a:xfrm>
            <a:off x="991650" y="2336656"/>
            <a:ext cx="2040600" cy="53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1" name="Google Shape;211;p23"/>
          <p:cNvSpPr txBox="1">
            <a:spLocks noGrp="1"/>
          </p:cNvSpPr>
          <p:nvPr>
            <p:ph type="subTitle" idx="2"/>
          </p:nvPr>
        </p:nvSpPr>
        <p:spPr>
          <a:xfrm>
            <a:off x="991638" y="1997281"/>
            <a:ext cx="20406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12" name="Google Shape;212;p23"/>
          <p:cNvSpPr txBox="1">
            <a:spLocks noGrp="1"/>
          </p:cNvSpPr>
          <p:nvPr>
            <p:ph type="subTitle" idx="3"/>
          </p:nvPr>
        </p:nvSpPr>
        <p:spPr>
          <a:xfrm>
            <a:off x="3551700" y="2336656"/>
            <a:ext cx="2040600" cy="53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3" name="Google Shape;213;p23"/>
          <p:cNvSpPr txBox="1">
            <a:spLocks noGrp="1"/>
          </p:cNvSpPr>
          <p:nvPr>
            <p:ph type="subTitle" idx="4"/>
          </p:nvPr>
        </p:nvSpPr>
        <p:spPr>
          <a:xfrm>
            <a:off x="3551688" y="1997281"/>
            <a:ext cx="20406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14" name="Google Shape;214;p23"/>
          <p:cNvSpPr txBox="1">
            <a:spLocks noGrp="1"/>
          </p:cNvSpPr>
          <p:nvPr>
            <p:ph type="subTitle" idx="5"/>
          </p:nvPr>
        </p:nvSpPr>
        <p:spPr>
          <a:xfrm>
            <a:off x="6111775" y="2336656"/>
            <a:ext cx="2040600" cy="53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5" name="Google Shape;215;p23"/>
          <p:cNvSpPr txBox="1">
            <a:spLocks noGrp="1"/>
          </p:cNvSpPr>
          <p:nvPr>
            <p:ph type="subTitle" idx="6"/>
          </p:nvPr>
        </p:nvSpPr>
        <p:spPr>
          <a:xfrm>
            <a:off x="6111763" y="1997281"/>
            <a:ext cx="20406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16" name="Google Shape;216;p23"/>
          <p:cNvSpPr txBox="1">
            <a:spLocks noGrp="1"/>
          </p:cNvSpPr>
          <p:nvPr>
            <p:ph type="subTitle" idx="7"/>
          </p:nvPr>
        </p:nvSpPr>
        <p:spPr>
          <a:xfrm>
            <a:off x="991650" y="4071129"/>
            <a:ext cx="2040600" cy="53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7" name="Google Shape;217;p23"/>
          <p:cNvSpPr txBox="1">
            <a:spLocks noGrp="1"/>
          </p:cNvSpPr>
          <p:nvPr>
            <p:ph type="subTitle" idx="8"/>
          </p:nvPr>
        </p:nvSpPr>
        <p:spPr>
          <a:xfrm>
            <a:off x="991638" y="3731756"/>
            <a:ext cx="20406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18" name="Google Shape;218;p23"/>
          <p:cNvSpPr txBox="1">
            <a:spLocks noGrp="1"/>
          </p:cNvSpPr>
          <p:nvPr>
            <p:ph type="subTitle" idx="9"/>
          </p:nvPr>
        </p:nvSpPr>
        <p:spPr>
          <a:xfrm>
            <a:off x="3551700" y="4071129"/>
            <a:ext cx="2040600" cy="53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9" name="Google Shape;219;p23"/>
          <p:cNvSpPr txBox="1">
            <a:spLocks noGrp="1"/>
          </p:cNvSpPr>
          <p:nvPr>
            <p:ph type="subTitle" idx="13"/>
          </p:nvPr>
        </p:nvSpPr>
        <p:spPr>
          <a:xfrm>
            <a:off x="3551688" y="3731756"/>
            <a:ext cx="20406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20" name="Google Shape;220;p23"/>
          <p:cNvSpPr txBox="1">
            <a:spLocks noGrp="1"/>
          </p:cNvSpPr>
          <p:nvPr>
            <p:ph type="subTitle" idx="14"/>
          </p:nvPr>
        </p:nvSpPr>
        <p:spPr>
          <a:xfrm>
            <a:off x="6111775" y="4071129"/>
            <a:ext cx="2040600" cy="53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1" name="Google Shape;221;p23"/>
          <p:cNvSpPr txBox="1">
            <a:spLocks noGrp="1"/>
          </p:cNvSpPr>
          <p:nvPr>
            <p:ph type="subTitle" idx="15"/>
          </p:nvPr>
        </p:nvSpPr>
        <p:spPr>
          <a:xfrm>
            <a:off x="6111763" y="3731756"/>
            <a:ext cx="2040600" cy="33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222" name="Google Shape;222;p23"/>
          <p:cNvSpPr/>
          <p:nvPr/>
        </p:nvSpPr>
        <p:spPr>
          <a:xfrm>
            <a:off x="8210825" y="4393675"/>
            <a:ext cx="1276200" cy="1275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 name="Google Shape;223;p23"/>
          <p:cNvGrpSpPr/>
          <p:nvPr/>
        </p:nvGrpSpPr>
        <p:grpSpPr>
          <a:xfrm>
            <a:off x="8567775" y="863225"/>
            <a:ext cx="701400" cy="470850"/>
            <a:chOff x="2171175" y="41750"/>
            <a:chExt cx="701400" cy="470850"/>
          </a:xfrm>
        </p:grpSpPr>
        <p:sp>
          <p:nvSpPr>
            <p:cNvPr id="224" name="Google Shape;224;p23"/>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3"/>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3"/>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p:cSld name="BLANK_8">
    <p:spTree>
      <p:nvGrpSpPr>
        <p:cNvPr id="1" name="Shape 227"/>
        <p:cNvGrpSpPr/>
        <p:nvPr/>
      </p:nvGrpSpPr>
      <p:grpSpPr>
        <a:xfrm>
          <a:off x="0" y="0"/>
          <a:ext cx="0" cy="0"/>
          <a:chOff x="0" y="0"/>
          <a:chExt cx="0" cy="0"/>
        </a:xfrm>
      </p:grpSpPr>
      <p:sp>
        <p:nvSpPr>
          <p:cNvPr id="228" name="Google Shape;228;p24"/>
          <p:cNvSpPr txBox="1">
            <a:spLocks noGrp="1"/>
          </p:cNvSpPr>
          <p:nvPr>
            <p:ph type="title"/>
          </p:nvPr>
        </p:nvSpPr>
        <p:spPr>
          <a:xfrm>
            <a:off x="714000" y="1354800"/>
            <a:ext cx="4246200" cy="1486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29" name="Google Shape;229;p24"/>
          <p:cNvSpPr txBox="1">
            <a:spLocks noGrp="1"/>
          </p:cNvSpPr>
          <p:nvPr>
            <p:ph type="subTitle" idx="1"/>
          </p:nvPr>
        </p:nvSpPr>
        <p:spPr>
          <a:xfrm>
            <a:off x="714000" y="2993700"/>
            <a:ext cx="3553200" cy="79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0" name="Google Shape;230;p24"/>
          <p:cNvSpPr/>
          <p:nvPr/>
        </p:nvSpPr>
        <p:spPr>
          <a:xfrm rot="5400000">
            <a:off x="175358" y="187800"/>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 name="Google Shape;231;p24"/>
          <p:cNvGrpSpPr/>
          <p:nvPr/>
        </p:nvGrpSpPr>
        <p:grpSpPr>
          <a:xfrm>
            <a:off x="-150300" y="4327800"/>
            <a:ext cx="701400" cy="470850"/>
            <a:chOff x="2171175" y="41750"/>
            <a:chExt cx="701400" cy="470850"/>
          </a:xfrm>
        </p:grpSpPr>
        <p:sp>
          <p:nvSpPr>
            <p:cNvPr id="232" name="Google Shape;232;p24"/>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4"/>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4"/>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1">
  <p:cSld name="BLANK_14">
    <p:spTree>
      <p:nvGrpSpPr>
        <p:cNvPr id="1" name="Shape 235"/>
        <p:cNvGrpSpPr/>
        <p:nvPr/>
      </p:nvGrpSpPr>
      <p:grpSpPr>
        <a:xfrm>
          <a:off x="0" y="0"/>
          <a:ext cx="0" cy="0"/>
          <a:chOff x="0" y="0"/>
          <a:chExt cx="0" cy="0"/>
        </a:xfrm>
      </p:grpSpPr>
      <p:sp>
        <p:nvSpPr>
          <p:cNvPr id="236" name="Google Shape;236;p25"/>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37" name="Google Shape;237;p25"/>
          <p:cNvSpPr txBox="1">
            <a:spLocks noGrp="1"/>
          </p:cNvSpPr>
          <p:nvPr>
            <p:ph type="subTitle" idx="1"/>
          </p:nvPr>
        </p:nvSpPr>
        <p:spPr>
          <a:xfrm>
            <a:off x="1818300" y="3989950"/>
            <a:ext cx="5507400" cy="62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8" name="Google Shape;238;p25"/>
          <p:cNvSpPr/>
          <p:nvPr/>
        </p:nvSpPr>
        <p:spPr>
          <a:xfrm>
            <a:off x="-301275" y="426952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5"/>
          <p:cNvSpPr/>
          <p:nvPr/>
        </p:nvSpPr>
        <p:spPr>
          <a:xfrm rot="-5400000" flipH="1">
            <a:off x="8233758" y="187800"/>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2">
  <p:cSld name="BLANK_13">
    <p:spTree>
      <p:nvGrpSpPr>
        <p:cNvPr id="1" name="Shape 240"/>
        <p:cNvGrpSpPr/>
        <p:nvPr/>
      </p:nvGrpSpPr>
      <p:grpSpPr>
        <a:xfrm>
          <a:off x="0" y="0"/>
          <a:ext cx="0" cy="0"/>
          <a:chOff x="0" y="0"/>
          <a:chExt cx="0" cy="0"/>
        </a:xfrm>
      </p:grpSpPr>
      <p:sp>
        <p:nvSpPr>
          <p:cNvPr id="241" name="Google Shape;241;p26"/>
          <p:cNvSpPr txBox="1">
            <a:spLocks noGrp="1"/>
          </p:cNvSpPr>
          <p:nvPr>
            <p:ph type="title"/>
          </p:nvPr>
        </p:nvSpPr>
        <p:spPr>
          <a:xfrm>
            <a:off x="4003069" y="1584750"/>
            <a:ext cx="4154400" cy="1059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42" name="Google Shape;242;p26"/>
          <p:cNvSpPr txBox="1">
            <a:spLocks noGrp="1"/>
          </p:cNvSpPr>
          <p:nvPr>
            <p:ph type="subTitle" idx="1"/>
          </p:nvPr>
        </p:nvSpPr>
        <p:spPr>
          <a:xfrm>
            <a:off x="4003069" y="2770650"/>
            <a:ext cx="3308700" cy="79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43" name="Google Shape;243;p26"/>
          <p:cNvGrpSpPr/>
          <p:nvPr/>
        </p:nvGrpSpPr>
        <p:grpSpPr>
          <a:xfrm>
            <a:off x="-217085" y="908850"/>
            <a:ext cx="701400" cy="470850"/>
            <a:chOff x="2171175" y="41750"/>
            <a:chExt cx="701400" cy="470850"/>
          </a:xfrm>
        </p:grpSpPr>
        <p:sp>
          <p:nvSpPr>
            <p:cNvPr id="244" name="Google Shape;244;p26"/>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6"/>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6"/>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 name="Google Shape;247;p26"/>
          <p:cNvSpPr/>
          <p:nvPr/>
        </p:nvSpPr>
        <p:spPr>
          <a:xfrm flipH="1">
            <a:off x="8100138" y="4129325"/>
            <a:ext cx="701400" cy="701400"/>
          </a:xfrm>
          <a:prstGeom prst="rtTriangl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3">
  <p:cSld name="BLANK_16">
    <p:spTree>
      <p:nvGrpSpPr>
        <p:cNvPr id="1" name="Shape 248"/>
        <p:cNvGrpSpPr/>
        <p:nvPr/>
      </p:nvGrpSpPr>
      <p:grpSpPr>
        <a:xfrm>
          <a:off x="0" y="0"/>
          <a:ext cx="0" cy="0"/>
          <a:chOff x="0" y="0"/>
          <a:chExt cx="0" cy="0"/>
        </a:xfrm>
      </p:grpSpPr>
      <p:sp>
        <p:nvSpPr>
          <p:cNvPr id="249" name="Google Shape;249;p27"/>
          <p:cNvSpPr txBox="1">
            <a:spLocks noGrp="1"/>
          </p:cNvSpPr>
          <p:nvPr>
            <p:ph type="title"/>
          </p:nvPr>
        </p:nvSpPr>
        <p:spPr>
          <a:xfrm>
            <a:off x="4308950" y="1042025"/>
            <a:ext cx="4121100" cy="1006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0" name="Google Shape;250;p27"/>
          <p:cNvSpPr txBox="1">
            <a:spLocks noGrp="1"/>
          </p:cNvSpPr>
          <p:nvPr>
            <p:ph type="subTitle" idx="1"/>
          </p:nvPr>
        </p:nvSpPr>
        <p:spPr>
          <a:xfrm>
            <a:off x="4308950" y="2166475"/>
            <a:ext cx="4121100" cy="193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251" name="Google Shape;251;p27"/>
          <p:cNvGrpSpPr/>
          <p:nvPr/>
        </p:nvGrpSpPr>
        <p:grpSpPr>
          <a:xfrm>
            <a:off x="8626250" y="370200"/>
            <a:ext cx="701400" cy="470850"/>
            <a:chOff x="2171175" y="41750"/>
            <a:chExt cx="701400" cy="470850"/>
          </a:xfrm>
        </p:grpSpPr>
        <p:sp>
          <p:nvSpPr>
            <p:cNvPr id="252" name="Google Shape;252;p27"/>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7"/>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7"/>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255;p27"/>
          <p:cNvSpPr/>
          <p:nvPr/>
        </p:nvSpPr>
        <p:spPr>
          <a:xfrm rot="10800000" flipH="1">
            <a:off x="8079308" y="42543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5">
  <p:cSld name="BLANK_24">
    <p:spTree>
      <p:nvGrpSpPr>
        <p:cNvPr id="1" name="Shape 266"/>
        <p:cNvGrpSpPr/>
        <p:nvPr/>
      </p:nvGrpSpPr>
      <p:grpSpPr>
        <a:xfrm>
          <a:off x="0" y="0"/>
          <a:ext cx="0" cy="0"/>
          <a:chOff x="0" y="0"/>
          <a:chExt cx="0" cy="0"/>
        </a:xfrm>
      </p:grpSpPr>
      <p:sp>
        <p:nvSpPr>
          <p:cNvPr id="267" name="Google Shape;267;p29"/>
          <p:cNvSpPr txBox="1">
            <a:spLocks noGrp="1"/>
          </p:cNvSpPr>
          <p:nvPr>
            <p:ph type="subTitle" idx="1"/>
          </p:nvPr>
        </p:nvSpPr>
        <p:spPr>
          <a:xfrm>
            <a:off x="5620000" y="3327975"/>
            <a:ext cx="2810100" cy="1020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9"/>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69" name="Google Shape;269;p29"/>
          <p:cNvGrpSpPr/>
          <p:nvPr/>
        </p:nvGrpSpPr>
        <p:grpSpPr>
          <a:xfrm>
            <a:off x="8617790" y="1651825"/>
            <a:ext cx="701400" cy="470850"/>
            <a:chOff x="2171175" y="41750"/>
            <a:chExt cx="701400" cy="470850"/>
          </a:xfrm>
        </p:grpSpPr>
        <p:sp>
          <p:nvSpPr>
            <p:cNvPr id="270" name="Google Shape;270;p29"/>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9"/>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9"/>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 name="Google Shape;273;p29"/>
          <p:cNvSpPr/>
          <p:nvPr/>
        </p:nvSpPr>
        <p:spPr>
          <a:xfrm rot="10800000">
            <a:off x="397578" y="377830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9"/>
          <p:cNvSpPr/>
          <p:nvPr/>
        </p:nvSpPr>
        <p:spPr>
          <a:xfrm>
            <a:off x="-401450" y="-50707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p:cSld name="BLANK_15">
    <p:spTree>
      <p:nvGrpSpPr>
        <p:cNvPr id="1" name="Shape 275"/>
        <p:cNvGrpSpPr/>
        <p:nvPr/>
      </p:nvGrpSpPr>
      <p:grpSpPr>
        <a:xfrm>
          <a:off x="0" y="0"/>
          <a:ext cx="0" cy="0"/>
          <a:chOff x="0" y="0"/>
          <a:chExt cx="0" cy="0"/>
        </a:xfrm>
      </p:grpSpPr>
      <p:sp>
        <p:nvSpPr>
          <p:cNvPr id="276" name="Google Shape;276;p30"/>
          <p:cNvSpPr txBox="1"/>
          <p:nvPr/>
        </p:nvSpPr>
        <p:spPr>
          <a:xfrm>
            <a:off x="1229850" y="2145785"/>
            <a:ext cx="862500" cy="39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rgbClr val="000000"/>
              </a:solidFill>
              <a:latin typeface="Archivo"/>
              <a:ea typeface="Archivo"/>
              <a:cs typeface="Archivo"/>
              <a:sym typeface="Archivo"/>
            </a:endParaRPr>
          </a:p>
        </p:txBody>
      </p:sp>
      <p:sp>
        <p:nvSpPr>
          <p:cNvPr id="277" name="Google Shape;277;p30"/>
          <p:cNvSpPr txBox="1"/>
          <p:nvPr/>
        </p:nvSpPr>
        <p:spPr>
          <a:xfrm>
            <a:off x="744300" y="3723250"/>
            <a:ext cx="1833600" cy="725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000000"/>
              </a:solidFill>
              <a:latin typeface="Catamaran"/>
              <a:ea typeface="Catamaran"/>
              <a:cs typeface="Catamaran"/>
              <a:sym typeface="Catamaran"/>
            </a:endParaRPr>
          </a:p>
        </p:txBody>
      </p:sp>
      <p:sp>
        <p:nvSpPr>
          <p:cNvPr id="278" name="Google Shape;278;p30"/>
          <p:cNvSpPr txBox="1"/>
          <p:nvPr/>
        </p:nvSpPr>
        <p:spPr>
          <a:xfrm>
            <a:off x="744300" y="3324975"/>
            <a:ext cx="18336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200">
              <a:solidFill>
                <a:srgbClr val="000000"/>
              </a:solidFill>
              <a:latin typeface="Archivo"/>
              <a:ea typeface="Archivo"/>
              <a:cs typeface="Archivo"/>
              <a:sym typeface="Archivo"/>
            </a:endParaRPr>
          </a:p>
        </p:txBody>
      </p:sp>
      <p:sp>
        <p:nvSpPr>
          <p:cNvPr id="279" name="Google Shape;279;p30"/>
          <p:cNvSpPr txBox="1"/>
          <p:nvPr/>
        </p:nvSpPr>
        <p:spPr>
          <a:xfrm>
            <a:off x="3170450" y="2145785"/>
            <a:ext cx="862500" cy="39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rgbClr val="000000"/>
              </a:solidFill>
              <a:latin typeface="Archivo"/>
              <a:ea typeface="Archivo"/>
              <a:cs typeface="Archivo"/>
              <a:sym typeface="Archivo"/>
            </a:endParaRPr>
          </a:p>
        </p:txBody>
      </p:sp>
      <p:sp>
        <p:nvSpPr>
          <p:cNvPr id="280" name="Google Shape;280;p30"/>
          <p:cNvSpPr txBox="1"/>
          <p:nvPr/>
        </p:nvSpPr>
        <p:spPr>
          <a:xfrm>
            <a:off x="2684900" y="3723250"/>
            <a:ext cx="1833600" cy="725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000000"/>
              </a:solidFill>
              <a:latin typeface="Catamaran"/>
              <a:ea typeface="Catamaran"/>
              <a:cs typeface="Catamaran"/>
              <a:sym typeface="Catamaran"/>
            </a:endParaRPr>
          </a:p>
        </p:txBody>
      </p:sp>
      <p:sp>
        <p:nvSpPr>
          <p:cNvPr id="281" name="Google Shape;281;p30"/>
          <p:cNvSpPr txBox="1"/>
          <p:nvPr/>
        </p:nvSpPr>
        <p:spPr>
          <a:xfrm>
            <a:off x="2684900" y="3324975"/>
            <a:ext cx="18336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200">
              <a:solidFill>
                <a:srgbClr val="000000"/>
              </a:solidFill>
              <a:latin typeface="Archivo"/>
              <a:ea typeface="Archivo"/>
              <a:cs typeface="Archivo"/>
              <a:sym typeface="Archivo"/>
            </a:endParaRPr>
          </a:p>
        </p:txBody>
      </p:sp>
      <p:sp>
        <p:nvSpPr>
          <p:cNvPr id="282" name="Google Shape;282;p30"/>
          <p:cNvSpPr txBox="1"/>
          <p:nvPr/>
        </p:nvSpPr>
        <p:spPr>
          <a:xfrm>
            <a:off x="5111050" y="2145785"/>
            <a:ext cx="862500" cy="39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rgbClr val="000000"/>
              </a:solidFill>
              <a:latin typeface="Archivo"/>
              <a:ea typeface="Archivo"/>
              <a:cs typeface="Archivo"/>
              <a:sym typeface="Archivo"/>
            </a:endParaRPr>
          </a:p>
        </p:txBody>
      </p:sp>
      <p:sp>
        <p:nvSpPr>
          <p:cNvPr id="283" name="Google Shape;283;p30"/>
          <p:cNvSpPr txBox="1"/>
          <p:nvPr/>
        </p:nvSpPr>
        <p:spPr>
          <a:xfrm>
            <a:off x="4625500" y="3723250"/>
            <a:ext cx="1833600" cy="725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000000"/>
              </a:solidFill>
              <a:latin typeface="Catamaran"/>
              <a:ea typeface="Catamaran"/>
              <a:cs typeface="Catamaran"/>
              <a:sym typeface="Catamaran"/>
            </a:endParaRPr>
          </a:p>
        </p:txBody>
      </p:sp>
      <p:sp>
        <p:nvSpPr>
          <p:cNvPr id="284" name="Google Shape;284;p30"/>
          <p:cNvSpPr txBox="1"/>
          <p:nvPr/>
        </p:nvSpPr>
        <p:spPr>
          <a:xfrm>
            <a:off x="4625500" y="3324975"/>
            <a:ext cx="18336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200">
              <a:solidFill>
                <a:srgbClr val="000000"/>
              </a:solidFill>
              <a:latin typeface="Archivo"/>
              <a:ea typeface="Archivo"/>
              <a:cs typeface="Archivo"/>
              <a:sym typeface="Archivo"/>
            </a:endParaRPr>
          </a:p>
        </p:txBody>
      </p:sp>
      <p:sp>
        <p:nvSpPr>
          <p:cNvPr id="285" name="Google Shape;285;p30"/>
          <p:cNvSpPr txBox="1"/>
          <p:nvPr/>
        </p:nvSpPr>
        <p:spPr>
          <a:xfrm>
            <a:off x="7051650" y="2145785"/>
            <a:ext cx="862500" cy="39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rgbClr val="000000"/>
              </a:solidFill>
              <a:latin typeface="Archivo"/>
              <a:ea typeface="Archivo"/>
              <a:cs typeface="Archivo"/>
              <a:sym typeface="Archivo"/>
            </a:endParaRPr>
          </a:p>
        </p:txBody>
      </p:sp>
      <p:sp>
        <p:nvSpPr>
          <p:cNvPr id="286" name="Google Shape;286;p30"/>
          <p:cNvSpPr txBox="1"/>
          <p:nvPr/>
        </p:nvSpPr>
        <p:spPr>
          <a:xfrm>
            <a:off x="6566100" y="3723250"/>
            <a:ext cx="1833600" cy="725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000000"/>
              </a:solidFill>
              <a:latin typeface="Catamaran"/>
              <a:ea typeface="Catamaran"/>
              <a:cs typeface="Catamaran"/>
              <a:sym typeface="Catamaran"/>
            </a:endParaRPr>
          </a:p>
        </p:txBody>
      </p:sp>
      <p:sp>
        <p:nvSpPr>
          <p:cNvPr id="287" name="Google Shape;287;p30"/>
          <p:cNvSpPr txBox="1"/>
          <p:nvPr/>
        </p:nvSpPr>
        <p:spPr>
          <a:xfrm>
            <a:off x="6566100" y="3324975"/>
            <a:ext cx="18336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200">
              <a:solidFill>
                <a:srgbClr val="000000"/>
              </a:solidFill>
              <a:latin typeface="Archivo"/>
              <a:ea typeface="Archivo"/>
              <a:cs typeface="Archivo"/>
              <a:sym typeface="Archivo"/>
            </a:endParaRPr>
          </a:p>
        </p:txBody>
      </p:sp>
      <p:sp>
        <p:nvSpPr>
          <p:cNvPr id="288" name="Google Shape;288;p30"/>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89" name="Google Shape;289;p30"/>
          <p:cNvSpPr txBox="1">
            <a:spLocks noGrp="1"/>
          </p:cNvSpPr>
          <p:nvPr>
            <p:ph type="title" idx="2" hasCustomPrompt="1"/>
          </p:nvPr>
        </p:nvSpPr>
        <p:spPr>
          <a:xfrm>
            <a:off x="1229850" y="2120733"/>
            <a:ext cx="862500" cy="3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290" name="Google Shape;290;p30"/>
          <p:cNvSpPr txBox="1">
            <a:spLocks noGrp="1"/>
          </p:cNvSpPr>
          <p:nvPr>
            <p:ph type="subTitle" idx="1"/>
          </p:nvPr>
        </p:nvSpPr>
        <p:spPr>
          <a:xfrm>
            <a:off x="744300" y="3782750"/>
            <a:ext cx="1833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1" name="Google Shape;291;p30"/>
          <p:cNvSpPr txBox="1">
            <a:spLocks noGrp="1"/>
          </p:cNvSpPr>
          <p:nvPr>
            <p:ph type="subTitle" idx="3"/>
          </p:nvPr>
        </p:nvSpPr>
        <p:spPr>
          <a:xfrm>
            <a:off x="744300" y="3401175"/>
            <a:ext cx="1833600" cy="37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2pPr>
            <a:lvl3pPr lvl="2"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3pPr>
            <a:lvl4pPr lvl="3"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4pPr>
            <a:lvl5pPr lvl="4"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5pPr>
            <a:lvl6pPr lvl="5"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6pPr>
            <a:lvl7pPr lvl="6"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7pPr>
            <a:lvl8pPr lvl="7"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8pPr>
            <a:lvl9pPr lvl="8"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9pPr>
          </a:lstStyle>
          <a:p>
            <a:endParaRPr/>
          </a:p>
        </p:txBody>
      </p:sp>
      <p:sp>
        <p:nvSpPr>
          <p:cNvPr id="292" name="Google Shape;292;p30"/>
          <p:cNvSpPr txBox="1">
            <a:spLocks noGrp="1"/>
          </p:cNvSpPr>
          <p:nvPr>
            <p:ph type="title" idx="4" hasCustomPrompt="1"/>
          </p:nvPr>
        </p:nvSpPr>
        <p:spPr>
          <a:xfrm>
            <a:off x="3170450" y="2120733"/>
            <a:ext cx="862500" cy="3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293" name="Google Shape;293;p30"/>
          <p:cNvSpPr txBox="1">
            <a:spLocks noGrp="1"/>
          </p:cNvSpPr>
          <p:nvPr>
            <p:ph type="subTitle" idx="5"/>
          </p:nvPr>
        </p:nvSpPr>
        <p:spPr>
          <a:xfrm>
            <a:off x="2684900" y="3782750"/>
            <a:ext cx="1833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4" name="Google Shape;294;p30"/>
          <p:cNvSpPr txBox="1">
            <a:spLocks noGrp="1"/>
          </p:cNvSpPr>
          <p:nvPr>
            <p:ph type="subTitle" idx="6"/>
          </p:nvPr>
        </p:nvSpPr>
        <p:spPr>
          <a:xfrm>
            <a:off x="2684900" y="3401175"/>
            <a:ext cx="1833600" cy="37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2pPr>
            <a:lvl3pPr lvl="2"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3pPr>
            <a:lvl4pPr lvl="3"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4pPr>
            <a:lvl5pPr lvl="4"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5pPr>
            <a:lvl6pPr lvl="5"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6pPr>
            <a:lvl7pPr lvl="6"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7pPr>
            <a:lvl8pPr lvl="7"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8pPr>
            <a:lvl9pPr lvl="8"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9pPr>
          </a:lstStyle>
          <a:p>
            <a:endParaRPr/>
          </a:p>
        </p:txBody>
      </p:sp>
      <p:sp>
        <p:nvSpPr>
          <p:cNvPr id="295" name="Google Shape;295;p30"/>
          <p:cNvSpPr txBox="1">
            <a:spLocks noGrp="1"/>
          </p:cNvSpPr>
          <p:nvPr>
            <p:ph type="title" idx="7" hasCustomPrompt="1"/>
          </p:nvPr>
        </p:nvSpPr>
        <p:spPr>
          <a:xfrm>
            <a:off x="5111050" y="2120733"/>
            <a:ext cx="862500" cy="3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296" name="Google Shape;296;p30"/>
          <p:cNvSpPr txBox="1">
            <a:spLocks noGrp="1"/>
          </p:cNvSpPr>
          <p:nvPr>
            <p:ph type="subTitle" idx="8"/>
          </p:nvPr>
        </p:nvSpPr>
        <p:spPr>
          <a:xfrm>
            <a:off x="4625500" y="3782750"/>
            <a:ext cx="1833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7" name="Google Shape;297;p30"/>
          <p:cNvSpPr txBox="1">
            <a:spLocks noGrp="1"/>
          </p:cNvSpPr>
          <p:nvPr>
            <p:ph type="subTitle" idx="9"/>
          </p:nvPr>
        </p:nvSpPr>
        <p:spPr>
          <a:xfrm>
            <a:off x="4625500" y="3401175"/>
            <a:ext cx="1833600" cy="37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2pPr>
            <a:lvl3pPr lvl="2"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3pPr>
            <a:lvl4pPr lvl="3"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4pPr>
            <a:lvl5pPr lvl="4"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5pPr>
            <a:lvl6pPr lvl="5"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6pPr>
            <a:lvl7pPr lvl="6"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7pPr>
            <a:lvl8pPr lvl="7"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8pPr>
            <a:lvl9pPr lvl="8"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9pPr>
          </a:lstStyle>
          <a:p>
            <a:endParaRPr/>
          </a:p>
        </p:txBody>
      </p:sp>
      <p:sp>
        <p:nvSpPr>
          <p:cNvPr id="298" name="Google Shape;298;p30"/>
          <p:cNvSpPr txBox="1">
            <a:spLocks noGrp="1"/>
          </p:cNvSpPr>
          <p:nvPr>
            <p:ph type="title" idx="13" hasCustomPrompt="1"/>
          </p:nvPr>
        </p:nvSpPr>
        <p:spPr>
          <a:xfrm>
            <a:off x="7051650" y="2120733"/>
            <a:ext cx="862500" cy="3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299" name="Google Shape;299;p30"/>
          <p:cNvSpPr txBox="1">
            <a:spLocks noGrp="1"/>
          </p:cNvSpPr>
          <p:nvPr>
            <p:ph type="subTitle" idx="14"/>
          </p:nvPr>
        </p:nvSpPr>
        <p:spPr>
          <a:xfrm>
            <a:off x="6566100" y="3782750"/>
            <a:ext cx="1833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0" name="Google Shape;300;p30"/>
          <p:cNvSpPr txBox="1">
            <a:spLocks noGrp="1"/>
          </p:cNvSpPr>
          <p:nvPr>
            <p:ph type="subTitle" idx="15"/>
          </p:nvPr>
        </p:nvSpPr>
        <p:spPr>
          <a:xfrm>
            <a:off x="6566100" y="3401175"/>
            <a:ext cx="1833600" cy="37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1pPr>
            <a:lvl2pPr lvl="1"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2pPr>
            <a:lvl3pPr lvl="2"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3pPr>
            <a:lvl4pPr lvl="3"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4pPr>
            <a:lvl5pPr lvl="4"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5pPr>
            <a:lvl6pPr lvl="5"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6pPr>
            <a:lvl7pPr lvl="6"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7pPr>
            <a:lvl8pPr lvl="7"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8pPr>
            <a:lvl9pPr lvl="8" algn="ctr" rtl="0">
              <a:lnSpc>
                <a:spcPct val="100000"/>
              </a:lnSpc>
              <a:spcBef>
                <a:spcPts val="0"/>
              </a:spcBef>
              <a:spcAft>
                <a:spcPts val="0"/>
              </a:spcAft>
              <a:buSzPts val="2000"/>
              <a:buFont typeface="Josefin Sans"/>
              <a:buNone/>
              <a:defRPr sz="2000" b="1">
                <a:latin typeface="Josefin Sans"/>
                <a:ea typeface="Josefin Sans"/>
                <a:cs typeface="Josefin Sans"/>
                <a:sym typeface="Josefin Sans"/>
              </a:defRPr>
            </a:lvl9pPr>
          </a:lstStyle>
          <a:p>
            <a:endParaRPr/>
          </a:p>
        </p:txBody>
      </p:sp>
      <p:sp>
        <p:nvSpPr>
          <p:cNvPr id="301" name="Google Shape;301;p30"/>
          <p:cNvSpPr/>
          <p:nvPr/>
        </p:nvSpPr>
        <p:spPr>
          <a:xfrm>
            <a:off x="8062425" y="-356775"/>
            <a:ext cx="1276200" cy="1275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2" name="Google Shape;302;p30"/>
          <p:cNvGrpSpPr/>
          <p:nvPr/>
        </p:nvGrpSpPr>
        <p:grpSpPr>
          <a:xfrm>
            <a:off x="-217085" y="1288750"/>
            <a:ext cx="701400" cy="470850"/>
            <a:chOff x="2171175" y="41750"/>
            <a:chExt cx="701400" cy="470850"/>
          </a:xfrm>
        </p:grpSpPr>
        <p:sp>
          <p:nvSpPr>
            <p:cNvPr id="303" name="Google Shape;303;p30"/>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0"/>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0"/>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6" name="Google Shape;306;p30"/>
          <p:cNvSpPr/>
          <p:nvPr/>
        </p:nvSpPr>
        <p:spPr>
          <a:xfrm rot="10800000">
            <a:off x="354878" y="3782750"/>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1">
  <p:cSld name="BLANK_17">
    <p:spTree>
      <p:nvGrpSpPr>
        <p:cNvPr id="1" name="Shape 307"/>
        <p:cNvGrpSpPr/>
        <p:nvPr/>
      </p:nvGrpSpPr>
      <p:grpSpPr>
        <a:xfrm>
          <a:off x="0" y="0"/>
          <a:ext cx="0" cy="0"/>
          <a:chOff x="0" y="0"/>
          <a:chExt cx="0" cy="0"/>
        </a:xfrm>
      </p:grpSpPr>
      <p:sp>
        <p:nvSpPr>
          <p:cNvPr id="308" name="Google Shape;308;p31"/>
          <p:cNvSpPr txBox="1">
            <a:spLocks noGrp="1"/>
          </p:cNvSpPr>
          <p:nvPr>
            <p:ph type="title" hasCustomPrompt="1"/>
          </p:nvPr>
        </p:nvSpPr>
        <p:spPr>
          <a:xfrm>
            <a:off x="2797800" y="851475"/>
            <a:ext cx="3548400" cy="11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5500"/>
              <a:buNone/>
              <a:defRPr sz="7500">
                <a:solidFill>
                  <a:schemeClr val="accent2"/>
                </a:solidFill>
              </a:defRPr>
            </a:lvl1pPr>
            <a:lvl2pPr lvl="1" algn="ctr" rtl="0">
              <a:spcBef>
                <a:spcPts val="0"/>
              </a:spcBef>
              <a:spcAft>
                <a:spcPts val="0"/>
              </a:spcAft>
              <a:buClr>
                <a:schemeClr val="lt1"/>
              </a:buClr>
              <a:buSzPts val="5500"/>
              <a:buNone/>
              <a:defRPr sz="5500">
                <a:solidFill>
                  <a:schemeClr val="lt1"/>
                </a:solidFill>
              </a:defRPr>
            </a:lvl2pPr>
            <a:lvl3pPr lvl="2" algn="ctr" rtl="0">
              <a:spcBef>
                <a:spcPts val="0"/>
              </a:spcBef>
              <a:spcAft>
                <a:spcPts val="0"/>
              </a:spcAft>
              <a:buClr>
                <a:schemeClr val="lt1"/>
              </a:buClr>
              <a:buSzPts val="5500"/>
              <a:buNone/>
              <a:defRPr sz="5500">
                <a:solidFill>
                  <a:schemeClr val="lt1"/>
                </a:solidFill>
              </a:defRPr>
            </a:lvl3pPr>
            <a:lvl4pPr lvl="3" algn="ctr" rtl="0">
              <a:spcBef>
                <a:spcPts val="0"/>
              </a:spcBef>
              <a:spcAft>
                <a:spcPts val="0"/>
              </a:spcAft>
              <a:buClr>
                <a:schemeClr val="lt1"/>
              </a:buClr>
              <a:buSzPts val="5500"/>
              <a:buNone/>
              <a:defRPr sz="5500">
                <a:solidFill>
                  <a:schemeClr val="lt1"/>
                </a:solidFill>
              </a:defRPr>
            </a:lvl4pPr>
            <a:lvl5pPr lvl="4" algn="ctr" rtl="0">
              <a:spcBef>
                <a:spcPts val="0"/>
              </a:spcBef>
              <a:spcAft>
                <a:spcPts val="0"/>
              </a:spcAft>
              <a:buClr>
                <a:schemeClr val="lt1"/>
              </a:buClr>
              <a:buSzPts val="5500"/>
              <a:buNone/>
              <a:defRPr sz="5500">
                <a:solidFill>
                  <a:schemeClr val="lt1"/>
                </a:solidFill>
              </a:defRPr>
            </a:lvl5pPr>
            <a:lvl6pPr lvl="5" algn="ctr" rtl="0">
              <a:spcBef>
                <a:spcPts val="0"/>
              </a:spcBef>
              <a:spcAft>
                <a:spcPts val="0"/>
              </a:spcAft>
              <a:buClr>
                <a:schemeClr val="lt1"/>
              </a:buClr>
              <a:buSzPts val="5500"/>
              <a:buNone/>
              <a:defRPr sz="5500">
                <a:solidFill>
                  <a:schemeClr val="lt1"/>
                </a:solidFill>
              </a:defRPr>
            </a:lvl6pPr>
            <a:lvl7pPr lvl="6" algn="ctr" rtl="0">
              <a:spcBef>
                <a:spcPts val="0"/>
              </a:spcBef>
              <a:spcAft>
                <a:spcPts val="0"/>
              </a:spcAft>
              <a:buClr>
                <a:schemeClr val="lt1"/>
              </a:buClr>
              <a:buSzPts val="5500"/>
              <a:buNone/>
              <a:defRPr sz="5500">
                <a:solidFill>
                  <a:schemeClr val="lt1"/>
                </a:solidFill>
              </a:defRPr>
            </a:lvl7pPr>
            <a:lvl8pPr lvl="7" algn="ctr" rtl="0">
              <a:spcBef>
                <a:spcPts val="0"/>
              </a:spcBef>
              <a:spcAft>
                <a:spcPts val="0"/>
              </a:spcAft>
              <a:buClr>
                <a:schemeClr val="lt1"/>
              </a:buClr>
              <a:buSzPts val="5500"/>
              <a:buNone/>
              <a:defRPr sz="5500">
                <a:solidFill>
                  <a:schemeClr val="lt1"/>
                </a:solidFill>
              </a:defRPr>
            </a:lvl8pPr>
            <a:lvl9pPr lvl="8" algn="ctr" rtl="0">
              <a:spcBef>
                <a:spcPts val="0"/>
              </a:spcBef>
              <a:spcAft>
                <a:spcPts val="0"/>
              </a:spcAft>
              <a:buClr>
                <a:schemeClr val="lt1"/>
              </a:buClr>
              <a:buSzPts val="5500"/>
              <a:buNone/>
              <a:defRPr sz="5500">
                <a:solidFill>
                  <a:schemeClr val="lt1"/>
                </a:solidFill>
              </a:defRPr>
            </a:lvl9pPr>
          </a:lstStyle>
          <a:p>
            <a:r>
              <a:t>xx%</a:t>
            </a:r>
          </a:p>
        </p:txBody>
      </p:sp>
      <p:sp>
        <p:nvSpPr>
          <p:cNvPr id="309" name="Google Shape;309;p31"/>
          <p:cNvSpPr txBox="1">
            <a:spLocks noGrp="1"/>
          </p:cNvSpPr>
          <p:nvPr>
            <p:ph type="subTitle" idx="1"/>
          </p:nvPr>
        </p:nvSpPr>
        <p:spPr>
          <a:xfrm>
            <a:off x="2797800" y="2051425"/>
            <a:ext cx="3548400" cy="40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0"/>
              </a:spcBef>
              <a:spcAft>
                <a:spcPts val="0"/>
              </a:spcAft>
              <a:buClr>
                <a:schemeClr val="lt1"/>
              </a:buClr>
              <a:buSzPts val="1400"/>
              <a:buNone/>
              <a:defRPr>
                <a:solidFill>
                  <a:schemeClr val="lt1"/>
                </a:solidFill>
              </a:defRPr>
            </a:lvl2pPr>
            <a:lvl3pPr lvl="2" algn="ctr" rtl="0">
              <a:lnSpc>
                <a:spcPct val="100000"/>
              </a:lnSpc>
              <a:spcBef>
                <a:spcPts val="0"/>
              </a:spcBef>
              <a:spcAft>
                <a:spcPts val="0"/>
              </a:spcAft>
              <a:buClr>
                <a:schemeClr val="lt1"/>
              </a:buClr>
              <a:buSzPts val="1400"/>
              <a:buNone/>
              <a:defRPr>
                <a:solidFill>
                  <a:schemeClr val="lt1"/>
                </a:solidFill>
              </a:defRPr>
            </a:lvl3pPr>
            <a:lvl4pPr lvl="3" algn="ctr" rtl="0">
              <a:lnSpc>
                <a:spcPct val="100000"/>
              </a:lnSpc>
              <a:spcBef>
                <a:spcPts val="0"/>
              </a:spcBef>
              <a:spcAft>
                <a:spcPts val="0"/>
              </a:spcAft>
              <a:buClr>
                <a:schemeClr val="lt1"/>
              </a:buClr>
              <a:buSzPts val="1400"/>
              <a:buNone/>
              <a:defRPr>
                <a:solidFill>
                  <a:schemeClr val="lt1"/>
                </a:solidFill>
              </a:defRPr>
            </a:lvl4pPr>
            <a:lvl5pPr lvl="4" algn="ctr" rtl="0">
              <a:lnSpc>
                <a:spcPct val="100000"/>
              </a:lnSpc>
              <a:spcBef>
                <a:spcPts val="0"/>
              </a:spcBef>
              <a:spcAft>
                <a:spcPts val="0"/>
              </a:spcAft>
              <a:buClr>
                <a:schemeClr val="lt1"/>
              </a:buClr>
              <a:buSzPts val="1400"/>
              <a:buNone/>
              <a:defRPr>
                <a:solidFill>
                  <a:schemeClr val="lt1"/>
                </a:solidFill>
              </a:defRPr>
            </a:lvl5pPr>
            <a:lvl6pPr lvl="5" algn="ctr" rtl="0">
              <a:lnSpc>
                <a:spcPct val="100000"/>
              </a:lnSpc>
              <a:spcBef>
                <a:spcPts val="0"/>
              </a:spcBef>
              <a:spcAft>
                <a:spcPts val="0"/>
              </a:spcAft>
              <a:buClr>
                <a:schemeClr val="lt1"/>
              </a:buClr>
              <a:buSzPts val="1400"/>
              <a:buNone/>
              <a:defRPr>
                <a:solidFill>
                  <a:schemeClr val="lt1"/>
                </a:solidFill>
              </a:defRPr>
            </a:lvl6pPr>
            <a:lvl7pPr lvl="6" algn="ctr" rtl="0">
              <a:lnSpc>
                <a:spcPct val="100000"/>
              </a:lnSpc>
              <a:spcBef>
                <a:spcPts val="0"/>
              </a:spcBef>
              <a:spcAft>
                <a:spcPts val="0"/>
              </a:spcAft>
              <a:buClr>
                <a:schemeClr val="lt1"/>
              </a:buClr>
              <a:buSzPts val="1400"/>
              <a:buNone/>
              <a:defRPr>
                <a:solidFill>
                  <a:schemeClr val="lt1"/>
                </a:solidFill>
              </a:defRPr>
            </a:lvl7pPr>
            <a:lvl8pPr lvl="7" algn="ctr" rtl="0">
              <a:lnSpc>
                <a:spcPct val="100000"/>
              </a:lnSpc>
              <a:spcBef>
                <a:spcPts val="0"/>
              </a:spcBef>
              <a:spcAft>
                <a:spcPts val="0"/>
              </a:spcAft>
              <a:buClr>
                <a:schemeClr val="lt1"/>
              </a:buClr>
              <a:buSzPts val="1400"/>
              <a:buNone/>
              <a:defRPr>
                <a:solidFill>
                  <a:schemeClr val="lt1"/>
                </a:solidFill>
              </a:defRPr>
            </a:lvl8pPr>
            <a:lvl9pPr lvl="8" algn="ctr" rtl="0">
              <a:lnSpc>
                <a:spcPct val="100000"/>
              </a:lnSpc>
              <a:spcBef>
                <a:spcPts val="0"/>
              </a:spcBef>
              <a:spcAft>
                <a:spcPts val="0"/>
              </a:spcAft>
              <a:buClr>
                <a:schemeClr val="lt1"/>
              </a:buClr>
              <a:buSzPts val="1400"/>
              <a:buNone/>
              <a:defRPr>
                <a:solidFill>
                  <a:schemeClr val="lt1"/>
                </a:solidFill>
              </a:defRPr>
            </a:lvl9pPr>
          </a:lstStyle>
          <a:p>
            <a:endParaRPr/>
          </a:p>
        </p:txBody>
      </p:sp>
      <p:sp>
        <p:nvSpPr>
          <p:cNvPr id="310" name="Google Shape;310;p31"/>
          <p:cNvSpPr txBox="1">
            <a:spLocks noGrp="1"/>
          </p:cNvSpPr>
          <p:nvPr>
            <p:ph type="title" idx="2" hasCustomPrompt="1"/>
          </p:nvPr>
        </p:nvSpPr>
        <p:spPr>
          <a:xfrm>
            <a:off x="790200" y="2691150"/>
            <a:ext cx="3548400" cy="11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5500"/>
              <a:buNone/>
              <a:defRPr sz="7500">
                <a:solidFill>
                  <a:schemeClr val="lt1"/>
                </a:solidFill>
              </a:defRPr>
            </a:lvl1pPr>
            <a:lvl2pPr lvl="1" algn="ctr" rtl="0">
              <a:spcBef>
                <a:spcPts val="0"/>
              </a:spcBef>
              <a:spcAft>
                <a:spcPts val="0"/>
              </a:spcAft>
              <a:buClr>
                <a:schemeClr val="lt1"/>
              </a:buClr>
              <a:buSzPts val="5500"/>
              <a:buNone/>
              <a:defRPr sz="5500">
                <a:solidFill>
                  <a:schemeClr val="lt1"/>
                </a:solidFill>
              </a:defRPr>
            </a:lvl2pPr>
            <a:lvl3pPr lvl="2" algn="ctr" rtl="0">
              <a:spcBef>
                <a:spcPts val="0"/>
              </a:spcBef>
              <a:spcAft>
                <a:spcPts val="0"/>
              </a:spcAft>
              <a:buClr>
                <a:schemeClr val="lt1"/>
              </a:buClr>
              <a:buSzPts val="5500"/>
              <a:buNone/>
              <a:defRPr sz="5500">
                <a:solidFill>
                  <a:schemeClr val="lt1"/>
                </a:solidFill>
              </a:defRPr>
            </a:lvl3pPr>
            <a:lvl4pPr lvl="3" algn="ctr" rtl="0">
              <a:spcBef>
                <a:spcPts val="0"/>
              </a:spcBef>
              <a:spcAft>
                <a:spcPts val="0"/>
              </a:spcAft>
              <a:buClr>
                <a:schemeClr val="lt1"/>
              </a:buClr>
              <a:buSzPts val="5500"/>
              <a:buNone/>
              <a:defRPr sz="5500">
                <a:solidFill>
                  <a:schemeClr val="lt1"/>
                </a:solidFill>
              </a:defRPr>
            </a:lvl4pPr>
            <a:lvl5pPr lvl="4" algn="ctr" rtl="0">
              <a:spcBef>
                <a:spcPts val="0"/>
              </a:spcBef>
              <a:spcAft>
                <a:spcPts val="0"/>
              </a:spcAft>
              <a:buClr>
                <a:schemeClr val="lt1"/>
              </a:buClr>
              <a:buSzPts val="5500"/>
              <a:buNone/>
              <a:defRPr sz="5500">
                <a:solidFill>
                  <a:schemeClr val="lt1"/>
                </a:solidFill>
              </a:defRPr>
            </a:lvl5pPr>
            <a:lvl6pPr lvl="5" algn="ctr" rtl="0">
              <a:spcBef>
                <a:spcPts val="0"/>
              </a:spcBef>
              <a:spcAft>
                <a:spcPts val="0"/>
              </a:spcAft>
              <a:buClr>
                <a:schemeClr val="lt1"/>
              </a:buClr>
              <a:buSzPts val="5500"/>
              <a:buNone/>
              <a:defRPr sz="5500">
                <a:solidFill>
                  <a:schemeClr val="lt1"/>
                </a:solidFill>
              </a:defRPr>
            </a:lvl6pPr>
            <a:lvl7pPr lvl="6" algn="ctr" rtl="0">
              <a:spcBef>
                <a:spcPts val="0"/>
              </a:spcBef>
              <a:spcAft>
                <a:spcPts val="0"/>
              </a:spcAft>
              <a:buClr>
                <a:schemeClr val="lt1"/>
              </a:buClr>
              <a:buSzPts val="5500"/>
              <a:buNone/>
              <a:defRPr sz="5500">
                <a:solidFill>
                  <a:schemeClr val="lt1"/>
                </a:solidFill>
              </a:defRPr>
            </a:lvl7pPr>
            <a:lvl8pPr lvl="7" algn="ctr" rtl="0">
              <a:spcBef>
                <a:spcPts val="0"/>
              </a:spcBef>
              <a:spcAft>
                <a:spcPts val="0"/>
              </a:spcAft>
              <a:buClr>
                <a:schemeClr val="lt1"/>
              </a:buClr>
              <a:buSzPts val="5500"/>
              <a:buNone/>
              <a:defRPr sz="5500">
                <a:solidFill>
                  <a:schemeClr val="lt1"/>
                </a:solidFill>
              </a:defRPr>
            </a:lvl8pPr>
            <a:lvl9pPr lvl="8" algn="ctr" rtl="0">
              <a:spcBef>
                <a:spcPts val="0"/>
              </a:spcBef>
              <a:spcAft>
                <a:spcPts val="0"/>
              </a:spcAft>
              <a:buClr>
                <a:schemeClr val="lt1"/>
              </a:buClr>
              <a:buSzPts val="5500"/>
              <a:buNone/>
              <a:defRPr sz="5500">
                <a:solidFill>
                  <a:schemeClr val="lt1"/>
                </a:solidFill>
              </a:defRPr>
            </a:lvl9pPr>
          </a:lstStyle>
          <a:p>
            <a:r>
              <a:t>xx%</a:t>
            </a:r>
          </a:p>
        </p:txBody>
      </p:sp>
      <p:sp>
        <p:nvSpPr>
          <p:cNvPr id="311" name="Google Shape;311;p31"/>
          <p:cNvSpPr txBox="1">
            <a:spLocks noGrp="1"/>
          </p:cNvSpPr>
          <p:nvPr>
            <p:ph type="subTitle" idx="3"/>
          </p:nvPr>
        </p:nvSpPr>
        <p:spPr>
          <a:xfrm>
            <a:off x="790200" y="3890925"/>
            <a:ext cx="3548400" cy="40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0"/>
              </a:spcBef>
              <a:spcAft>
                <a:spcPts val="0"/>
              </a:spcAft>
              <a:buClr>
                <a:schemeClr val="lt1"/>
              </a:buClr>
              <a:buSzPts val="1400"/>
              <a:buNone/>
              <a:defRPr>
                <a:solidFill>
                  <a:schemeClr val="lt1"/>
                </a:solidFill>
              </a:defRPr>
            </a:lvl2pPr>
            <a:lvl3pPr lvl="2" algn="ctr" rtl="0">
              <a:lnSpc>
                <a:spcPct val="100000"/>
              </a:lnSpc>
              <a:spcBef>
                <a:spcPts val="0"/>
              </a:spcBef>
              <a:spcAft>
                <a:spcPts val="0"/>
              </a:spcAft>
              <a:buClr>
                <a:schemeClr val="lt1"/>
              </a:buClr>
              <a:buSzPts val="1400"/>
              <a:buNone/>
              <a:defRPr>
                <a:solidFill>
                  <a:schemeClr val="lt1"/>
                </a:solidFill>
              </a:defRPr>
            </a:lvl3pPr>
            <a:lvl4pPr lvl="3" algn="ctr" rtl="0">
              <a:lnSpc>
                <a:spcPct val="100000"/>
              </a:lnSpc>
              <a:spcBef>
                <a:spcPts val="0"/>
              </a:spcBef>
              <a:spcAft>
                <a:spcPts val="0"/>
              </a:spcAft>
              <a:buClr>
                <a:schemeClr val="lt1"/>
              </a:buClr>
              <a:buSzPts val="1400"/>
              <a:buNone/>
              <a:defRPr>
                <a:solidFill>
                  <a:schemeClr val="lt1"/>
                </a:solidFill>
              </a:defRPr>
            </a:lvl4pPr>
            <a:lvl5pPr lvl="4" algn="ctr" rtl="0">
              <a:lnSpc>
                <a:spcPct val="100000"/>
              </a:lnSpc>
              <a:spcBef>
                <a:spcPts val="0"/>
              </a:spcBef>
              <a:spcAft>
                <a:spcPts val="0"/>
              </a:spcAft>
              <a:buClr>
                <a:schemeClr val="lt1"/>
              </a:buClr>
              <a:buSzPts val="1400"/>
              <a:buNone/>
              <a:defRPr>
                <a:solidFill>
                  <a:schemeClr val="lt1"/>
                </a:solidFill>
              </a:defRPr>
            </a:lvl5pPr>
            <a:lvl6pPr lvl="5" algn="ctr" rtl="0">
              <a:lnSpc>
                <a:spcPct val="100000"/>
              </a:lnSpc>
              <a:spcBef>
                <a:spcPts val="0"/>
              </a:spcBef>
              <a:spcAft>
                <a:spcPts val="0"/>
              </a:spcAft>
              <a:buClr>
                <a:schemeClr val="lt1"/>
              </a:buClr>
              <a:buSzPts val="1400"/>
              <a:buNone/>
              <a:defRPr>
                <a:solidFill>
                  <a:schemeClr val="lt1"/>
                </a:solidFill>
              </a:defRPr>
            </a:lvl6pPr>
            <a:lvl7pPr lvl="6" algn="ctr" rtl="0">
              <a:lnSpc>
                <a:spcPct val="100000"/>
              </a:lnSpc>
              <a:spcBef>
                <a:spcPts val="0"/>
              </a:spcBef>
              <a:spcAft>
                <a:spcPts val="0"/>
              </a:spcAft>
              <a:buClr>
                <a:schemeClr val="lt1"/>
              </a:buClr>
              <a:buSzPts val="1400"/>
              <a:buNone/>
              <a:defRPr>
                <a:solidFill>
                  <a:schemeClr val="lt1"/>
                </a:solidFill>
              </a:defRPr>
            </a:lvl7pPr>
            <a:lvl8pPr lvl="7" algn="ctr" rtl="0">
              <a:lnSpc>
                <a:spcPct val="100000"/>
              </a:lnSpc>
              <a:spcBef>
                <a:spcPts val="0"/>
              </a:spcBef>
              <a:spcAft>
                <a:spcPts val="0"/>
              </a:spcAft>
              <a:buClr>
                <a:schemeClr val="lt1"/>
              </a:buClr>
              <a:buSzPts val="1400"/>
              <a:buNone/>
              <a:defRPr>
                <a:solidFill>
                  <a:schemeClr val="lt1"/>
                </a:solidFill>
              </a:defRPr>
            </a:lvl8pPr>
            <a:lvl9pPr lvl="8" algn="ctr" rtl="0">
              <a:lnSpc>
                <a:spcPct val="100000"/>
              </a:lnSpc>
              <a:spcBef>
                <a:spcPts val="0"/>
              </a:spcBef>
              <a:spcAft>
                <a:spcPts val="0"/>
              </a:spcAft>
              <a:buClr>
                <a:schemeClr val="lt1"/>
              </a:buClr>
              <a:buSzPts val="1400"/>
              <a:buNone/>
              <a:defRPr>
                <a:solidFill>
                  <a:schemeClr val="lt1"/>
                </a:solidFill>
              </a:defRPr>
            </a:lvl9pPr>
          </a:lstStyle>
          <a:p>
            <a:endParaRPr/>
          </a:p>
        </p:txBody>
      </p:sp>
      <p:sp>
        <p:nvSpPr>
          <p:cNvPr id="312" name="Google Shape;312;p31"/>
          <p:cNvSpPr txBox="1">
            <a:spLocks noGrp="1"/>
          </p:cNvSpPr>
          <p:nvPr>
            <p:ph type="title" idx="4" hasCustomPrompt="1"/>
          </p:nvPr>
        </p:nvSpPr>
        <p:spPr>
          <a:xfrm>
            <a:off x="4805400" y="2691150"/>
            <a:ext cx="3548400" cy="11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5500"/>
              <a:buNone/>
              <a:defRPr sz="7500">
                <a:solidFill>
                  <a:schemeClr val="lt1"/>
                </a:solidFill>
              </a:defRPr>
            </a:lvl1pPr>
            <a:lvl2pPr lvl="1" algn="ctr" rtl="0">
              <a:spcBef>
                <a:spcPts val="0"/>
              </a:spcBef>
              <a:spcAft>
                <a:spcPts val="0"/>
              </a:spcAft>
              <a:buClr>
                <a:schemeClr val="lt1"/>
              </a:buClr>
              <a:buSzPts val="5500"/>
              <a:buNone/>
              <a:defRPr sz="5500">
                <a:solidFill>
                  <a:schemeClr val="lt1"/>
                </a:solidFill>
              </a:defRPr>
            </a:lvl2pPr>
            <a:lvl3pPr lvl="2" algn="ctr" rtl="0">
              <a:spcBef>
                <a:spcPts val="0"/>
              </a:spcBef>
              <a:spcAft>
                <a:spcPts val="0"/>
              </a:spcAft>
              <a:buClr>
                <a:schemeClr val="lt1"/>
              </a:buClr>
              <a:buSzPts val="5500"/>
              <a:buNone/>
              <a:defRPr sz="5500">
                <a:solidFill>
                  <a:schemeClr val="lt1"/>
                </a:solidFill>
              </a:defRPr>
            </a:lvl3pPr>
            <a:lvl4pPr lvl="3" algn="ctr" rtl="0">
              <a:spcBef>
                <a:spcPts val="0"/>
              </a:spcBef>
              <a:spcAft>
                <a:spcPts val="0"/>
              </a:spcAft>
              <a:buClr>
                <a:schemeClr val="lt1"/>
              </a:buClr>
              <a:buSzPts val="5500"/>
              <a:buNone/>
              <a:defRPr sz="5500">
                <a:solidFill>
                  <a:schemeClr val="lt1"/>
                </a:solidFill>
              </a:defRPr>
            </a:lvl4pPr>
            <a:lvl5pPr lvl="4" algn="ctr" rtl="0">
              <a:spcBef>
                <a:spcPts val="0"/>
              </a:spcBef>
              <a:spcAft>
                <a:spcPts val="0"/>
              </a:spcAft>
              <a:buClr>
                <a:schemeClr val="lt1"/>
              </a:buClr>
              <a:buSzPts val="5500"/>
              <a:buNone/>
              <a:defRPr sz="5500">
                <a:solidFill>
                  <a:schemeClr val="lt1"/>
                </a:solidFill>
              </a:defRPr>
            </a:lvl5pPr>
            <a:lvl6pPr lvl="5" algn="ctr" rtl="0">
              <a:spcBef>
                <a:spcPts val="0"/>
              </a:spcBef>
              <a:spcAft>
                <a:spcPts val="0"/>
              </a:spcAft>
              <a:buClr>
                <a:schemeClr val="lt1"/>
              </a:buClr>
              <a:buSzPts val="5500"/>
              <a:buNone/>
              <a:defRPr sz="5500">
                <a:solidFill>
                  <a:schemeClr val="lt1"/>
                </a:solidFill>
              </a:defRPr>
            </a:lvl6pPr>
            <a:lvl7pPr lvl="6" algn="ctr" rtl="0">
              <a:spcBef>
                <a:spcPts val="0"/>
              </a:spcBef>
              <a:spcAft>
                <a:spcPts val="0"/>
              </a:spcAft>
              <a:buClr>
                <a:schemeClr val="lt1"/>
              </a:buClr>
              <a:buSzPts val="5500"/>
              <a:buNone/>
              <a:defRPr sz="5500">
                <a:solidFill>
                  <a:schemeClr val="lt1"/>
                </a:solidFill>
              </a:defRPr>
            </a:lvl7pPr>
            <a:lvl8pPr lvl="7" algn="ctr" rtl="0">
              <a:spcBef>
                <a:spcPts val="0"/>
              </a:spcBef>
              <a:spcAft>
                <a:spcPts val="0"/>
              </a:spcAft>
              <a:buClr>
                <a:schemeClr val="lt1"/>
              </a:buClr>
              <a:buSzPts val="5500"/>
              <a:buNone/>
              <a:defRPr sz="5500">
                <a:solidFill>
                  <a:schemeClr val="lt1"/>
                </a:solidFill>
              </a:defRPr>
            </a:lvl8pPr>
            <a:lvl9pPr lvl="8" algn="ctr" rtl="0">
              <a:spcBef>
                <a:spcPts val="0"/>
              </a:spcBef>
              <a:spcAft>
                <a:spcPts val="0"/>
              </a:spcAft>
              <a:buClr>
                <a:schemeClr val="lt1"/>
              </a:buClr>
              <a:buSzPts val="5500"/>
              <a:buNone/>
              <a:defRPr sz="5500">
                <a:solidFill>
                  <a:schemeClr val="lt1"/>
                </a:solidFill>
              </a:defRPr>
            </a:lvl9pPr>
          </a:lstStyle>
          <a:p>
            <a:r>
              <a:t>xx%</a:t>
            </a:r>
          </a:p>
        </p:txBody>
      </p:sp>
      <p:sp>
        <p:nvSpPr>
          <p:cNvPr id="313" name="Google Shape;313;p31"/>
          <p:cNvSpPr txBox="1">
            <a:spLocks noGrp="1"/>
          </p:cNvSpPr>
          <p:nvPr>
            <p:ph type="subTitle" idx="5"/>
          </p:nvPr>
        </p:nvSpPr>
        <p:spPr>
          <a:xfrm>
            <a:off x="4805400" y="3890925"/>
            <a:ext cx="3548400" cy="40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0"/>
              </a:spcBef>
              <a:spcAft>
                <a:spcPts val="0"/>
              </a:spcAft>
              <a:buClr>
                <a:schemeClr val="lt1"/>
              </a:buClr>
              <a:buSzPts val="1400"/>
              <a:buNone/>
              <a:defRPr>
                <a:solidFill>
                  <a:schemeClr val="lt1"/>
                </a:solidFill>
              </a:defRPr>
            </a:lvl2pPr>
            <a:lvl3pPr lvl="2" algn="ctr" rtl="0">
              <a:lnSpc>
                <a:spcPct val="100000"/>
              </a:lnSpc>
              <a:spcBef>
                <a:spcPts val="0"/>
              </a:spcBef>
              <a:spcAft>
                <a:spcPts val="0"/>
              </a:spcAft>
              <a:buClr>
                <a:schemeClr val="lt1"/>
              </a:buClr>
              <a:buSzPts val="1400"/>
              <a:buNone/>
              <a:defRPr>
                <a:solidFill>
                  <a:schemeClr val="lt1"/>
                </a:solidFill>
              </a:defRPr>
            </a:lvl3pPr>
            <a:lvl4pPr lvl="3" algn="ctr" rtl="0">
              <a:lnSpc>
                <a:spcPct val="100000"/>
              </a:lnSpc>
              <a:spcBef>
                <a:spcPts val="0"/>
              </a:spcBef>
              <a:spcAft>
                <a:spcPts val="0"/>
              </a:spcAft>
              <a:buClr>
                <a:schemeClr val="lt1"/>
              </a:buClr>
              <a:buSzPts val="1400"/>
              <a:buNone/>
              <a:defRPr>
                <a:solidFill>
                  <a:schemeClr val="lt1"/>
                </a:solidFill>
              </a:defRPr>
            </a:lvl4pPr>
            <a:lvl5pPr lvl="4" algn="ctr" rtl="0">
              <a:lnSpc>
                <a:spcPct val="100000"/>
              </a:lnSpc>
              <a:spcBef>
                <a:spcPts val="0"/>
              </a:spcBef>
              <a:spcAft>
                <a:spcPts val="0"/>
              </a:spcAft>
              <a:buClr>
                <a:schemeClr val="lt1"/>
              </a:buClr>
              <a:buSzPts val="1400"/>
              <a:buNone/>
              <a:defRPr>
                <a:solidFill>
                  <a:schemeClr val="lt1"/>
                </a:solidFill>
              </a:defRPr>
            </a:lvl5pPr>
            <a:lvl6pPr lvl="5" algn="ctr" rtl="0">
              <a:lnSpc>
                <a:spcPct val="100000"/>
              </a:lnSpc>
              <a:spcBef>
                <a:spcPts val="0"/>
              </a:spcBef>
              <a:spcAft>
                <a:spcPts val="0"/>
              </a:spcAft>
              <a:buClr>
                <a:schemeClr val="lt1"/>
              </a:buClr>
              <a:buSzPts val="1400"/>
              <a:buNone/>
              <a:defRPr>
                <a:solidFill>
                  <a:schemeClr val="lt1"/>
                </a:solidFill>
              </a:defRPr>
            </a:lvl6pPr>
            <a:lvl7pPr lvl="6" algn="ctr" rtl="0">
              <a:lnSpc>
                <a:spcPct val="100000"/>
              </a:lnSpc>
              <a:spcBef>
                <a:spcPts val="0"/>
              </a:spcBef>
              <a:spcAft>
                <a:spcPts val="0"/>
              </a:spcAft>
              <a:buClr>
                <a:schemeClr val="lt1"/>
              </a:buClr>
              <a:buSzPts val="1400"/>
              <a:buNone/>
              <a:defRPr>
                <a:solidFill>
                  <a:schemeClr val="lt1"/>
                </a:solidFill>
              </a:defRPr>
            </a:lvl7pPr>
            <a:lvl8pPr lvl="7" algn="ctr" rtl="0">
              <a:lnSpc>
                <a:spcPct val="100000"/>
              </a:lnSpc>
              <a:spcBef>
                <a:spcPts val="0"/>
              </a:spcBef>
              <a:spcAft>
                <a:spcPts val="0"/>
              </a:spcAft>
              <a:buClr>
                <a:schemeClr val="lt1"/>
              </a:buClr>
              <a:buSzPts val="1400"/>
              <a:buNone/>
              <a:defRPr>
                <a:solidFill>
                  <a:schemeClr val="lt1"/>
                </a:solidFill>
              </a:defRPr>
            </a:lvl8pPr>
            <a:lvl9pPr lvl="8" algn="ctr" rtl="0">
              <a:lnSpc>
                <a:spcPct val="100000"/>
              </a:lnSpc>
              <a:spcBef>
                <a:spcPts val="0"/>
              </a:spcBef>
              <a:spcAft>
                <a:spcPts val="0"/>
              </a:spcAft>
              <a:buClr>
                <a:schemeClr val="lt1"/>
              </a:buClr>
              <a:buSzPts val="1400"/>
              <a:buNone/>
              <a:defRPr>
                <a:solidFill>
                  <a:schemeClr val="lt1"/>
                </a:solidFill>
              </a:defRPr>
            </a:lvl9pPr>
          </a:lstStyle>
          <a:p>
            <a:endParaRPr/>
          </a:p>
        </p:txBody>
      </p:sp>
      <p:sp>
        <p:nvSpPr>
          <p:cNvPr id="314" name="Google Shape;314;p31"/>
          <p:cNvSpPr/>
          <p:nvPr/>
        </p:nvSpPr>
        <p:spPr>
          <a:xfrm rot="-5400000" flipH="1">
            <a:off x="8233758" y="187800"/>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 name="Google Shape;315;p31"/>
          <p:cNvGrpSpPr/>
          <p:nvPr/>
        </p:nvGrpSpPr>
        <p:grpSpPr>
          <a:xfrm>
            <a:off x="8626250" y="3785625"/>
            <a:ext cx="701400" cy="470850"/>
            <a:chOff x="2171175" y="41750"/>
            <a:chExt cx="701400" cy="470850"/>
          </a:xfrm>
        </p:grpSpPr>
        <p:sp>
          <p:nvSpPr>
            <p:cNvPr id="316" name="Google Shape;316;p31"/>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1"/>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1"/>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 name="Google Shape;319;p31"/>
          <p:cNvSpPr/>
          <p:nvPr/>
        </p:nvSpPr>
        <p:spPr>
          <a:xfrm>
            <a:off x="-426550" y="-340050"/>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1"/>
          <p:cNvSpPr/>
          <p:nvPr/>
        </p:nvSpPr>
        <p:spPr>
          <a:xfrm>
            <a:off x="300600" y="4170450"/>
            <a:ext cx="826800" cy="869100"/>
          </a:xfrm>
          <a:prstGeom prst="star10">
            <a:avLst>
              <a:gd name="adj" fmla="val 0"/>
              <a:gd name="hf" fmla="val 105146"/>
            </a:avLst>
          </a:prstGeom>
          <a:solidFill>
            <a:schemeClr val="l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1">
  <p:cSld name="BLANK_11">
    <p:spTree>
      <p:nvGrpSpPr>
        <p:cNvPr id="1" name="Shape 321"/>
        <p:cNvGrpSpPr/>
        <p:nvPr/>
      </p:nvGrpSpPr>
      <p:grpSpPr>
        <a:xfrm>
          <a:off x="0" y="0"/>
          <a:ext cx="0" cy="0"/>
          <a:chOff x="0" y="0"/>
          <a:chExt cx="0" cy="0"/>
        </a:xfrm>
      </p:grpSpPr>
      <p:sp>
        <p:nvSpPr>
          <p:cNvPr id="322" name="Google Shape;322;p32"/>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323" name="Google Shape;323;p32"/>
          <p:cNvGrpSpPr/>
          <p:nvPr/>
        </p:nvGrpSpPr>
        <p:grpSpPr>
          <a:xfrm>
            <a:off x="-217103" y="2977850"/>
            <a:ext cx="701400" cy="470850"/>
            <a:chOff x="2171175" y="41750"/>
            <a:chExt cx="701400" cy="470850"/>
          </a:xfrm>
        </p:grpSpPr>
        <p:sp>
          <p:nvSpPr>
            <p:cNvPr id="324" name="Google Shape;324;p32"/>
            <p:cNvSpPr/>
            <p:nvPr/>
          </p:nvSpPr>
          <p:spPr>
            <a:xfrm>
              <a:off x="2171175" y="4175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2"/>
            <p:cNvSpPr/>
            <p:nvPr/>
          </p:nvSpPr>
          <p:spPr>
            <a:xfrm>
              <a:off x="2171175" y="217125"/>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2"/>
            <p:cNvSpPr/>
            <p:nvPr/>
          </p:nvSpPr>
          <p:spPr>
            <a:xfrm>
              <a:off x="2171175" y="38720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2">
  <p:cSld name="BLANK_12">
    <p:spTree>
      <p:nvGrpSpPr>
        <p:cNvPr id="1" name="Shape 327"/>
        <p:cNvGrpSpPr/>
        <p:nvPr/>
      </p:nvGrpSpPr>
      <p:grpSpPr>
        <a:xfrm>
          <a:off x="0" y="0"/>
          <a:ext cx="0" cy="0"/>
          <a:chOff x="0" y="0"/>
          <a:chExt cx="0" cy="0"/>
        </a:xfrm>
      </p:grpSpPr>
      <p:sp>
        <p:nvSpPr>
          <p:cNvPr id="328" name="Google Shape;328;p3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9" name="Google Shape;329;p33"/>
          <p:cNvSpPr/>
          <p:nvPr/>
        </p:nvSpPr>
        <p:spPr>
          <a:xfrm flipH="1">
            <a:off x="8233758" y="4254300"/>
            <a:ext cx="701400" cy="701400"/>
          </a:xfrm>
          <a:prstGeom prst="rtTriangl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0" name="Google Shape;330;p33"/>
          <p:cNvGrpSpPr/>
          <p:nvPr/>
        </p:nvGrpSpPr>
        <p:grpSpPr>
          <a:xfrm>
            <a:off x="8642990" y="808650"/>
            <a:ext cx="701400" cy="470850"/>
            <a:chOff x="2171175" y="41750"/>
            <a:chExt cx="701400" cy="470850"/>
          </a:xfrm>
        </p:grpSpPr>
        <p:sp>
          <p:nvSpPr>
            <p:cNvPr id="331" name="Google Shape;331;p33"/>
            <p:cNvSpPr/>
            <p:nvPr/>
          </p:nvSpPr>
          <p:spPr>
            <a:xfrm>
              <a:off x="2171175" y="4175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3"/>
            <p:cNvSpPr/>
            <p:nvPr/>
          </p:nvSpPr>
          <p:spPr>
            <a:xfrm>
              <a:off x="2171175" y="217125"/>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3"/>
            <p:cNvSpPr/>
            <p:nvPr/>
          </p:nvSpPr>
          <p:spPr>
            <a:xfrm>
              <a:off x="2171175" y="387200"/>
              <a:ext cx="701400" cy="1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4" name="Google Shape;334;p33"/>
          <p:cNvSpPr/>
          <p:nvPr/>
        </p:nvSpPr>
        <p:spPr>
          <a:xfrm>
            <a:off x="3760275" y="-864550"/>
            <a:ext cx="1276200" cy="1275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anks">
  <p:cSld name="BLANK_2">
    <p:spTree>
      <p:nvGrpSpPr>
        <p:cNvPr id="1" name="Shape 335"/>
        <p:cNvGrpSpPr/>
        <p:nvPr/>
      </p:nvGrpSpPr>
      <p:grpSpPr>
        <a:xfrm>
          <a:off x="0" y="0"/>
          <a:ext cx="0" cy="0"/>
          <a:chOff x="0" y="0"/>
          <a:chExt cx="0" cy="0"/>
        </a:xfrm>
      </p:grpSpPr>
      <p:sp>
        <p:nvSpPr>
          <p:cNvPr id="336" name="Google Shape;336;p34"/>
          <p:cNvSpPr txBox="1">
            <a:spLocks noGrp="1"/>
          </p:cNvSpPr>
          <p:nvPr>
            <p:ph type="title"/>
          </p:nvPr>
        </p:nvSpPr>
        <p:spPr>
          <a:xfrm>
            <a:off x="714000" y="738750"/>
            <a:ext cx="3858000" cy="8061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5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37" name="Google Shape;337;p34"/>
          <p:cNvSpPr txBox="1">
            <a:spLocks noGrp="1"/>
          </p:cNvSpPr>
          <p:nvPr>
            <p:ph type="subTitle" idx="1"/>
          </p:nvPr>
        </p:nvSpPr>
        <p:spPr>
          <a:xfrm>
            <a:off x="714000" y="1620150"/>
            <a:ext cx="2635800" cy="110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grpSp>
        <p:nvGrpSpPr>
          <p:cNvPr id="338" name="Google Shape;338;p34"/>
          <p:cNvGrpSpPr/>
          <p:nvPr/>
        </p:nvGrpSpPr>
        <p:grpSpPr>
          <a:xfrm>
            <a:off x="-217085" y="4090475"/>
            <a:ext cx="701400" cy="470850"/>
            <a:chOff x="2171175" y="41750"/>
            <a:chExt cx="701400" cy="470850"/>
          </a:xfrm>
        </p:grpSpPr>
        <p:sp>
          <p:nvSpPr>
            <p:cNvPr id="339" name="Google Shape;339;p34"/>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4"/>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 name="Google Shape;342;p34"/>
          <p:cNvSpPr/>
          <p:nvPr/>
        </p:nvSpPr>
        <p:spPr>
          <a:xfrm>
            <a:off x="-284550" y="-431900"/>
            <a:ext cx="1276200" cy="1275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4"/>
          <p:cNvSpPr txBox="1"/>
          <p:nvPr/>
        </p:nvSpPr>
        <p:spPr>
          <a:xfrm>
            <a:off x="714000" y="3404125"/>
            <a:ext cx="3254100" cy="641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lt1"/>
                </a:solidFill>
                <a:latin typeface="Catamaran"/>
                <a:ea typeface="Catamaran"/>
                <a:cs typeface="Catamaran"/>
                <a:sym typeface="Catamaran"/>
              </a:rPr>
              <a:t>Credits: This presentation template was created by </a:t>
            </a:r>
            <a:r>
              <a:rPr lang="en" sz="1200" b="1">
                <a:solidFill>
                  <a:schemeClr val="lt1"/>
                </a:solidFill>
                <a:uFill>
                  <a:noFill/>
                </a:uFill>
                <a:latin typeface="Catamaran"/>
                <a:ea typeface="Catamaran"/>
                <a:cs typeface="Catamaran"/>
                <a:sym typeface="Catamaran"/>
                <a:hlinkClick r:id="rId2">
                  <a:extLst>
                    <a:ext uri="{A12FA001-AC4F-418D-AE19-62706E023703}">
                      <ahyp:hlinkClr xmlns:ahyp="http://schemas.microsoft.com/office/drawing/2018/hyperlinkcolor" val="tx"/>
                    </a:ext>
                  </a:extLst>
                </a:hlinkClick>
              </a:rPr>
              <a:t>Slidesgo</a:t>
            </a:r>
            <a:r>
              <a:rPr lang="en" sz="1200">
                <a:solidFill>
                  <a:schemeClr val="lt1"/>
                </a:solidFill>
                <a:latin typeface="Catamaran"/>
                <a:ea typeface="Catamaran"/>
                <a:cs typeface="Catamaran"/>
                <a:sym typeface="Catamaran"/>
              </a:rPr>
              <a:t>, including icons by </a:t>
            </a:r>
            <a:r>
              <a:rPr lang="en" sz="1200" b="1">
                <a:solidFill>
                  <a:schemeClr val="lt1"/>
                </a:solidFill>
                <a:uFill>
                  <a:noFill/>
                </a:uFill>
                <a:latin typeface="Catamaran"/>
                <a:ea typeface="Catamaran"/>
                <a:cs typeface="Catamaran"/>
                <a:sym typeface="Catamaran"/>
                <a:hlinkClick r:id="rId3">
                  <a:extLst>
                    <a:ext uri="{A12FA001-AC4F-418D-AE19-62706E023703}">
                      <ahyp:hlinkClr xmlns:ahyp="http://schemas.microsoft.com/office/drawing/2018/hyperlinkcolor" val="tx"/>
                    </a:ext>
                  </a:extLst>
                </a:hlinkClick>
              </a:rPr>
              <a:t>Flaticon</a:t>
            </a:r>
            <a:r>
              <a:rPr lang="en" sz="1200">
                <a:solidFill>
                  <a:schemeClr val="lt1"/>
                </a:solidFill>
                <a:latin typeface="Catamaran"/>
                <a:ea typeface="Catamaran"/>
                <a:cs typeface="Catamaran"/>
                <a:sym typeface="Catamaran"/>
              </a:rPr>
              <a:t>, infographics &amp; images by </a:t>
            </a:r>
            <a:r>
              <a:rPr lang="en" sz="1200" b="1">
                <a:solidFill>
                  <a:schemeClr val="lt1"/>
                </a:solidFill>
                <a:uFill>
                  <a:noFill/>
                </a:uFill>
                <a:latin typeface="Catamaran"/>
                <a:ea typeface="Catamaran"/>
                <a:cs typeface="Catamaran"/>
                <a:sym typeface="Catamaran"/>
                <a:hlinkClick r:id="rId4">
                  <a:extLst>
                    <a:ext uri="{A12FA001-AC4F-418D-AE19-62706E023703}">
                      <ahyp:hlinkClr xmlns:ahyp="http://schemas.microsoft.com/office/drawing/2018/hyperlinkcolor" val="tx"/>
                    </a:ext>
                  </a:extLst>
                </a:hlinkClick>
              </a:rPr>
              <a:t>Freepik</a:t>
            </a:r>
            <a:endParaRPr sz="1200">
              <a:solidFill>
                <a:schemeClr val="lt1"/>
              </a:solidFill>
              <a:latin typeface="Catamaran"/>
              <a:ea typeface="Catamaran"/>
              <a:cs typeface="Catamaran"/>
              <a:sym typeface="Catamaran"/>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1">
  <p:cSld name="BLANK_9">
    <p:spTree>
      <p:nvGrpSpPr>
        <p:cNvPr id="1" name="Shape 352"/>
        <p:cNvGrpSpPr/>
        <p:nvPr/>
      </p:nvGrpSpPr>
      <p:grpSpPr>
        <a:xfrm>
          <a:off x="0" y="0"/>
          <a:ext cx="0" cy="0"/>
          <a:chOff x="0" y="0"/>
          <a:chExt cx="0" cy="0"/>
        </a:xfrm>
      </p:grpSpPr>
      <p:sp>
        <p:nvSpPr>
          <p:cNvPr id="353" name="Google Shape;353;p36"/>
          <p:cNvSpPr/>
          <p:nvPr/>
        </p:nvSpPr>
        <p:spPr>
          <a:xfrm>
            <a:off x="7780300" y="3887125"/>
            <a:ext cx="826800" cy="869100"/>
          </a:xfrm>
          <a:prstGeom prst="star10">
            <a:avLst>
              <a:gd name="adj" fmla="val 0"/>
              <a:gd name="hf" fmla="val 10514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6"/>
          <p:cNvSpPr/>
          <p:nvPr/>
        </p:nvSpPr>
        <p:spPr>
          <a:xfrm rot="5400000">
            <a:off x="-246226" y="-335950"/>
            <a:ext cx="1364100" cy="13638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 name="Google Shape;355;p36"/>
          <p:cNvGrpSpPr/>
          <p:nvPr/>
        </p:nvGrpSpPr>
        <p:grpSpPr>
          <a:xfrm>
            <a:off x="-158425" y="4333775"/>
            <a:ext cx="701400" cy="470850"/>
            <a:chOff x="2171175" y="41750"/>
            <a:chExt cx="701400" cy="470850"/>
          </a:xfrm>
        </p:grpSpPr>
        <p:sp>
          <p:nvSpPr>
            <p:cNvPr id="356" name="Google Shape;356;p36"/>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6"/>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6"/>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 name="Google Shape;359;p36"/>
          <p:cNvSpPr/>
          <p:nvPr/>
        </p:nvSpPr>
        <p:spPr>
          <a:xfrm>
            <a:off x="8262025" y="-394175"/>
            <a:ext cx="1276200" cy="1275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63"/>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64"/>
        <p:cNvGrpSpPr/>
        <p:nvPr/>
      </p:nvGrpSpPr>
      <p:grpSpPr>
        <a:xfrm>
          <a:off x="0" y="0"/>
          <a:ext cx="0" cy="0"/>
          <a:chOff x="0" y="0"/>
          <a:chExt cx="0" cy="0"/>
        </a:xfrm>
      </p:grpSpPr>
      <p:sp>
        <p:nvSpPr>
          <p:cNvPr id="365" name="Google Shape;365;p3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image" Target="../media/image1.png"/><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4.xml"/><Relationship Id="rId1" Type="http://schemas.openxmlformats.org/officeDocument/2006/relationships/slideLayout" Target="../slideLayouts/slideLayout33.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blipFill dpi="0" rotWithShape="1">
          <a:blip r:embed="rId34">
            <a:alphaModFix amt="22000"/>
            <a:lum/>
          </a:blip>
          <a:srcRect/>
          <a:stretch>
            <a:fillRect/>
          </a:stretch>
        </a:blip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4000" y="538500"/>
            <a:ext cx="77160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1pPr>
            <a:lvl2pPr lvl="1">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2pPr>
            <a:lvl3pPr lvl="2">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3pPr>
            <a:lvl4pPr lvl="3">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4pPr>
            <a:lvl5pPr lvl="4">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5pPr>
            <a:lvl6pPr lvl="5">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6pPr>
            <a:lvl7pPr lvl="6">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7pPr>
            <a:lvl8pPr lvl="7">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8pPr>
            <a:lvl9pPr lvl="8">
              <a:spcBef>
                <a:spcPts val="0"/>
              </a:spcBef>
              <a:spcAft>
                <a:spcPts val="0"/>
              </a:spcAft>
              <a:buClr>
                <a:schemeClr val="lt1"/>
              </a:buClr>
              <a:buSzPts val="3000"/>
              <a:buFont typeface="Josefin Sans"/>
              <a:buNone/>
              <a:defRPr sz="3000" b="1">
                <a:solidFill>
                  <a:schemeClr val="lt1"/>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714000" y="1248225"/>
            <a:ext cx="7716000" cy="33567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1pPr>
            <a:lvl2pPr marL="914400" lvl="1"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2pPr>
            <a:lvl3pPr marL="1371600" lvl="2"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3pPr>
            <a:lvl4pPr marL="1828800" lvl="3"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4pPr>
            <a:lvl5pPr marL="2286000" lvl="4"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5pPr>
            <a:lvl6pPr marL="2743200" lvl="5"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6pPr>
            <a:lvl7pPr marL="3200400" lvl="6"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7pPr>
            <a:lvl8pPr marL="3657600" lvl="7"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8pPr>
            <a:lvl9pPr marL="4114800" lvl="8" indent="-317500">
              <a:lnSpc>
                <a:spcPct val="100000"/>
              </a:lnSpc>
              <a:spcBef>
                <a:spcPts val="0"/>
              </a:spcBef>
              <a:spcAft>
                <a:spcPts val="0"/>
              </a:spcAft>
              <a:buClr>
                <a:schemeClr val="lt1"/>
              </a:buClr>
              <a:buSzPts val="1400"/>
              <a:buFont typeface="Catamaran"/>
              <a:buChar char="■"/>
              <a:defRPr>
                <a:solidFill>
                  <a:schemeClr val="lt1"/>
                </a:solidFill>
                <a:latin typeface="Catamaran"/>
                <a:ea typeface="Catamaran"/>
                <a:cs typeface="Catamaran"/>
                <a:sym typeface="Catamaran"/>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5" r:id="rId26"/>
    <p:sldLayoutId id="2147483676" r:id="rId27"/>
    <p:sldLayoutId id="2147483677" r:id="rId28"/>
    <p:sldLayoutId id="2147483678" r:id="rId29"/>
    <p:sldLayoutId id="2147483679" r:id="rId30"/>
    <p:sldLayoutId id="2147483680" r:id="rId31"/>
    <p:sldLayoutId id="2147483682" r:id="rId3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blipFill dpi="0" rotWithShape="1">
          <a:blip r:embed="rId4">
            <a:alphaModFix amt="22000"/>
            <a:lum/>
          </a:blip>
          <a:srcRect/>
          <a:stretch>
            <a:fillRect/>
          </a:stretch>
        </a:blipFill>
        <a:effectLst/>
      </p:bgPr>
    </p:bg>
    <p:spTree>
      <p:nvGrpSpPr>
        <p:cNvPr id="1" name="Shape 360"/>
        <p:cNvGrpSpPr/>
        <p:nvPr/>
      </p:nvGrpSpPr>
      <p:grpSpPr>
        <a:xfrm>
          <a:off x="0" y="0"/>
          <a:ext cx="0" cy="0"/>
          <a:chOff x="0" y="0"/>
          <a:chExt cx="0" cy="0"/>
        </a:xfrm>
      </p:grpSpPr>
      <p:sp>
        <p:nvSpPr>
          <p:cNvPr id="361" name="Google Shape;361;p3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62" name="Google Shape;362;p3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3" r:id="rId1"/>
    <p:sldLayoutId id="2147483684"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8.xml"/></Relationships>
</file>

<file path=ppt/slides/_rels/slide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xml"/><Relationship Id="rId1" Type="http://schemas.openxmlformats.org/officeDocument/2006/relationships/slideLayout" Target="../slideLayouts/slideLayout28.xml"/></Relationships>
</file>

<file path=ppt/slides/_rels/slide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xml"/><Relationship Id="rId1" Type="http://schemas.openxmlformats.org/officeDocument/2006/relationships/slideLayout" Target="../slideLayouts/slideLayout2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8.xml"/></Relationships>
</file>

<file path=ppt/slides/_rels/slide30.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9.xml"/><Relationship Id="rId1" Type="http://schemas.openxmlformats.org/officeDocument/2006/relationships/slideLayout" Target="../slideLayouts/slideLayout28.xml"/></Relationships>
</file>

<file path=ppt/slides/_rels/slide3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30.xml"/><Relationship Id="rId1" Type="http://schemas.openxmlformats.org/officeDocument/2006/relationships/slideLayout" Target="../slideLayouts/slideLayout28.xml"/></Relationships>
</file>

<file path=ppt/slides/_rels/slide3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31.xml"/><Relationship Id="rId1" Type="http://schemas.openxmlformats.org/officeDocument/2006/relationships/slideLayout" Target="../slideLayouts/slideLayout2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8" Type="http://schemas.openxmlformats.org/officeDocument/2006/relationships/slide" Target="slide101.xm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93.xml"/><Relationship Id="rId7" Type="http://schemas.openxmlformats.org/officeDocument/2006/relationships/slide" Target="slide95.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56.xml"/><Relationship Id="rId16" Type="http://schemas.openxmlformats.org/officeDocument/2006/relationships/hyperlink" Target="https://vidfy.com/?utm_source=slidesgo_template&amp;utm_medium=referral-link&amp;utm_campaign=promo-slide&amp;utm_term=slidesgo&amp;utm_content=vidfy" TargetMode="External"/><Relationship Id="rId1" Type="http://schemas.openxmlformats.org/officeDocument/2006/relationships/slideLayout" Target="../slideLayouts/slideLayout2.xml"/><Relationship Id="rId6" Type="http://schemas.openxmlformats.org/officeDocument/2006/relationships/slide" Target="slide87.xml"/><Relationship Id="rId11" Type="http://schemas.openxmlformats.org/officeDocument/2006/relationships/hyperlink" Target="http://bit.ly/33VAFh3" TargetMode="External"/><Relationship Id="rId5" Type="http://schemas.openxmlformats.org/officeDocument/2006/relationships/slide" Target="slide89.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90.xml"/><Relationship Id="rId9" Type="http://schemas.openxmlformats.org/officeDocument/2006/relationships/hyperlink" Target="http://bit.ly/2Tynxth"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xml"/><Relationship Id="rId1" Type="http://schemas.openxmlformats.org/officeDocument/2006/relationships/slideLayout" Target="../slideLayouts/slideLayout1.xml"/><Relationship Id="rId4" Type="http://schemas.openxmlformats.org/officeDocument/2006/relationships/image" Target="../media/image6.png"/></Relationships>
</file>

<file path=ppt/slides/_rels/slide6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59.xml"/><Relationship Id="rId1" Type="http://schemas.openxmlformats.org/officeDocument/2006/relationships/slideLayout" Target="../slideLayouts/slideLayout25.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7.xml"/></Relationships>
</file>

<file path=ppt/slides/_rels/slide62.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61.xml"/><Relationship Id="rId1" Type="http://schemas.openxmlformats.org/officeDocument/2006/relationships/slideLayout" Target="../slideLayouts/slideLayout12.xml"/><Relationship Id="rId4" Type="http://schemas.openxmlformats.org/officeDocument/2006/relationships/image" Target="../media/image9.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6.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8.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9.xml"/></Relationships>
</file>

<file path=ppt/slides/_rels/slide68.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67.xml"/><Relationship Id="rId1" Type="http://schemas.openxmlformats.org/officeDocument/2006/relationships/slideLayout" Target="../slideLayouts/slideLayout1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7.xml"/></Relationships>
</file>

<file path=ppt/slides/_rels/slide7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2.xml"/><Relationship Id="rId1" Type="http://schemas.openxmlformats.org/officeDocument/2006/relationships/slideLayout" Target="../slideLayouts/slideLayout28.xml"/></Relationships>
</file>

<file path=ppt/slides/_rels/slide74.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73.xml"/><Relationship Id="rId1" Type="http://schemas.openxmlformats.org/officeDocument/2006/relationships/slideLayout" Target="../slideLayouts/slideLayout2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75.xml"/><Relationship Id="rId1" Type="http://schemas.openxmlformats.org/officeDocument/2006/relationships/slideLayout" Target="../slideLayouts/slideLayout30.xml"/><Relationship Id="rId5" Type="http://schemas.openxmlformats.org/officeDocument/2006/relationships/image" Target="../media/image13.png"/><Relationship Id="rId4" Type="http://schemas.openxmlformats.org/officeDocument/2006/relationships/hyperlink" Target="https://docs.google.com/spreadsheets/d/1Xo4xS7i0FwCODL7tm1v-qLRraH9b0Y0d302qUFdQsrE/copy#gid=0" TargetMode="External"/></Relationships>
</file>

<file path=ppt/slides/_rels/slide77.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76.xml"/><Relationship Id="rId1" Type="http://schemas.openxmlformats.org/officeDocument/2006/relationships/slideLayout" Target="../slideLayouts/slideLayout20.xml"/><Relationship Id="rId4" Type="http://schemas.openxmlformats.org/officeDocument/2006/relationships/image" Target="../media/image9.png"/></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9.xml"/></Relationships>
</file>

<file path=ppt/slides/_rels/slide7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8.xml"/><Relationship Id="rId1" Type="http://schemas.openxmlformats.org/officeDocument/2006/relationships/slideLayout" Target="../slideLayouts/slideLayout26.xml"/></Relationships>
</file>

<file path=ppt/slides/_rels/slide80.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79.xml"/><Relationship Id="rId1" Type="http://schemas.openxmlformats.org/officeDocument/2006/relationships/slideLayout" Target="../slideLayouts/slideLayout9.xml"/><Relationship Id="rId4" Type="http://schemas.openxmlformats.org/officeDocument/2006/relationships/image" Target="../media/image17.png"/></Relationships>
</file>

<file path=ppt/slides/_rels/slide81.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80.xml"/><Relationship Id="rId1" Type="http://schemas.openxmlformats.org/officeDocument/2006/relationships/slideLayout" Target="../slideLayouts/slideLayout15.xml"/></Relationships>
</file>

<file path=ppt/slides/_rels/slide82.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81.xml"/><Relationship Id="rId1" Type="http://schemas.openxmlformats.org/officeDocument/2006/relationships/slideLayout" Target="../slideLayouts/slideLayout18.xml"/><Relationship Id="rId4" Type="http://schemas.openxmlformats.org/officeDocument/2006/relationships/image" Target="../media/image20.png"/></Relationships>
</file>

<file path=ppt/slides/_rels/slide8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82.xml"/><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83.xml"/><Relationship Id="rId1" Type="http://schemas.openxmlformats.org/officeDocument/2006/relationships/slideLayout" Target="../slideLayouts/slideLayout23.xml"/></Relationships>
</file>

<file path=ppt/slides/_rels/slide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xml"/><Relationship Id="rId1" Type="http://schemas.openxmlformats.org/officeDocument/2006/relationships/slideLayout" Target="../slideLayouts/slideLayout24.xml"/><Relationship Id="rId5" Type="http://schemas.openxmlformats.org/officeDocument/2006/relationships/image" Target="../media/image17.png"/><Relationship Id="rId4" Type="http://schemas.openxmlformats.org/officeDocument/2006/relationships/image" Target="../media/image7.jpg"/></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0.xml"/></Relationships>
</file>

<file path=ppt/slides/_rels/slide8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86.xml"/><Relationship Id="rId1" Type="http://schemas.openxmlformats.org/officeDocument/2006/relationships/slideLayout" Target="../slideLayouts/slideLayout31.xml"/><Relationship Id="rId4" Type="http://schemas.openxmlformats.org/officeDocument/2006/relationships/image" Target="../media/image6.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0.xml"/></Relationships>
</file>

<file path=ppt/slides/_rels/slide89.xml.rels><?xml version="1.0" encoding="UTF-8" standalone="yes"?>
<Relationships xmlns="http://schemas.openxmlformats.org/package/2006/relationships"><Relationship Id="rId8" Type="http://schemas.openxmlformats.org/officeDocument/2006/relationships/hyperlink" Target="https://www.freepik.com/free-photo/woman-spending-time-with-her-black-baby-boy_21252327.htm/?utm_source=slidesgo_template&amp;utm_medium=referral-link&amp;utm_campaign=sg_resources&amp;utm_content=freepik" TargetMode="External"/><Relationship Id="rId13" Type="http://schemas.openxmlformats.org/officeDocument/2006/relationships/hyperlink" Target="https://www.freepik.com/free-photo/medium-shot-old-woman-outdoors_24747732.htm/?utm_source=slidesgo_template&amp;utm_medium=referral-link&amp;utm_campaign=sg_resources&amp;utm_content=freepik" TargetMode="External"/><Relationship Id="rId3" Type="http://schemas.openxmlformats.org/officeDocument/2006/relationships/hyperlink" Target="https://www.freepik.com/free-photo/medium-shot-african-woman-holding-plant_24747820.htm/?utm_source=slidesgo_template&amp;utm_medium=referral-link&amp;utm_campaign=sg_resources&amp;utm_content=freepik" TargetMode="External"/><Relationship Id="rId7" Type="http://schemas.openxmlformats.org/officeDocument/2006/relationships/hyperlink" Target="https://www.freepik.com/free-photo/african-senior-woman-portrait_12245676.htm/?utm_source=slidesgo_template&amp;utm_medium=referral-link&amp;utm_campaign=sg_resources&amp;utm_content=freepik" TargetMode="External"/><Relationship Id="rId12" Type="http://schemas.openxmlformats.org/officeDocument/2006/relationships/hyperlink" Target="https://www.freepik.com/free-photo/medium-shot-african-woman-outdoors_24747794.htm/?utm_source=slidesgo_template&amp;utm_medium=referral-link&amp;utm_campaign=sg_resources&amp;utm_content=freepik" TargetMode="External"/><Relationship Id="rId17" Type="http://schemas.openxmlformats.org/officeDocument/2006/relationships/hyperlink" Target="https://www.freepik.com/free-photo/beautiful-african-women-having-fun-while-fetching-water_15715944.htm/?utm_source=slidesgo_template&amp;utm_medium=referral-link&amp;utm_campaign=sg_resources&amp;utm_content=freepik" TargetMode="External"/><Relationship Id="rId2" Type="http://schemas.openxmlformats.org/officeDocument/2006/relationships/notesSlide" Target="../notesSlides/notesSlide88.xml"/><Relationship Id="rId16" Type="http://schemas.openxmlformats.org/officeDocument/2006/relationships/hyperlink" Target="https://www.freepik.com/free-photo/beautiful-african-women-fetching-water_15715945.htm/?utm_source=slidesgo_template&amp;utm_medium=referral-link&amp;utm_campaign=sg_resources&amp;utm_content=freepik" TargetMode="External"/><Relationship Id="rId1" Type="http://schemas.openxmlformats.org/officeDocument/2006/relationships/slideLayout" Target="../slideLayouts/slideLayout14.xml"/><Relationship Id="rId6" Type="http://schemas.openxmlformats.org/officeDocument/2006/relationships/hyperlink" Target="https://www.freepik.com/free-photo/african-senior-woman-portrait_12245680.htm/?utm_source=slidesgo_template&amp;utm_medium=referral-link&amp;utm_campaign=sg_resources&amp;utm_content=freepik" TargetMode="External"/><Relationship Id="rId11" Type="http://schemas.openxmlformats.org/officeDocument/2006/relationships/hyperlink" Target="https://www.freepik.com/free-photo/senior-african-woman-outdoors_24747741.htm/?utm_source=slidesgo_template&amp;utm_medium=referral-link&amp;utm_campaign=sg_resources&amp;utm_content=freepik" TargetMode="External"/><Relationship Id="rId5" Type="http://schemas.openxmlformats.org/officeDocument/2006/relationships/hyperlink" Target="https://www.freepik.com/free-photo/full-shot-old-woman-exterior-portrait_24747754.htm/?utm_source=slidesgo_template&amp;utm_medium=referral-link&amp;utm_campaign=sg_resources&amp;utm_content=freepik" TargetMode="External"/><Relationship Id="rId15" Type="http://schemas.openxmlformats.org/officeDocument/2006/relationships/hyperlink" Target="https://www.freepik.com/free-photo/woman-teaching-kids-class_13106474.htm/?utm_source=slidesgo_template&amp;utm_medium=referral-link&amp;utm_campaign=sg_resources&amp;utm_content=freepik" TargetMode="External"/><Relationship Id="rId10" Type="http://schemas.openxmlformats.org/officeDocument/2006/relationships/hyperlink" Target="https://www.freepik.com/free-photo/medium-shot-old-woman-sitting-outdoors_24747743.htm/?utm_source=slidesgo_template&amp;utm_medium=referral-link&amp;utm_campaign=sg_resources&amp;utm_content=freepik" TargetMode="External"/><Relationship Id="rId4" Type="http://schemas.openxmlformats.org/officeDocument/2006/relationships/hyperlink" Target="https://www.freepik.com/free-photo/medium-shot-smiley-woman-exterior-portrait_24747771.htm/?utm_source=slidesgo_template&amp;utm_medium=referral-link&amp;utm_campaign=sg_resources&amp;utm_content=freepik" TargetMode="External"/><Relationship Id="rId9" Type="http://schemas.openxmlformats.org/officeDocument/2006/relationships/hyperlink" Target="https://www.freepik.com/free-photo/medium-shot-elderly-woman-outdoors_24747748.htm/?utm_source=slidesgo_template&amp;utm_medium=referral-link&amp;utm_campaign=sg_resources&amp;utm_content=freepik" TargetMode="External"/><Relationship Id="rId14" Type="http://schemas.openxmlformats.org/officeDocument/2006/relationships/hyperlink" Target="https://www.freepik.com/free-photo/full-shot-african-woman-sitting-chair_24747737.htm/?utm_source=slidesgo_template&amp;utm_medium=referral-link&amp;utm_campaign=sg_resources&amp;utm_content=freepik" TargetMode="External"/></Relationships>
</file>

<file path=ppt/slides/_rels/slide90.xml.rels><?xml version="1.0" encoding="UTF-8" standalone="yes"?>
<Relationships xmlns="http://schemas.openxmlformats.org/package/2006/relationships"><Relationship Id="rId8" Type="http://schemas.openxmlformats.org/officeDocument/2006/relationships/hyperlink" Target="https://www.freepik.com/free-photo/african-senior-woman-portrait_12245674.htm/?utm_source=slidesgo_template&amp;utm_medium=referral-link&amp;utm_campaign=sg_resources&amp;utm_content=freepik" TargetMode="External"/><Relationship Id="rId13" Type="http://schemas.openxmlformats.org/officeDocument/2006/relationships/hyperlink" Target="https://www.freepik.com/free-photo/medium-shot-elderly-african-woman-exterior-portrait_24747745.htm/?utm_source=slidesgo_template&amp;utm_medium=referral-link&amp;utm_campaign=sg_resources&amp;utm_content=freepik" TargetMode="External"/><Relationship Id="rId18" Type="http://schemas.openxmlformats.org/officeDocument/2006/relationships/hyperlink" Target="https://www.flaticon.com/packs/civil-rights-movement-24/?utm_source=slidesgo_template&amp;utm_medium=referral-link&amp;utm_campaign=sg_resources&amp;utm_content=flaticon" TargetMode="External"/><Relationship Id="rId3" Type="http://schemas.openxmlformats.org/officeDocument/2006/relationships/hyperlink" Target="https://www.freepik.com/free-photo/medium-shot-smiley-women-exterior-portrait_24747790.htm/?utm_source=slidesgo_template&amp;utm_medium=referral-link&amp;utm_campaign=sg_resources&amp;utm_content=freepik" TargetMode="External"/><Relationship Id="rId7" Type="http://schemas.openxmlformats.org/officeDocument/2006/relationships/hyperlink" Target="https://www.freepik.com/free-photo/african-senior-woman-portrait_12245701.htm/?utm_source=slidesgo_template&amp;utm_medium=referral-link&amp;utm_campaign=sg_resources&amp;utm_content=freepik" TargetMode="External"/><Relationship Id="rId12" Type="http://schemas.openxmlformats.org/officeDocument/2006/relationships/hyperlink" Target="https://www.freepik.com/free-photo/beautiful-african-women-having-fun-while-fetching-water_15715939.htm/?utm_source=slidesgo_template&amp;utm_medium=referral-link&amp;utm_campaign=sg_resources&amp;utm_content=freepik" TargetMode="External"/><Relationship Id="rId17" Type="http://schemas.openxmlformats.org/officeDocument/2006/relationships/hyperlink" Target="https://www.freepik.com/free-psd/juneteenth-poster-template-design_26746358.htm/?utm_source=slidesgo_template&amp;utm_medium=referral-link&amp;utm_campaign=sg_resources&amp;utm_content=freepik" TargetMode="External"/><Relationship Id="rId2" Type="http://schemas.openxmlformats.org/officeDocument/2006/relationships/notesSlide" Target="../notesSlides/notesSlide89.xml"/><Relationship Id="rId16" Type="http://schemas.openxmlformats.org/officeDocument/2006/relationships/hyperlink" Target="https://www.freepik.com/free-photo/woman-spending-time-with-her-black-baby-boy_21252321.htm/?utm_source=slidesgo_template&amp;utm_medium=referral-link&amp;utm_campaign=sg_resources&amp;utm_content=freepik" TargetMode="External"/><Relationship Id="rId1" Type="http://schemas.openxmlformats.org/officeDocument/2006/relationships/slideLayout" Target="../slideLayouts/slideLayout14.xml"/><Relationship Id="rId6" Type="http://schemas.openxmlformats.org/officeDocument/2006/relationships/hyperlink" Target="https://www.freepik.com/free-photo/african-senior-woman-portrait_12245672.htm/?utm_source=slidesgo_template&amp;utm_medium=referral-link&amp;utm_campaign=sg_resources&amp;utm_content=freepik" TargetMode="External"/><Relationship Id="rId11" Type="http://schemas.openxmlformats.org/officeDocument/2006/relationships/hyperlink" Target="https://www.freepik.com/free-photo/medium-shot-african-women-sitting-together_24747739.htm/?utm_source=slidesgo_template&amp;utm_medium=referral-link&amp;utm_campaign=sg_resources&amp;utm_content=freepik" TargetMode="External"/><Relationship Id="rId5" Type="http://schemas.openxmlformats.org/officeDocument/2006/relationships/hyperlink" Target="https://www.freepik.com/free-photo/african-senior-woman_12245706.htm/?utm_source=slidesgo_template&amp;utm_medium=referral-link&amp;utm_campaign=sg_resources&amp;utm_content=freepik" TargetMode="External"/><Relationship Id="rId15" Type="http://schemas.openxmlformats.org/officeDocument/2006/relationships/hyperlink" Target="https://www.freepik.com/free-photo/african-woman-teaching-kids-class_13106481.htm/?utm_source=slidesgo_template&amp;utm_medium=referral-link&amp;utm_campaign=sg_resources&amp;utm_content=freepik" TargetMode="External"/><Relationship Id="rId10" Type="http://schemas.openxmlformats.org/officeDocument/2006/relationships/hyperlink" Target="https://www.freepik.com/free-photo/beautiful-african-women-fetching-water-from-outside_15715927.htm/?utm_source=slidesgo_template&amp;utm_medium=referral-link&amp;utm_campaign=sg_resources&amp;utm_content=freepik" TargetMode="External"/><Relationship Id="rId4" Type="http://schemas.openxmlformats.org/officeDocument/2006/relationships/hyperlink" Target="https://www.freepik.com/free-photo/african-senior-woman_12245687.htm/?utm_source=slidesgo_template&amp;utm_medium=referral-link&amp;utm_campaign=sg_resources&amp;utm_content=freepik" TargetMode="External"/><Relationship Id="rId9" Type="http://schemas.openxmlformats.org/officeDocument/2006/relationships/hyperlink" Target="https://www.freepik.com/free-photo/beautiful-african-women-fetching-water-from-outside_15715929.htm/?utm_source=slidesgo_template&amp;utm_medium=referral-link&amp;utm_campaign=sg_resources&amp;utm_content=freepik" TargetMode="External"/><Relationship Id="rId14" Type="http://schemas.openxmlformats.org/officeDocument/2006/relationships/hyperlink" Target="https://www.freepik.com/free-photo/medium-shot-smiley-elderly-woman-outdoors_24747764.htm/?utm_source=slidesgo_template&amp;utm_medium=referral-link&amp;utm_campaign=sg_resources&amp;utm_content=freepik" TargetMode="External"/></Relationships>
</file>

<file path=ppt/slides/_rels/slide91.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90.xml"/><Relationship Id="rId1" Type="http://schemas.openxmlformats.org/officeDocument/2006/relationships/slideLayout" Target="../slideLayouts/slideLayout34.xml"/><Relationship Id="rId6" Type="http://schemas.openxmlformats.org/officeDocument/2006/relationships/slide" Target="slide87.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9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1.xml"/><Relationship Id="rId1" Type="http://schemas.openxmlformats.org/officeDocument/2006/relationships/slideLayout" Target="../slideLayouts/slideLayout3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87.xml"/></Relationships>
</file>

<file path=ppt/slides/_rels/slide93.xml.rels><?xml version="1.0" encoding="UTF-8" standalone="yes"?>
<Relationships xmlns="http://schemas.openxmlformats.org/package/2006/relationships"><Relationship Id="rId3" Type="http://schemas.openxmlformats.org/officeDocument/2006/relationships/hyperlink" Target="https://fonts.google.com/specimen/Josefin+Sans?query=josef" TargetMode="External"/><Relationship Id="rId2" Type="http://schemas.openxmlformats.org/officeDocument/2006/relationships/notesSlide" Target="../notesSlides/notesSlide92.xml"/><Relationship Id="rId1" Type="http://schemas.openxmlformats.org/officeDocument/2006/relationships/slideLayout" Target="../slideLayouts/slideLayout34.xml"/><Relationship Id="rId4" Type="http://schemas.openxmlformats.org/officeDocument/2006/relationships/hyperlink" Target="https://fonts.google.com/specimen/Catamaran?query=catama" TargetMode="External"/></Relationships>
</file>

<file path=ppt/slides/_rels/slide9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8.png"/><Relationship Id="rId2" Type="http://schemas.openxmlformats.org/officeDocument/2006/relationships/notesSlide" Target="../notesSlides/notesSlide93.xml"/><Relationship Id="rId1" Type="http://schemas.openxmlformats.org/officeDocument/2006/relationships/slideLayout" Target="../slideLayouts/slideLayout3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7.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6.png"/><Relationship Id="rId4" Type="http://schemas.openxmlformats.org/officeDocument/2006/relationships/image" Target="../media/image24.png"/><Relationship Id="rId9" Type="http://schemas.openxmlformats.org/officeDocument/2006/relationships/image" Target="../media/image25.png"/></Relationships>
</file>

<file path=ppt/slides/_rels/slide9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94.xml"/><Relationship Id="rId1" Type="http://schemas.openxmlformats.org/officeDocument/2006/relationships/slideLayout" Target="../slideLayouts/slideLayout34.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3.xml"/></Relationships>
</file>

<file path=ppt/slides/_rels/slide10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00.xml"/><Relationship Id="rId1" Type="http://schemas.openxmlformats.org/officeDocument/2006/relationships/slideLayout" Target="../slideLayouts/slideLayout34.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3.xml"/></Relationships>
</file>

<file path=ppt/slides/_rels/slide10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7.xml"/><Relationship Id="rId1" Type="http://schemas.openxmlformats.org/officeDocument/2006/relationships/slideLayout" Target="../slideLayouts/slideLayout33.xm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A20AB0-ABB9-4D9B-015D-EA2D46856379}"/>
              </a:ext>
            </a:extLst>
          </p:cNvPr>
          <p:cNvSpPr>
            <a:spLocks noGrp="1"/>
          </p:cNvSpPr>
          <p:nvPr>
            <p:ph type="title"/>
          </p:nvPr>
        </p:nvSpPr>
        <p:spPr>
          <a:xfrm>
            <a:off x="816742" y="2084557"/>
            <a:ext cx="7716000" cy="1187700"/>
          </a:xfrm>
        </p:spPr>
        <p:txBody>
          <a:bodyPr/>
          <a:lstStyle/>
          <a:p>
            <a:r>
              <a:rPr lang="en" dirty="0">
                <a:solidFill>
                  <a:schemeClr val="accent1"/>
                </a:solidFill>
              </a:rPr>
              <a:t>Theme 4: </a:t>
            </a:r>
            <a:r>
              <a:rPr lang="en" dirty="0">
                <a:solidFill>
                  <a:schemeClr val="tx2"/>
                </a:solidFill>
              </a:rPr>
              <a:t>The Constitution of 1996</a:t>
            </a:r>
            <a:r>
              <a:rPr lang="en" dirty="0">
                <a:solidFill>
                  <a:schemeClr val="tx1"/>
                </a:solidFill>
              </a:rPr>
              <a:t>:  </a:t>
            </a:r>
            <a:r>
              <a:rPr lang="en" b="0" dirty="0">
                <a:solidFill>
                  <a:schemeClr val="bg2"/>
                </a:solidFill>
              </a:rPr>
              <a:t>Basic Principles, Concepts and Doctrines</a:t>
            </a:r>
            <a:endParaRPr lang="en-GB" dirty="0">
              <a:solidFill>
                <a:schemeClr val="bg2"/>
              </a:solidFill>
            </a:endParaRPr>
          </a:p>
        </p:txBody>
      </p:sp>
    </p:spTree>
    <p:extLst>
      <p:ext uri="{BB962C8B-B14F-4D97-AF65-F5344CB8AC3E}">
        <p14:creationId xmlns:p14="http://schemas.microsoft.com/office/powerpoint/2010/main" val="153644235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1E944B-0298-855D-FB16-07F5F018083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E5C64B0-2088-8098-8AB3-FA5AC3448570}"/>
              </a:ext>
            </a:extLst>
          </p:cNvPr>
          <p:cNvSpPr>
            <a:spLocks noGrp="1"/>
          </p:cNvSpPr>
          <p:nvPr>
            <p:ph type="title"/>
          </p:nvPr>
        </p:nvSpPr>
        <p:spPr>
          <a:xfrm>
            <a:off x="655578" y="1999050"/>
            <a:ext cx="8488422" cy="572700"/>
          </a:xfrm>
        </p:spPr>
        <p:txBody>
          <a:bodyPr/>
          <a:lstStyle/>
          <a:p>
            <a:pPr algn="ctr"/>
            <a:r>
              <a:rPr lang="en-GB" sz="9600" dirty="0">
                <a:solidFill>
                  <a:schemeClr val="tx1"/>
                </a:solidFill>
              </a:rPr>
              <a:t>Recap</a:t>
            </a:r>
          </a:p>
        </p:txBody>
      </p:sp>
    </p:spTree>
    <p:extLst>
      <p:ext uri="{BB962C8B-B14F-4D97-AF65-F5344CB8AC3E}">
        <p14:creationId xmlns:p14="http://schemas.microsoft.com/office/powerpoint/2010/main" val="34881324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A9207-7442-A99A-5979-DF92B8CB69D9}"/>
              </a:ext>
            </a:extLst>
          </p:cNvPr>
          <p:cNvSpPr>
            <a:spLocks noGrp="1"/>
          </p:cNvSpPr>
          <p:nvPr>
            <p:ph type="title"/>
          </p:nvPr>
        </p:nvSpPr>
        <p:spPr>
          <a:xfrm>
            <a:off x="714000" y="199287"/>
            <a:ext cx="7716000" cy="572700"/>
          </a:xfrm>
        </p:spPr>
        <p:txBody>
          <a:bodyPr/>
          <a:lstStyle/>
          <a:p>
            <a:r>
              <a:rPr lang="en-GB" dirty="0">
                <a:solidFill>
                  <a:schemeClr val="accent1"/>
                </a:solidFill>
              </a:rPr>
              <a:t>The Application of the Bill of Rights</a:t>
            </a:r>
          </a:p>
        </p:txBody>
      </p:sp>
      <p:sp>
        <p:nvSpPr>
          <p:cNvPr id="3" name="Text Placeholder 2">
            <a:extLst>
              <a:ext uri="{FF2B5EF4-FFF2-40B4-BE49-F238E27FC236}">
                <a16:creationId xmlns:a16="http://schemas.microsoft.com/office/drawing/2014/main" id="{0CDB82DD-CA2B-396A-B95B-099FA3E08370}"/>
              </a:ext>
            </a:extLst>
          </p:cNvPr>
          <p:cNvSpPr>
            <a:spLocks noGrp="1"/>
          </p:cNvSpPr>
          <p:nvPr>
            <p:ph type="body" idx="1"/>
          </p:nvPr>
        </p:nvSpPr>
        <p:spPr>
          <a:xfrm>
            <a:off x="714000" y="771987"/>
            <a:ext cx="8330848" cy="3530252"/>
          </a:xfrm>
        </p:spPr>
        <p:txBody>
          <a:bodyPr/>
          <a:lstStyle/>
          <a:p>
            <a:pPr>
              <a:lnSpc>
                <a:spcPct val="150000"/>
              </a:lnSpc>
            </a:pPr>
            <a:r>
              <a:rPr lang="en-GB" sz="3200" dirty="0">
                <a:solidFill>
                  <a:schemeClr val="tx1"/>
                </a:solidFill>
              </a:rPr>
              <a:t>When litigating the Bill of Rights, the Court has to determine whether the BOR applies </a:t>
            </a:r>
          </a:p>
          <a:p>
            <a:pPr lvl="1">
              <a:lnSpc>
                <a:spcPct val="150000"/>
              </a:lnSpc>
            </a:pPr>
            <a:r>
              <a:rPr lang="en-GB" sz="3200" b="1" dirty="0">
                <a:solidFill>
                  <a:schemeClr val="tx1"/>
                </a:solidFill>
              </a:rPr>
              <a:t>Directly or Indirectly </a:t>
            </a:r>
          </a:p>
          <a:p>
            <a:pPr lvl="1">
              <a:lnSpc>
                <a:spcPct val="150000"/>
              </a:lnSpc>
            </a:pPr>
            <a:r>
              <a:rPr lang="en-GB" sz="3200" b="1" dirty="0">
                <a:solidFill>
                  <a:schemeClr val="tx1"/>
                </a:solidFill>
              </a:rPr>
              <a:t>Vertically or Horizontally </a:t>
            </a:r>
          </a:p>
          <a:p>
            <a:pPr marL="596900" lvl="1" indent="0">
              <a:lnSpc>
                <a:spcPct val="150000"/>
              </a:lnSpc>
              <a:buNone/>
            </a:pPr>
            <a:endParaRPr lang="en-GB" sz="3200" b="1" dirty="0">
              <a:solidFill>
                <a:schemeClr val="tx1"/>
              </a:solidFill>
            </a:endParaRPr>
          </a:p>
          <a:p>
            <a:endParaRPr lang="en-GB" sz="1800" dirty="0">
              <a:solidFill>
                <a:schemeClr val="tx1"/>
              </a:solidFill>
            </a:endParaRPr>
          </a:p>
        </p:txBody>
      </p:sp>
    </p:spTree>
    <p:extLst>
      <p:ext uri="{BB962C8B-B14F-4D97-AF65-F5344CB8AC3E}">
        <p14:creationId xmlns:p14="http://schemas.microsoft.com/office/powerpoint/2010/main" val="313953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784BF6DC-3436-3078-C179-C3014F21E38B}"/>
            </a:ext>
          </a:extLst>
        </p:cNvPr>
        <p:cNvGrpSpPr/>
        <p:nvPr/>
      </p:nvGrpSpPr>
      <p:grpSpPr>
        <a:xfrm>
          <a:off x="0" y="0"/>
          <a:ext cx="0" cy="0"/>
          <a:chOff x="0" y="0"/>
          <a:chExt cx="0" cy="0"/>
        </a:xfrm>
      </p:grpSpPr>
      <p:sp>
        <p:nvSpPr>
          <p:cNvPr id="1101" name="Google Shape;1101;p60">
            <a:extLst>
              <a:ext uri="{FF2B5EF4-FFF2-40B4-BE49-F238E27FC236}">
                <a16:creationId xmlns:a16="http://schemas.microsoft.com/office/drawing/2014/main" id="{A85C3F59-4621-6611-C0BB-E5DA6A1E5F9C}"/>
              </a:ext>
            </a:extLst>
          </p:cNvPr>
          <p:cNvSpPr txBox="1">
            <a:spLocks noGrp="1"/>
          </p:cNvSpPr>
          <p:nvPr>
            <p:ph type="subTitle" idx="1"/>
          </p:nvPr>
        </p:nvSpPr>
        <p:spPr>
          <a:xfrm>
            <a:off x="605976" y="893143"/>
            <a:ext cx="7932047"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800" dirty="0">
                <a:solidFill>
                  <a:schemeClr val="tx1"/>
                </a:solidFill>
              </a:rPr>
              <a:t>What did we celebrate on Monday? </a:t>
            </a:r>
          </a:p>
          <a:p>
            <a:pPr marL="285750" lvl="0" indent="-285750" algn="l">
              <a:lnSpc>
                <a:spcPct val="150000"/>
              </a:lnSpc>
              <a:buFont typeface="Arial" panose="020B0604020202020204" pitchFamily="34" charset="0"/>
              <a:buChar char="•"/>
            </a:pPr>
            <a:r>
              <a:rPr lang="en-US" sz="2800" dirty="0">
                <a:solidFill>
                  <a:schemeClr val="tx1"/>
                </a:solidFill>
              </a:rPr>
              <a:t>What is its significance? </a:t>
            </a:r>
          </a:p>
          <a:p>
            <a:pPr marL="742950" lvl="1" indent="-285750" algn="l">
              <a:lnSpc>
                <a:spcPct val="150000"/>
              </a:lnSpc>
              <a:buFont typeface="Arial" panose="020B0604020202020204" pitchFamily="34" charset="0"/>
              <a:buChar char="•"/>
            </a:pPr>
            <a:r>
              <a:rPr lang="en-US" sz="2800" dirty="0">
                <a:solidFill>
                  <a:schemeClr val="tx1"/>
                </a:solidFill>
              </a:rPr>
              <a:t>How does it encapsulate what we have done this semester? </a:t>
            </a:r>
          </a:p>
          <a:p>
            <a:pPr marL="285750" lvl="0" indent="-285750" algn="l">
              <a:lnSpc>
                <a:spcPct val="150000"/>
              </a:lnSpc>
              <a:buFont typeface="Arial" panose="020B0604020202020204" pitchFamily="34" charset="0"/>
              <a:buChar char="•"/>
            </a:pPr>
            <a:endParaRPr sz="2400" dirty="0">
              <a:solidFill>
                <a:schemeClr val="tx1"/>
              </a:solidFill>
            </a:endParaRPr>
          </a:p>
        </p:txBody>
      </p:sp>
    </p:spTree>
    <p:extLst>
      <p:ext uri="{BB962C8B-B14F-4D97-AF65-F5344CB8AC3E}">
        <p14:creationId xmlns:p14="http://schemas.microsoft.com/office/powerpoint/2010/main" val="120387302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E2468EBB-5611-60AC-2BC6-A85E373906A9}"/>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AE539D8A-E168-B6B5-CCA4-30C1DE60017C}"/>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tx2"/>
                </a:solidFill>
              </a:rPr>
              <a:t>Democracy! </a:t>
            </a:r>
            <a:endParaRPr sz="6600" dirty="0">
              <a:solidFill>
                <a:schemeClr val="tx2"/>
              </a:solidFill>
            </a:endParaRPr>
          </a:p>
        </p:txBody>
      </p:sp>
      <p:sp>
        <p:nvSpPr>
          <p:cNvPr id="1101" name="Google Shape;1101;p60">
            <a:extLst>
              <a:ext uri="{FF2B5EF4-FFF2-40B4-BE49-F238E27FC236}">
                <a16:creationId xmlns:a16="http://schemas.microsoft.com/office/drawing/2014/main" id="{F7639507-3010-5E7F-FF88-C4BEC6B7E9CE}"/>
              </a:ext>
            </a:extLst>
          </p:cNvPr>
          <p:cNvSpPr txBox="1">
            <a:spLocks noGrp="1"/>
          </p:cNvSpPr>
          <p:nvPr>
            <p:ph type="subTitle" idx="1"/>
          </p:nvPr>
        </p:nvSpPr>
        <p:spPr>
          <a:xfrm>
            <a:off x="941788" y="1184829"/>
            <a:ext cx="7932047" cy="3357214"/>
          </a:xfrm>
          <a:prstGeom prst="rect">
            <a:avLst/>
          </a:prstGeom>
        </p:spPr>
        <p:txBody>
          <a:bodyPr spcFirstLastPara="1" wrap="square" lIns="91425" tIns="91425" rIns="91425" bIns="91425" anchor="t" anchorCtr="0">
            <a:noAutofit/>
          </a:bodyPr>
          <a:lstStyle/>
          <a:p>
            <a:pPr marL="342900" lvl="0" indent="-342900" algn="l">
              <a:lnSpc>
                <a:spcPct val="150000"/>
              </a:lnSpc>
              <a:buFont typeface="Arial" panose="020B0604020202020204" pitchFamily="34" charset="0"/>
              <a:buChar char="•"/>
            </a:pPr>
            <a:r>
              <a:rPr lang="en-US" sz="2800" dirty="0">
                <a:solidFill>
                  <a:schemeClr val="tx1"/>
                </a:solidFill>
              </a:rPr>
              <a:t>What do you think is Democracy? </a:t>
            </a:r>
          </a:p>
          <a:p>
            <a:pPr marL="342900" lvl="0" indent="-342900" algn="l">
              <a:lnSpc>
                <a:spcPct val="150000"/>
              </a:lnSpc>
              <a:buFont typeface="Arial" panose="020B0604020202020204" pitchFamily="34" charset="0"/>
              <a:buChar char="•"/>
            </a:pPr>
            <a:r>
              <a:rPr lang="en-US" sz="2800" dirty="0">
                <a:solidFill>
                  <a:schemeClr val="tx1"/>
                </a:solidFill>
              </a:rPr>
              <a:t>How do we define democracy? </a:t>
            </a:r>
          </a:p>
          <a:p>
            <a:pPr marL="0" lvl="0" indent="0" algn="l">
              <a:lnSpc>
                <a:spcPct val="150000"/>
              </a:lnSpc>
            </a:pPr>
            <a:endParaRPr sz="2000" dirty="0">
              <a:solidFill>
                <a:schemeClr val="tx1"/>
              </a:solidFill>
            </a:endParaRPr>
          </a:p>
        </p:txBody>
      </p:sp>
    </p:spTree>
    <p:extLst>
      <p:ext uri="{BB962C8B-B14F-4D97-AF65-F5344CB8AC3E}">
        <p14:creationId xmlns:p14="http://schemas.microsoft.com/office/powerpoint/2010/main" val="403833204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290B84CE-204F-1FE5-14B7-B908096F910D}"/>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953AE648-C0B9-44FB-9F70-838D5235A0F3}"/>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tx2"/>
                </a:solidFill>
              </a:rPr>
              <a:t>Democracy! </a:t>
            </a:r>
            <a:endParaRPr sz="6600" dirty="0">
              <a:solidFill>
                <a:schemeClr val="tx2"/>
              </a:solidFill>
            </a:endParaRPr>
          </a:p>
        </p:txBody>
      </p:sp>
      <p:sp>
        <p:nvSpPr>
          <p:cNvPr id="1101" name="Google Shape;1101;p60">
            <a:extLst>
              <a:ext uri="{FF2B5EF4-FFF2-40B4-BE49-F238E27FC236}">
                <a16:creationId xmlns:a16="http://schemas.microsoft.com/office/drawing/2014/main" id="{2DE4B7A2-F394-20EB-92FE-0DB026632D63}"/>
              </a:ext>
            </a:extLst>
          </p:cNvPr>
          <p:cNvSpPr txBox="1">
            <a:spLocks noGrp="1"/>
          </p:cNvSpPr>
          <p:nvPr>
            <p:ph type="subTitle" idx="1"/>
          </p:nvPr>
        </p:nvSpPr>
        <p:spPr>
          <a:xfrm>
            <a:off x="605976" y="893143"/>
            <a:ext cx="7932047"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tx1"/>
                </a:solidFill>
              </a:rPr>
              <a:t>We have a “Constitutional Democracy” </a:t>
            </a:r>
          </a:p>
          <a:p>
            <a:pPr marL="742950" lvl="1" indent="-285750" algn="l">
              <a:lnSpc>
                <a:spcPct val="150000"/>
              </a:lnSpc>
              <a:buFont typeface="Arial" panose="020B0604020202020204" pitchFamily="34" charset="0"/>
              <a:buChar char="•"/>
            </a:pPr>
            <a:r>
              <a:rPr lang="en-US" sz="2400" dirty="0">
                <a:solidFill>
                  <a:schemeClr val="tx1"/>
                </a:solidFill>
              </a:rPr>
              <a:t>Pre-amble”  ‘ A Society based on democratic values’ </a:t>
            </a:r>
          </a:p>
          <a:p>
            <a:pPr marL="742950" lvl="1" indent="-285750" algn="l">
              <a:lnSpc>
                <a:spcPct val="150000"/>
              </a:lnSpc>
              <a:buFont typeface="Arial" panose="020B0604020202020204" pitchFamily="34" charset="0"/>
              <a:buChar char="•"/>
            </a:pPr>
            <a:r>
              <a:rPr lang="en-US" sz="2400" b="1" dirty="0">
                <a:solidFill>
                  <a:schemeClr val="tx1"/>
                </a:solidFill>
              </a:rPr>
              <a:t>S1(d): </a:t>
            </a:r>
            <a:r>
              <a:rPr lang="en-US" sz="2400" dirty="0">
                <a:solidFill>
                  <a:schemeClr val="tx1"/>
                </a:solidFill>
              </a:rPr>
              <a:t>elections and a multi-party system of </a:t>
            </a:r>
            <a:r>
              <a:rPr lang="en-US" sz="2400" b="1" dirty="0">
                <a:solidFill>
                  <a:schemeClr val="tx1"/>
                </a:solidFill>
              </a:rPr>
              <a:t>democratic government</a:t>
            </a:r>
            <a:r>
              <a:rPr lang="en-US" sz="2400" dirty="0">
                <a:solidFill>
                  <a:schemeClr val="tx1"/>
                </a:solidFill>
              </a:rPr>
              <a:t>, to ensure accountability, responsiveness and openness</a:t>
            </a:r>
            <a:endParaRPr sz="2400" dirty="0">
              <a:solidFill>
                <a:schemeClr val="tx1"/>
              </a:solidFill>
            </a:endParaRPr>
          </a:p>
        </p:txBody>
      </p:sp>
    </p:spTree>
    <p:extLst>
      <p:ext uri="{BB962C8B-B14F-4D97-AF65-F5344CB8AC3E}">
        <p14:creationId xmlns:p14="http://schemas.microsoft.com/office/powerpoint/2010/main" val="1421096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6664647B-8913-81FC-C0A7-F9E3AD73CBD3}"/>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4609BA66-8406-73CC-9B40-AE61DDE7B371}"/>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tx2"/>
                </a:solidFill>
              </a:rPr>
              <a:t>Democracy! </a:t>
            </a:r>
            <a:endParaRPr sz="6600" dirty="0">
              <a:solidFill>
                <a:schemeClr val="tx2"/>
              </a:solidFill>
            </a:endParaRPr>
          </a:p>
        </p:txBody>
      </p:sp>
      <p:sp>
        <p:nvSpPr>
          <p:cNvPr id="1101" name="Google Shape;1101;p60">
            <a:extLst>
              <a:ext uri="{FF2B5EF4-FFF2-40B4-BE49-F238E27FC236}">
                <a16:creationId xmlns:a16="http://schemas.microsoft.com/office/drawing/2014/main" id="{7C62B5BE-28C4-6A05-8205-DD86DA90E974}"/>
              </a:ext>
            </a:extLst>
          </p:cNvPr>
          <p:cNvSpPr txBox="1">
            <a:spLocks noGrp="1"/>
          </p:cNvSpPr>
          <p:nvPr>
            <p:ph type="subTitle" idx="1"/>
          </p:nvPr>
        </p:nvSpPr>
        <p:spPr>
          <a:xfrm>
            <a:off x="-1" y="1198457"/>
            <a:ext cx="8734567" cy="3357214"/>
          </a:xfrm>
          <a:prstGeom prst="rect">
            <a:avLst/>
          </a:prstGeom>
        </p:spPr>
        <p:txBody>
          <a:bodyPr spcFirstLastPara="1" wrap="square" lIns="91425" tIns="91425" rIns="91425" bIns="91425" anchor="t" anchorCtr="0">
            <a:noAutofit/>
          </a:bodyPr>
          <a:lstStyle/>
          <a:p>
            <a:pPr lvl="0" indent="-457200" algn="l">
              <a:lnSpc>
                <a:spcPct val="150000"/>
              </a:lnSpc>
              <a:buFont typeface="Arial" panose="020B0604020202020204" pitchFamily="34" charset="0"/>
              <a:buChar char="•"/>
            </a:pPr>
            <a:r>
              <a:rPr lang="en-US" sz="2800" dirty="0">
                <a:solidFill>
                  <a:schemeClr val="tx1"/>
                </a:solidFill>
              </a:rPr>
              <a:t>Undeniably one of the dominate and enduring political ideas of modern times </a:t>
            </a:r>
          </a:p>
          <a:p>
            <a:pPr indent="-457200" algn="l">
              <a:lnSpc>
                <a:spcPct val="150000"/>
              </a:lnSpc>
              <a:buFont typeface="Arial" panose="020B0604020202020204" pitchFamily="34" charset="0"/>
              <a:buChar char="•"/>
            </a:pPr>
            <a:r>
              <a:rPr lang="en-US" sz="2800" dirty="0">
                <a:solidFill>
                  <a:schemeClr val="tx1"/>
                </a:solidFill>
              </a:rPr>
              <a:t>A </a:t>
            </a:r>
            <a:r>
              <a:rPr lang="en-US" sz="2800" b="1" dirty="0">
                <a:solidFill>
                  <a:schemeClr val="tx1"/>
                </a:solidFill>
              </a:rPr>
              <a:t>CORE concept </a:t>
            </a:r>
            <a:r>
              <a:rPr lang="en-US" sz="2800" dirty="0">
                <a:solidFill>
                  <a:schemeClr val="tx1"/>
                </a:solidFill>
              </a:rPr>
              <a:t>and value of the 1996 Constitution </a:t>
            </a:r>
          </a:p>
          <a:p>
            <a:pPr lvl="1" indent="-457200" algn="l">
              <a:lnSpc>
                <a:spcPct val="150000"/>
              </a:lnSpc>
              <a:buFont typeface="Arial" panose="020B0604020202020204" pitchFamily="34" charset="0"/>
              <a:buChar char="•"/>
            </a:pPr>
            <a:r>
              <a:rPr lang="en-US" sz="2800" dirty="0">
                <a:solidFill>
                  <a:schemeClr val="tx1"/>
                </a:solidFill>
              </a:rPr>
              <a:t>In the 1996 Constitution, the idea of democracy is so prominent it </a:t>
            </a:r>
            <a:r>
              <a:rPr lang="en-US" sz="2800" b="1" dirty="0">
                <a:solidFill>
                  <a:schemeClr val="tx1"/>
                </a:solidFill>
              </a:rPr>
              <a:t>permeates virtually all aspects</a:t>
            </a:r>
            <a:r>
              <a:rPr lang="en-US" sz="2800" dirty="0">
                <a:solidFill>
                  <a:schemeClr val="tx1"/>
                </a:solidFill>
              </a:rPr>
              <a:t> of the Constitution </a:t>
            </a:r>
            <a:endParaRPr sz="2800" dirty="0">
              <a:solidFill>
                <a:schemeClr val="tx1"/>
              </a:solidFill>
            </a:endParaRPr>
          </a:p>
        </p:txBody>
      </p:sp>
    </p:spTree>
    <p:extLst>
      <p:ext uri="{BB962C8B-B14F-4D97-AF65-F5344CB8AC3E}">
        <p14:creationId xmlns:p14="http://schemas.microsoft.com/office/powerpoint/2010/main" val="96666287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BE340222-CF7A-7F54-66DC-12109A120546}"/>
            </a:ext>
          </a:extLst>
        </p:cNvPr>
        <p:cNvGrpSpPr/>
        <p:nvPr/>
      </p:nvGrpSpPr>
      <p:grpSpPr>
        <a:xfrm>
          <a:off x="0" y="0"/>
          <a:ext cx="0" cy="0"/>
          <a:chOff x="0" y="0"/>
          <a:chExt cx="0" cy="0"/>
        </a:xfrm>
      </p:grpSpPr>
      <p:pic>
        <p:nvPicPr>
          <p:cNvPr id="2" name="Picture 1" descr="A black and white poster with text&#10;&#10;AI-generated content may be incorrect.">
            <a:extLst>
              <a:ext uri="{FF2B5EF4-FFF2-40B4-BE49-F238E27FC236}">
                <a16:creationId xmlns:a16="http://schemas.microsoft.com/office/drawing/2014/main" id="{1F20D58C-9515-D034-E1A2-730B87F48666}"/>
              </a:ext>
            </a:extLst>
          </p:cNvPr>
          <p:cNvPicPr>
            <a:picLocks noChangeAspect="1"/>
          </p:cNvPicPr>
          <p:nvPr/>
        </p:nvPicPr>
        <p:blipFill>
          <a:blip r:embed="rId3"/>
          <a:srcRect l="6397" t="37541" r="8361" b="12647"/>
          <a:stretch>
            <a:fillRect/>
          </a:stretch>
        </p:blipFill>
        <p:spPr>
          <a:xfrm>
            <a:off x="1051916" y="0"/>
            <a:ext cx="6453784" cy="5102995"/>
          </a:xfrm>
          <a:prstGeom prst="rect">
            <a:avLst/>
          </a:prstGeom>
        </p:spPr>
      </p:pic>
    </p:spTree>
    <p:extLst>
      <p:ext uri="{BB962C8B-B14F-4D97-AF65-F5344CB8AC3E}">
        <p14:creationId xmlns:p14="http://schemas.microsoft.com/office/powerpoint/2010/main" val="11056927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D3199A09-53F2-FA17-85E7-820ED1FE897F}"/>
            </a:ext>
          </a:extLst>
        </p:cNvPr>
        <p:cNvGrpSpPr/>
        <p:nvPr/>
      </p:nvGrpSpPr>
      <p:grpSpPr>
        <a:xfrm>
          <a:off x="0" y="0"/>
          <a:ext cx="0" cy="0"/>
          <a:chOff x="0" y="0"/>
          <a:chExt cx="0" cy="0"/>
        </a:xfrm>
      </p:grpSpPr>
      <p:pic>
        <p:nvPicPr>
          <p:cNvPr id="2" name="Picture 1" descr="A black and white poster with text&#10;&#10;AI-generated content may be incorrect.">
            <a:extLst>
              <a:ext uri="{FF2B5EF4-FFF2-40B4-BE49-F238E27FC236}">
                <a16:creationId xmlns:a16="http://schemas.microsoft.com/office/drawing/2014/main" id="{B7D50E41-290F-4D7A-D109-29B983DC9DEF}"/>
              </a:ext>
            </a:extLst>
          </p:cNvPr>
          <p:cNvPicPr>
            <a:picLocks noChangeAspect="1"/>
          </p:cNvPicPr>
          <p:nvPr/>
        </p:nvPicPr>
        <p:blipFill>
          <a:blip r:embed="rId3"/>
          <a:srcRect l="6397" t="37541" r="8361" b="12647"/>
          <a:stretch>
            <a:fillRect/>
          </a:stretch>
        </p:blipFill>
        <p:spPr>
          <a:xfrm>
            <a:off x="1051916" y="0"/>
            <a:ext cx="6453784" cy="5102995"/>
          </a:xfrm>
          <a:prstGeom prst="rect">
            <a:avLst/>
          </a:prstGeom>
        </p:spPr>
      </p:pic>
      <p:sp>
        <p:nvSpPr>
          <p:cNvPr id="3" name="Frame 2">
            <a:extLst>
              <a:ext uri="{FF2B5EF4-FFF2-40B4-BE49-F238E27FC236}">
                <a16:creationId xmlns:a16="http://schemas.microsoft.com/office/drawing/2014/main" id="{20D3D78E-FE70-F117-4742-65DECF21A2EF}"/>
              </a:ext>
            </a:extLst>
          </p:cNvPr>
          <p:cNvSpPr/>
          <p:nvPr/>
        </p:nvSpPr>
        <p:spPr>
          <a:xfrm>
            <a:off x="2586038" y="0"/>
            <a:ext cx="4314825" cy="342900"/>
          </a:xfrm>
          <a:prstGeom prst="fram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Frame 3">
            <a:extLst>
              <a:ext uri="{FF2B5EF4-FFF2-40B4-BE49-F238E27FC236}">
                <a16:creationId xmlns:a16="http://schemas.microsoft.com/office/drawing/2014/main" id="{0A638383-1665-110D-F5B5-19A8D3EF525A}"/>
              </a:ext>
            </a:extLst>
          </p:cNvPr>
          <p:cNvSpPr/>
          <p:nvPr/>
        </p:nvSpPr>
        <p:spPr>
          <a:xfrm>
            <a:off x="2903221" y="963930"/>
            <a:ext cx="4602480" cy="342900"/>
          </a:xfrm>
          <a:prstGeom prst="fram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Frame 4">
            <a:extLst>
              <a:ext uri="{FF2B5EF4-FFF2-40B4-BE49-F238E27FC236}">
                <a16:creationId xmlns:a16="http://schemas.microsoft.com/office/drawing/2014/main" id="{F019FB7F-0770-EE27-4AF8-95D157CCC4B7}"/>
              </a:ext>
            </a:extLst>
          </p:cNvPr>
          <p:cNvSpPr/>
          <p:nvPr/>
        </p:nvSpPr>
        <p:spPr>
          <a:xfrm>
            <a:off x="1245869" y="1996089"/>
            <a:ext cx="4314825" cy="383958"/>
          </a:xfrm>
          <a:prstGeom prst="fram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Frame 7">
            <a:extLst>
              <a:ext uri="{FF2B5EF4-FFF2-40B4-BE49-F238E27FC236}">
                <a16:creationId xmlns:a16="http://schemas.microsoft.com/office/drawing/2014/main" id="{DE5DC91B-1EB9-41E7-4538-1F20A80C4A97}"/>
              </a:ext>
            </a:extLst>
          </p:cNvPr>
          <p:cNvSpPr/>
          <p:nvPr/>
        </p:nvSpPr>
        <p:spPr>
          <a:xfrm>
            <a:off x="4152899" y="2380047"/>
            <a:ext cx="3352801" cy="342900"/>
          </a:xfrm>
          <a:prstGeom prst="fram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Frame 8">
            <a:extLst>
              <a:ext uri="{FF2B5EF4-FFF2-40B4-BE49-F238E27FC236}">
                <a16:creationId xmlns:a16="http://schemas.microsoft.com/office/drawing/2014/main" id="{938F617E-CABB-0253-8D4B-1EE82AB75AB5}"/>
              </a:ext>
            </a:extLst>
          </p:cNvPr>
          <p:cNvSpPr/>
          <p:nvPr/>
        </p:nvSpPr>
        <p:spPr>
          <a:xfrm>
            <a:off x="4152900" y="3836671"/>
            <a:ext cx="3352800" cy="632459"/>
          </a:xfrm>
          <a:prstGeom prst="fram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379698520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F8DDFFC9-01AA-0B7E-6B9D-600F420F3782}"/>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666D418F-12D3-6C2E-3F79-B09D66CCF483}"/>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tx2"/>
                </a:solidFill>
              </a:rPr>
              <a:t>Democracy! </a:t>
            </a:r>
            <a:endParaRPr sz="6600" dirty="0">
              <a:solidFill>
                <a:schemeClr val="tx2"/>
              </a:solidFill>
            </a:endParaRPr>
          </a:p>
        </p:txBody>
      </p:sp>
      <p:sp>
        <p:nvSpPr>
          <p:cNvPr id="1101" name="Google Shape;1101;p60">
            <a:extLst>
              <a:ext uri="{FF2B5EF4-FFF2-40B4-BE49-F238E27FC236}">
                <a16:creationId xmlns:a16="http://schemas.microsoft.com/office/drawing/2014/main" id="{FC7E9D7B-466D-FCF5-2FFD-4FE337E45D90}"/>
              </a:ext>
            </a:extLst>
          </p:cNvPr>
          <p:cNvSpPr txBox="1">
            <a:spLocks noGrp="1"/>
          </p:cNvSpPr>
          <p:nvPr>
            <p:ph type="subTitle" idx="1"/>
          </p:nvPr>
        </p:nvSpPr>
        <p:spPr>
          <a:xfrm>
            <a:off x="422306" y="1198457"/>
            <a:ext cx="7932047" cy="3357214"/>
          </a:xfrm>
          <a:prstGeom prst="rect">
            <a:avLst/>
          </a:prstGeom>
        </p:spPr>
        <p:txBody>
          <a:bodyPr spcFirstLastPara="1" wrap="square" lIns="91425" tIns="91425" rIns="91425" bIns="91425" anchor="t" anchorCtr="0">
            <a:noAutofit/>
          </a:bodyPr>
          <a:lstStyle/>
          <a:p>
            <a:pPr lvl="0" indent="-457200" algn="l">
              <a:lnSpc>
                <a:spcPct val="150000"/>
              </a:lnSpc>
              <a:buFont typeface="Arial" panose="020B0604020202020204" pitchFamily="34" charset="0"/>
              <a:buChar char="•"/>
            </a:pPr>
            <a:r>
              <a:rPr lang="en-US" sz="2400" dirty="0">
                <a:solidFill>
                  <a:schemeClr val="tx1"/>
                </a:solidFill>
              </a:rPr>
              <a:t>S1 ushers in democracy by declaring South Africa to be “a sovereign, democratic state”. </a:t>
            </a:r>
          </a:p>
          <a:p>
            <a:pPr lvl="0" indent="-457200" algn="l">
              <a:lnSpc>
                <a:spcPct val="150000"/>
              </a:lnSpc>
              <a:buFont typeface="Arial" panose="020B0604020202020204" pitchFamily="34" charset="0"/>
              <a:buChar char="•"/>
            </a:pPr>
            <a:r>
              <a:rPr lang="en-US" sz="2400" b="1" dirty="0">
                <a:solidFill>
                  <a:schemeClr val="tx1"/>
                </a:solidFill>
              </a:rPr>
              <a:t>S1(d) Democratic values: “</a:t>
            </a:r>
            <a:r>
              <a:rPr lang="en-US" sz="2400" dirty="0">
                <a:solidFill>
                  <a:schemeClr val="tx1"/>
                </a:solidFill>
              </a:rPr>
              <a:t>universal adult suffrage, a national common voters' roll, regular elections and a multi-party system </a:t>
            </a:r>
            <a:r>
              <a:rPr lang="en-US" sz="2400" b="1" dirty="0">
                <a:solidFill>
                  <a:schemeClr val="tx1"/>
                </a:solidFill>
              </a:rPr>
              <a:t>of democratic government</a:t>
            </a:r>
            <a:r>
              <a:rPr lang="en-US" sz="2400" dirty="0">
                <a:solidFill>
                  <a:schemeClr val="tx1"/>
                </a:solidFill>
              </a:rPr>
              <a:t>, to ensure accountability, responsiveness and openness. </a:t>
            </a:r>
          </a:p>
          <a:p>
            <a:pPr lvl="0" indent="-457200" algn="l">
              <a:lnSpc>
                <a:spcPct val="150000"/>
              </a:lnSpc>
              <a:buFont typeface="Arial" panose="020B0604020202020204" pitchFamily="34" charset="0"/>
              <a:buChar char="•"/>
            </a:pPr>
            <a:endParaRPr sz="2400" dirty="0">
              <a:solidFill>
                <a:schemeClr val="tx1"/>
              </a:solidFill>
            </a:endParaRPr>
          </a:p>
        </p:txBody>
      </p:sp>
    </p:spTree>
    <p:extLst>
      <p:ext uri="{BB962C8B-B14F-4D97-AF65-F5344CB8AC3E}">
        <p14:creationId xmlns:p14="http://schemas.microsoft.com/office/powerpoint/2010/main" val="200268775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648EBCDE-E183-D159-794B-07F69F055C88}"/>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4523721A-C4FD-A55A-CCF3-724C81BA182D}"/>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400" dirty="0">
                <a:solidFill>
                  <a:schemeClr val="tx2"/>
                </a:solidFill>
              </a:rPr>
              <a:t>How to define Democracy in the 1996 Constitution Context</a:t>
            </a:r>
            <a:endParaRPr sz="4400" dirty="0">
              <a:solidFill>
                <a:schemeClr val="tx2"/>
              </a:solidFill>
            </a:endParaRPr>
          </a:p>
        </p:txBody>
      </p:sp>
      <p:sp>
        <p:nvSpPr>
          <p:cNvPr id="1101" name="Google Shape;1101;p60">
            <a:extLst>
              <a:ext uri="{FF2B5EF4-FFF2-40B4-BE49-F238E27FC236}">
                <a16:creationId xmlns:a16="http://schemas.microsoft.com/office/drawing/2014/main" id="{3FFBD06C-039B-C909-4909-46803BBE38E7}"/>
              </a:ext>
            </a:extLst>
          </p:cNvPr>
          <p:cNvSpPr txBox="1">
            <a:spLocks noGrp="1"/>
          </p:cNvSpPr>
          <p:nvPr>
            <p:ph type="subTitle" idx="1"/>
          </p:nvPr>
        </p:nvSpPr>
        <p:spPr>
          <a:xfrm>
            <a:off x="545910" y="1003772"/>
            <a:ext cx="8352430" cy="3971498"/>
          </a:xfrm>
          <a:prstGeom prst="rect">
            <a:avLst/>
          </a:prstGeom>
        </p:spPr>
        <p:txBody>
          <a:bodyPr spcFirstLastPara="1" wrap="square" lIns="91425" tIns="91425" rIns="91425" bIns="91425" anchor="t" anchorCtr="0">
            <a:noAutofit/>
          </a:bodyPr>
          <a:lstStyle/>
          <a:p>
            <a:pPr marL="342900" lvl="0" indent="-342900" algn="l">
              <a:lnSpc>
                <a:spcPct val="150000"/>
              </a:lnSpc>
              <a:buFont typeface="Arial" panose="020B0604020202020204" pitchFamily="34" charset="0"/>
              <a:buChar char="•"/>
            </a:pPr>
            <a:r>
              <a:rPr lang="en-US" sz="2200" dirty="0">
                <a:solidFill>
                  <a:schemeClr val="tx1"/>
                </a:solidFill>
              </a:rPr>
              <a:t>Democracy – as a concept – </a:t>
            </a:r>
            <a:r>
              <a:rPr lang="en-US" sz="2200" b="1" dirty="0">
                <a:solidFill>
                  <a:schemeClr val="tx1"/>
                </a:solidFill>
              </a:rPr>
              <a:t>defies singular </a:t>
            </a:r>
            <a:r>
              <a:rPr lang="en-US" sz="2200" dirty="0">
                <a:solidFill>
                  <a:schemeClr val="tx1"/>
                </a:solidFill>
              </a:rPr>
              <a:t>definition</a:t>
            </a:r>
          </a:p>
          <a:p>
            <a:pPr marL="342900" lvl="0" indent="-342900" algn="l">
              <a:lnSpc>
                <a:spcPct val="150000"/>
              </a:lnSpc>
              <a:buFont typeface="Arial" panose="020B0604020202020204" pitchFamily="34" charset="0"/>
              <a:buChar char="•"/>
            </a:pPr>
            <a:r>
              <a:rPr lang="en-US" sz="2200" dirty="0">
                <a:solidFill>
                  <a:schemeClr val="tx1"/>
                </a:solidFill>
              </a:rPr>
              <a:t>However, we can still get an understanding of what democracy entails.</a:t>
            </a:r>
          </a:p>
          <a:p>
            <a:pPr marL="342900" lvl="0" indent="-342900" algn="l">
              <a:lnSpc>
                <a:spcPct val="150000"/>
              </a:lnSpc>
              <a:buFont typeface="Arial" panose="020B0604020202020204" pitchFamily="34" charset="0"/>
              <a:buChar char="•"/>
            </a:pPr>
            <a:r>
              <a:rPr lang="en-US" sz="2200" dirty="0">
                <a:solidFill>
                  <a:schemeClr val="tx1"/>
                </a:solidFill>
              </a:rPr>
              <a:t> </a:t>
            </a:r>
            <a:r>
              <a:rPr lang="en-US" sz="2200" b="1" dirty="0" err="1">
                <a:solidFill>
                  <a:schemeClr val="tx1"/>
                </a:solidFill>
              </a:rPr>
              <a:t>Theuys</a:t>
            </a:r>
            <a:r>
              <a:rPr lang="en-US" sz="2200" b="1" dirty="0">
                <a:solidFill>
                  <a:schemeClr val="tx1"/>
                </a:solidFill>
              </a:rPr>
              <a:t> Roux : </a:t>
            </a:r>
            <a:r>
              <a:rPr lang="en-ZA" sz="2200" dirty="0">
                <a:solidFill>
                  <a:schemeClr val="tx1"/>
                </a:solidFill>
              </a:rPr>
              <a:t>‘The core idea – that decisions affecting the members of a political community should be taken </a:t>
            </a:r>
            <a:r>
              <a:rPr lang="en-ZA" sz="2200" b="1" dirty="0">
                <a:solidFill>
                  <a:schemeClr val="tx1"/>
                </a:solidFill>
              </a:rPr>
              <a:t>by the members themselves</a:t>
            </a:r>
            <a:r>
              <a:rPr lang="en-ZA" sz="2200" dirty="0">
                <a:solidFill>
                  <a:schemeClr val="tx1"/>
                </a:solidFill>
              </a:rPr>
              <a:t>, or </a:t>
            </a:r>
            <a:r>
              <a:rPr lang="en-ZA" sz="2200" b="1" dirty="0">
                <a:solidFill>
                  <a:schemeClr val="tx1"/>
                </a:solidFill>
              </a:rPr>
              <a:t>at least by elected representatives </a:t>
            </a:r>
            <a:r>
              <a:rPr lang="en-ZA" sz="2200" dirty="0">
                <a:solidFill>
                  <a:schemeClr val="tx1"/>
                </a:solidFill>
              </a:rPr>
              <a:t>whose </a:t>
            </a:r>
            <a:r>
              <a:rPr lang="en-ZA" sz="2200" b="1" dirty="0">
                <a:solidFill>
                  <a:schemeClr val="tx1"/>
                </a:solidFill>
              </a:rPr>
              <a:t>power to make those decisions ultimately derives from the members</a:t>
            </a:r>
            <a:r>
              <a:rPr lang="en-ZA" sz="2200" dirty="0">
                <a:solidFill>
                  <a:schemeClr val="tx1"/>
                </a:solidFill>
              </a:rPr>
              <a:t> – is more or less settled’ </a:t>
            </a:r>
          </a:p>
          <a:p>
            <a:pPr marL="800100" lvl="1" indent="-342900" algn="l">
              <a:lnSpc>
                <a:spcPct val="150000"/>
              </a:lnSpc>
              <a:buFont typeface="Arial" panose="020B0604020202020204" pitchFamily="34" charset="0"/>
              <a:buChar char="•"/>
            </a:pPr>
            <a:endParaRPr sz="2200" dirty="0">
              <a:solidFill>
                <a:schemeClr val="tx1"/>
              </a:solidFill>
            </a:endParaRPr>
          </a:p>
        </p:txBody>
      </p:sp>
    </p:spTree>
    <p:extLst>
      <p:ext uri="{BB962C8B-B14F-4D97-AF65-F5344CB8AC3E}">
        <p14:creationId xmlns:p14="http://schemas.microsoft.com/office/powerpoint/2010/main" val="138362425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794E3F69-9219-7057-3B2C-0AAC56E5282A}"/>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C23A8524-B9F6-6A89-CB0C-14A3FB90BF17}"/>
              </a:ext>
            </a:extLst>
          </p:cNvPr>
          <p:cNvSpPr txBox="1">
            <a:spLocks noGrp="1"/>
          </p:cNvSpPr>
          <p:nvPr>
            <p:ph type="title"/>
          </p:nvPr>
        </p:nvSpPr>
        <p:spPr>
          <a:xfrm>
            <a:off x="789647" y="4457"/>
            <a:ext cx="8555832" cy="74617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400" dirty="0">
                <a:solidFill>
                  <a:schemeClr val="tx2"/>
                </a:solidFill>
              </a:rPr>
              <a:t>How to define Democracy…</a:t>
            </a:r>
            <a:endParaRPr sz="4400" dirty="0">
              <a:solidFill>
                <a:schemeClr val="tx2"/>
              </a:solidFill>
            </a:endParaRPr>
          </a:p>
        </p:txBody>
      </p:sp>
      <p:sp>
        <p:nvSpPr>
          <p:cNvPr id="1101" name="Google Shape;1101;p60">
            <a:extLst>
              <a:ext uri="{FF2B5EF4-FFF2-40B4-BE49-F238E27FC236}">
                <a16:creationId xmlns:a16="http://schemas.microsoft.com/office/drawing/2014/main" id="{8F105944-1BFE-747D-3EA3-63684557B388}"/>
              </a:ext>
            </a:extLst>
          </p:cNvPr>
          <p:cNvSpPr txBox="1">
            <a:spLocks noGrp="1"/>
          </p:cNvSpPr>
          <p:nvPr>
            <p:ph type="subTitle" idx="1"/>
          </p:nvPr>
        </p:nvSpPr>
        <p:spPr>
          <a:xfrm>
            <a:off x="484541" y="750627"/>
            <a:ext cx="8375394" cy="3940586"/>
          </a:xfrm>
          <a:prstGeom prst="rect">
            <a:avLst/>
          </a:prstGeom>
        </p:spPr>
        <p:txBody>
          <a:bodyPr spcFirstLastPara="1" wrap="square" lIns="91425" tIns="91425" rIns="91425" bIns="91425" anchor="t" anchorCtr="0">
            <a:noAutofit/>
          </a:bodyPr>
          <a:lstStyle/>
          <a:p>
            <a:pPr marL="342900" indent="-342900" algn="l">
              <a:lnSpc>
                <a:spcPct val="150000"/>
              </a:lnSpc>
              <a:buFont typeface="Arial" panose="020B0604020202020204" pitchFamily="34" charset="0"/>
              <a:buChar char="•"/>
            </a:pPr>
            <a:r>
              <a:rPr lang="en-US" sz="2000" dirty="0">
                <a:solidFill>
                  <a:schemeClr val="tx1"/>
                </a:solidFill>
              </a:rPr>
              <a:t>Roux’s idea of democracy is linked to the notion that people should prevail and </a:t>
            </a:r>
            <a:r>
              <a:rPr lang="en-US" sz="2000" b="1" dirty="0">
                <a:solidFill>
                  <a:schemeClr val="tx1"/>
                </a:solidFill>
              </a:rPr>
              <a:t>have a say in how they are governed.</a:t>
            </a:r>
          </a:p>
          <a:p>
            <a:pPr marL="342900" lvl="0" indent="-342900" algn="l">
              <a:lnSpc>
                <a:spcPct val="150000"/>
              </a:lnSpc>
              <a:buFont typeface="Arial" panose="020B0604020202020204" pitchFamily="34" charset="0"/>
              <a:buChar char="•"/>
            </a:pPr>
            <a:r>
              <a:rPr lang="en-US" sz="2000" dirty="0">
                <a:solidFill>
                  <a:schemeClr val="tx1"/>
                </a:solidFill>
              </a:rPr>
              <a:t>However,  it is not possible to have every individual vote </a:t>
            </a:r>
            <a:r>
              <a:rPr lang="en-US" sz="2000" b="1" dirty="0">
                <a:solidFill>
                  <a:schemeClr val="tx1"/>
                </a:solidFill>
              </a:rPr>
              <a:t>on every decision,</a:t>
            </a:r>
            <a:r>
              <a:rPr lang="en-US" sz="2000" dirty="0">
                <a:solidFill>
                  <a:schemeClr val="tx1"/>
                </a:solidFill>
              </a:rPr>
              <a:t> so this </a:t>
            </a:r>
            <a:r>
              <a:rPr lang="en-US" sz="2000" dirty="0" err="1">
                <a:solidFill>
                  <a:schemeClr val="tx1"/>
                </a:solidFill>
              </a:rPr>
              <a:t>conceptualisation</a:t>
            </a:r>
            <a:r>
              <a:rPr lang="en-US" sz="2000" dirty="0">
                <a:solidFill>
                  <a:schemeClr val="tx1"/>
                </a:solidFill>
              </a:rPr>
              <a:t> of democracy highlights that modern democracy is exercised through </a:t>
            </a:r>
            <a:r>
              <a:rPr lang="en-US" sz="2000" dirty="0" err="1">
                <a:solidFill>
                  <a:schemeClr val="tx1"/>
                </a:solidFill>
              </a:rPr>
              <a:t>institutionalised</a:t>
            </a:r>
            <a:r>
              <a:rPr lang="en-US" sz="2000" dirty="0">
                <a:solidFill>
                  <a:schemeClr val="tx1"/>
                </a:solidFill>
              </a:rPr>
              <a:t> politics that </a:t>
            </a:r>
            <a:r>
              <a:rPr lang="en-US" sz="2000" b="1" dirty="0">
                <a:solidFill>
                  <a:schemeClr val="tx1"/>
                </a:solidFill>
              </a:rPr>
              <a:t>entails electing individuals or </a:t>
            </a:r>
            <a:r>
              <a:rPr lang="en-US" sz="2000" b="1" dirty="0" err="1">
                <a:solidFill>
                  <a:schemeClr val="tx1"/>
                </a:solidFill>
              </a:rPr>
              <a:t>organisations</a:t>
            </a:r>
            <a:r>
              <a:rPr lang="en-US" sz="2000" b="1" dirty="0">
                <a:solidFill>
                  <a:schemeClr val="tx1"/>
                </a:solidFill>
              </a:rPr>
              <a:t> to represent their interests </a:t>
            </a:r>
          </a:p>
          <a:p>
            <a:pPr marL="342900" lvl="0" indent="-342900" algn="l">
              <a:lnSpc>
                <a:spcPct val="150000"/>
              </a:lnSpc>
              <a:buFont typeface="Arial" panose="020B0604020202020204" pitchFamily="34" charset="0"/>
              <a:buChar char="•"/>
            </a:pPr>
            <a:r>
              <a:rPr lang="en-US" sz="2000" dirty="0">
                <a:solidFill>
                  <a:schemeClr val="tx1"/>
                </a:solidFill>
              </a:rPr>
              <a:t>Roux’s definition also lends itself to understanding that democracy, as found in the 1996 constitution, embodies </a:t>
            </a:r>
            <a:r>
              <a:rPr lang="en-US" sz="2000" b="1" dirty="0">
                <a:solidFill>
                  <a:schemeClr val="tx1"/>
                </a:solidFill>
              </a:rPr>
              <a:t>different conceptions of democracy </a:t>
            </a:r>
            <a:endParaRPr lang="en-ZA" sz="2000" b="1" dirty="0">
              <a:solidFill>
                <a:schemeClr val="tx1"/>
              </a:solidFill>
            </a:endParaRPr>
          </a:p>
          <a:p>
            <a:pPr marL="800100" lvl="1" indent="-342900" algn="l">
              <a:lnSpc>
                <a:spcPct val="150000"/>
              </a:lnSpc>
              <a:buFont typeface="Arial" panose="020B0604020202020204" pitchFamily="34" charset="0"/>
              <a:buChar char="•"/>
            </a:pPr>
            <a:endParaRPr sz="2000" dirty="0">
              <a:solidFill>
                <a:schemeClr val="tx1"/>
              </a:solidFill>
            </a:endParaRPr>
          </a:p>
        </p:txBody>
      </p:sp>
    </p:spTree>
    <p:extLst>
      <p:ext uri="{BB962C8B-B14F-4D97-AF65-F5344CB8AC3E}">
        <p14:creationId xmlns:p14="http://schemas.microsoft.com/office/powerpoint/2010/main" val="43179455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3DF91D05-9C55-F333-A8FE-172EFB2BD03F}"/>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FC4C2A48-5F3C-1081-3BE3-C607D8303FCF}"/>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Types of Democracy </a:t>
            </a:r>
            <a:endParaRPr sz="4800" dirty="0">
              <a:solidFill>
                <a:schemeClr val="tx2"/>
              </a:solidFill>
            </a:endParaRPr>
          </a:p>
        </p:txBody>
      </p:sp>
      <p:sp>
        <p:nvSpPr>
          <p:cNvPr id="1101" name="Google Shape;1101;p60">
            <a:extLst>
              <a:ext uri="{FF2B5EF4-FFF2-40B4-BE49-F238E27FC236}">
                <a16:creationId xmlns:a16="http://schemas.microsoft.com/office/drawing/2014/main" id="{E09D11DB-144E-AFD6-6AD7-0D9DA998B977}"/>
              </a:ext>
            </a:extLst>
          </p:cNvPr>
          <p:cNvSpPr txBox="1">
            <a:spLocks noGrp="1"/>
          </p:cNvSpPr>
          <p:nvPr>
            <p:ph type="subTitle" idx="1"/>
          </p:nvPr>
        </p:nvSpPr>
        <p:spPr>
          <a:xfrm>
            <a:off x="941788" y="1184829"/>
            <a:ext cx="7932047" cy="3357214"/>
          </a:xfrm>
          <a:prstGeom prst="rect">
            <a:avLst/>
          </a:prstGeom>
        </p:spPr>
        <p:txBody>
          <a:bodyPr spcFirstLastPara="1" wrap="square" lIns="91425" tIns="91425" rIns="91425" bIns="91425" anchor="t" anchorCtr="0">
            <a:noAutofit/>
          </a:bodyPr>
          <a:lstStyle/>
          <a:p>
            <a:pPr marL="342900" lvl="0" indent="-342900" algn="l">
              <a:lnSpc>
                <a:spcPct val="150000"/>
              </a:lnSpc>
              <a:buFont typeface="Arial" panose="020B0604020202020204" pitchFamily="34" charset="0"/>
              <a:buChar char="•"/>
            </a:pPr>
            <a:r>
              <a:rPr lang="en-US" sz="2000" dirty="0">
                <a:solidFill>
                  <a:schemeClr val="tx1"/>
                </a:solidFill>
              </a:rPr>
              <a:t> </a:t>
            </a:r>
            <a:r>
              <a:rPr lang="en-US" sz="3200" dirty="0">
                <a:solidFill>
                  <a:schemeClr val="tx1"/>
                </a:solidFill>
              </a:rPr>
              <a:t>Direct Democracy </a:t>
            </a:r>
          </a:p>
          <a:p>
            <a:pPr marL="342900" lvl="0" indent="-342900" algn="l">
              <a:lnSpc>
                <a:spcPct val="150000"/>
              </a:lnSpc>
              <a:buFont typeface="Arial" panose="020B0604020202020204" pitchFamily="34" charset="0"/>
              <a:buChar char="•"/>
            </a:pPr>
            <a:r>
              <a:rPr lang="en-US" sz="3200" dirty="0">
                <a:solidFill>
                  <a:schemeClr val="tx1"/>
                </a:solidFill>
              </a:rPr>
              <a:t>Representative democracy </a:t>
            </a:r>
          </a:p>
          <a:p>
            <a:pPr marL="342900" lvl="0" indent="-342900" algn="l">
              <a:lnSpc>
                <a:spcPct val="150000"/>
              </a:lnSpc>
              <a:buFont typeface="Arial" panose="020B0604020202020204" pitchFamily="34" charset="0"/>
              <a:buChar char="•"/>
            </a:pPr>
            <a:r>
              <a:rPr lang="en-US" sz="3200" dirty="0">
                <a:solidFill>
                  <a:schemeClr val="tx1"/>
                </a:solidFill>
              </a:rPr>
              <a:t>Participatory democracy </a:t>
            </a:r>
          </a:p>
          <a:p>
            <a:pPr marL="342900" lvl="0" indent="-342900" algn="l">
              <a:lnSpc>
                <a:spcPct val="150000"/>
              </a:lnSpc>
              <a:buFont typeface="Arial" panose="020B0604020202020204" pitchFamily="34" charset="0"/>
              <a:buChar char="•"/>
            </a:pPr>
            <a:r>
              <a:rPr lang="en-US" sz="3200" dirty="0">
                <a:solidFill>
                  <a:schemeClr val="tx1"/>
                </a:solidFill>
              </a:rPr>
              <a:t>Constitutional Democracy </a:t>
            </a:r>
            <a:endParaRPr sz="3200" dirty="0">
              <a:solidFill>
                <a:schemeClr val="tx1"/>
              </a:solidFill>
            </a:endParaRPr>
          </a:p>
        </p:txBody>
      </p:sp>
    </p:spTree>
    <p:extLst>
      <p:ext uri="{BB962C8B-B14F-4D97-AF65-F5344CB8AC3E}">
        <p14:creationId xmlns:p14="http://schemas.microsoft.com/office/powerpoint/2010/main" val="21811450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55770D4C-54CC-DD4C-1AC4-CB5F0C6021FB}"/>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D1F12C08-112A-4D71-0BC0-DE379883D746}"/>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Direct democracy </a:t>
            </a:r>
            <a:endParaRPr sz="4800" dirty="0">
              <a:solidFill>
                <a:schemeClr val="tx2"/>
              </a:solidFill>
            </a:endParaRPr>
          </a:p>
        </p:txBody>
      </p:sp>
      <p:sp>
        <p:nvSpPr>
          <p:cNvPr id="1101" name="Google Shape;1101;p60">
            <a:extLst>
              <a:ext uri="{FF2B5EF4-FFF2-40B4-BE49-F238E27FC236}">
                <a16:creationId xmlns:a16="http://schemas.microsoft.com/office/drawing/2014/main" id="{87CA7340-218E-BD91-1AA3-888B6AFF9C46}"/>
              </a:ext>
            </a:extLst>
          </p:cNvPr>
          <p:cNvSpPr txBox="1">
            <a:spLocks noGrp="1"/>
          </p:cNvSpPr>
          <p:nvPr>
            <p:ph type="subTitle" idx="1"/>
          </p:nvPr>
        </p:nvSpPr>
        <p:spPr>
          <a:xfrm>
            <a:off x="655094" y="1184829"/>
            <a:ext cx="8218742" cy="3357214"/>
          </a:xfrm>
          <a:prstGeom prst="rect">
            <a:avLst/>
          </a:prstGeom>
        </p:spPr>
        <p:txBody>
          <a:bodyPr spcFirstLastPara="1" wrap="square" lIns="91425" tIns="91425" rIns="91425" bIns="91425" anchor="t" anchorCtr="0">
            <a:noAutofit/>
          </a:bodyPr>
          <a:lstStyle/>
          <a:p>
            <a:pPr marL="342900" lvl="0" indent="-342900" algn="l">
              <a:lnSpc>
                <a:spcPct val="150000"/>
              </a:lnSpc>
              <a:buFont typeface="Arial" panose="020B0604020202020204" pitchFamily="34" charset="0"/>
              <a:buChar char="•"/>
            </a:pPr>
            <a:r>
              <a:rPr lang="en-US" sz="2400" dirty="0">
                <a:solidFill>
                  <a:schemeClr val="tx1"/>
                </a:solidFill>
              </a:rPr>
              <a:t>Decisions affecting the members of a political community should be </a:t>
            </a:r>
            <a:r>
              <a:rPr lang="en-US" sz="2400" b="1" dirty="0">
                <a:solidFill>
                  <a:schemeClr val="tx1"/>
                </a:solidFill>
              </a:rPr>
              <a:t>taken by the members themselves </a:t>
            </a:r>
            <a:r>
              <a:rPr lang="en-US" sz="2400" dirty="0">
                <a:solidFill>
                  <a:schemeClr val="tx1"/>
                </a:solidFill>
              </a:rPr>
              <a:t>= direct democracy </a:t>
            </a:r>
          </a:p>
          <a:p>
            <a:pPr marL="285750" lvl="0" indent="-285750" algn="l">
              <a:lnSpc>
                <a:spcPct val="150000"/>
              </a:lnSpc>
              <a:buFont typeface="Arial" panose="020B0604020202020204" pitchFamily="34" charset="0"/>
              <a:buChar char="•"/>
            </a:pPr>
            <a:r>
              <a:rPr lang="en-US" sz="2400" dirty="0">
                <a:solidFill>
                  <a:schemeClr val="tx1"/>
                </a:solidFill>
              </a:rPr>
              <a:t>Historically considered the purest form of democracy. </a:t>
            </a:r>
          </a:p>
          <a:p>
            <a:pPr marL="285750" lvl="0" indent="-285750" algn="l">
              <a:lnSpc>
                <a:spcPct val="150000"/>
              </a:lnSpc>
              <a:buFont typeface="Arial" panose="020B0604020202020204" pitchFamily="34" charset="0"/>
              <a:buChar char="•"/>
            </a:pPr>
            <a:r>
              <a:rPr lang="en-US" sz="2400" dirty="0">
                <a:solidFill>
                  <a:schemeClr val="tx1"/>
                </a:solidFill>
              </a:rPr>
              <a:t>What are some elements of direct democracy in the Constitution? </a:t>
            </a:r>
          </a:p>
        </p:txBody>
      </p:sp>
    </p:spTree>
    <p:extLst>
      <p:ext uri="{BB962C8B-B14F-4D97-AF65-F5344CB8AC3E}">
        <p14:creationId xmlns:p14="http://schemas.microsoft.com/office/powerpoint/2010/main" val="240966951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011387C6-ADE3-4C9D-81D7-374C1D0165B8}"/>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3D37C219-EE78-3D73-0D6D-BD88B7665041}"/>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Direct democracy </a:t>
            </a:r>
            <a:endParaRPr sz="4800" dirty="0">
              <a:solidFill>
                <a:schemeClr val="tx2"/>
              </a:solidFill>
            </a:endParaRPr>
          </a:p>
        </p:txBody>
      </p:sp>
      <p:sp>
        <p:nvSpPr>
          <p:cNvPr id="1101" name="Google Shape;1101;p60">
            <a:extLst>
              <a:ext uri="{FF2B5EF4-FFF2-40B4-BE49-F238E27FC236}">
                <a16:creationId xmlns:a16="http://schemas.microsoft.com/office/drawing/2014/main" id="{66D66988-841B-3F5E-0F9A-34D1C95E6366}"/>
              </a:ext>
            </a:extLst>
          </p:cNvPr>
          <p:cNvSpPr txBox="1">
            <a:spLocks noGrp="1"/>
          </p:cNvSpPr>
          <p:nvPr>
            <p:ph type="subTitle" idx="1"/>
          </p:nvPr>
        </p:nvSpPr>
        <p:spPr>
          <a:xfrm>
            <a:off x="456238" y="893143"/>
            <a:ext cx="855583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tx1"/>
                </a:solidFill>
              </a:rPr>
              <a:t>Section 17: </a:t>
            </a:r>
            <a:r>
              <a:rPr lang="en-US" sz="2400" dirty="0">
                <a:solidFill>
                  <a:schemeClr val="tx1"/>
                </a:solidFill>
              </a:rPr>
              <a:t>Right to assemble, demonstrate, picket and present petitions, unarmed and peacefully </a:t>
            </a:r>
          </a:p>
          <a:p>
            <a:pPr marL="285750" lvl="0" indent="-285750" algn="l">
              <a:lnSpc>
                <a:spcPct val="150000"/>
              </a:lnSpc>
              <a:buFont typeface="Arial" panose="020B0604020202020204" pitchFamily="34" charset="0"/>
              <a:buChar char="•"/>
            </a:pPr>
            <a:r>
              <a:rPr lang="en-US" sz="2400" b="1" dirty="0">
                <a:solidFill>
                  <a:schemeClr val="tx1"/>
                </a:solidFill>
              </a:rPr>
              <a:t>Section 84(2)(g): </a:t>
            </a:r>
            <a:r>
              <a:rPr lang="en-US" sz="2400" dirty="0">
                <a:solidFill>
                  <a:schemeClr val="tx1"/>
                </a:solidFill>
              </a:rPr>
              <a:t>President can call a </a:t>
            </a:r>
            <a:r>
              <a:rPr lang="en-US" sz="2400" b="1" dirty="0">
                <a:solidFill>
                  <a:schemeClr val="tx1"/>
                </a:solidFill>
              </a:rPr>
              <a:t>national referendum </a:t>
            </a:r>
          </a:p>
          <a:p>
            <a:pPr marL="742950" lvl="1" indent="-285750" algn="l">
              <a:lnSpc>
                <a:spcPct val="150000"/>
              </a:lnSpc>
              <a:buFont typeface="Arial" panose="020B0604020202020204" pitchFamily="34" charset="0"/>
              <a:buChar char="•"/>
            </a:pPr>
            <a:r>
              <a:rPr lang="en-US" sz="2400" dirty="0">
                <a:solidFill>
                  <a:schemeClr val="tx1"/>
                </a:solidFill>
              </a:rPr>
              <a:t>Section 127(2)(f) Provincial premier can call a </a:t>
            </a:r>
            <a:r>
              <a:rPr lang="en-US" sz="2400" b="1" dirty="0">
                <a:solidFill>
                  <a:schemeClr val="tx1"/>
                </a:solidFill>
              </a:rPr>
              <a:t>provincial referendum </a:t>
            </a:r>
          </a:p>
          <a:p>
            <a:pPr marL="285750" indent="-285750" algn="l">
              <a:lnSpc>
                <a:spcPct val="150000"/>
              </a:lnSpc>
              <a:buFont typeface="Arial" panose="020B0604020202020204" pitchFamily="34" charset="0"/>
              <a:buChar char="•"/>
            </a:pPr>
            <a:r>
              <a:rPr lang="en-US" sz="2400" dirty="0">
                <a:solidFill>
                  <a:schemeClr val="tx1"/>
                </a:solidFill>
              </a:rPr>
              <a:t>Does SA have a </a:t>
            </a:r>
            <a:r>
              <a:rPr lang="en-US" sz="2400" b="1" dirty="0">
                <a:solidFill>
                  <a:schemeClr val="tx1"/>
                </a:solidFill>
              </a:rPr>
              <a:t>substantive form</a:t>
            </a:r>
            <a:r>
              <a:rPr lang="en-US" sz="2400" dirty="0">
                <a:solidFill>
                  <a:schemeClr val="tx1"/>
                </a:solidFill>
              </a:rPr>
              <a:t> of direct democracy?</a:t>
            </a:r>
          </a:p>
          <a:p>
            <a:pPr marL="285750" indent="-285750" algn="l">
              <a:lnSpc>
                <a:spcPct val="150000"/>
              </a:lnSpc>
              <a:buFont typeface="Arial" panose="020B0604020202020204" pitchFamily="34" charset="0"/>
              <a:buChar char="•"/>
            </a:pPr>
            <a:r>
              <a:rPr lang="en-US" sz="2400" dirty="0">
                <a:solidFill>
                  <a:schemeClr val="tx1"/>
                </a:solidFill>
              </a:rPr>
              <a:t>\	Look at discussion of </a:t>
            </a:r>
            <a:r>
              <a:rPr lang="en-US" sz="2400" dirty="0" err="1">
                <a:solidFill>
                  <a:schemeClr val="tx1"/>
                </a:solidFill>
              </a:rPr>
              <a:t>Merafong</a:t>
            </a:r>
            <a:r>
              <a:rPr lang="en-US" sz="2400" dirty="0">
                <a:solidFill>
                  <a:schemeClr val="tx1"/>
                </a:solidFill>
              </a:rPr>
              <a:t> city decision </a:t>
            </a:r>
            <a:r>
              <a:rPr lang="en-US" sz="2400" b="1" dirty="0">
                <a:solidFill>
                  <a:schemeClr val="tx1"/>
                </a:solidFill>
              </a:rPr>
              <a:t>(De </a:t>
            </a:r>
            <a:r>
              <a:rPr lang="en-US" sz="2400" b="1" dirty="0" err="1">
                <a:solidFill>
                  <a:schemeClr val="tx1"/>
                </a:solidFill>
              </a:rPr>
              <a:t>vos</a:t>
            </a:r>
            <a:r>
              <a:rPr lang="en-US" sz="2400" b="1" dirty="0">
                <a:solidFill>
                  <a:schemeClr val="tx1"/>
                </a:solidFill>
              </a:rPr>
              <a:t> s2.5.3)  </a:t>
            </a:r>
          </a:p>
        </p:txBody>
      </p:sp>
    </p:spTree>
    <p:extLst>
      <p:ext uri="{BB962C8B-B14F-4D97-AF65-F5344CB8AC3E}">
        <p14:creationId xmlns:p14="http://schemas.microsoft.com/office/powerpoint/2010/main" val="317249326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C7041816-4685-CAAC-2D26-F0524A59B56B}"/>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2F2431E4-857E-29FE-C61D-FFDB0076DE04}"/>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Representative Democracy </a:t>
            </a:r>
            <a:endParaRPr sz="4800" dirty="0">
              <a:solidFill>
                <a:schemeClr val="tx2"/>
              </a:solidFill>
            </a:endParaRPr>
          </a:p>
        </p:txBody>
      </p:sp>
      <p:sp>
        <p:nvSpPr>
          <p:cNvPr id="1101" name="Google Shape;1101;p60">
            <a:extLst>
              <a:ext uri="{FF2B5EF4-FFF2-40B4-BE49-F238E27FC236}">
                <a16:creationId xmlns:a16="http://schemas.microsoft.com/office/drawing/2014/main" id="{6F41170D-4641-DF25-A901-02BFA01632AC}"/>
              </a:ext>
            </a:extLst>
          </p:cNvPr>
          <p:cNvSpPr txBox="1">
            <a:spLocks noGrp="1"/>
          </p:cNvSpPr>
          <p:nvPr>
            <p:ph type="subTitle" idx="1"/>
          </p:nvPr>
        </p:nvSpPr>
        <p:spPr>
          <a:xfrm>
            <a:off x="286603" y="662490"/>
            <a:ext cx="8819318"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endParaRPr lang="en-US" sz="2000" dirty="0">
              <a:solidFill>
                <a:schemeClr val="tx1"/>
              </a:solidFill>
            </a:endParaRPr>
          </a:p>
          <a:p>
            <a:pPr marL="285750" lvl="0" indent="-285750" algn="l">
              <a:lnSpc>
                <a:spcPct val="150000"/>
              </a:lnSpc>
              <a:buFont typeface="Arial" panose="020B0604020202020204" pitchFamily="34" charset="0"/>
              <a:buChar char="•"/>
            </a:pPr>
            <a:r>
              <a:rPr lang="en-US" sz="2400" dirty="0">
                <a:solidFill>
                  <a:schemeClr val="tx1"/>
                </a:solidFill>
              </a:rPr>
              <a:t>Most </a:t>
            </a:r>
            <a:r>
              <a:rPr lang="en-US" sz="2400" b="1" dirty="0">
                <a:solidFill>
                  <a:schemeClr val="tx1"/>
                </a:solidFill>
              </a:rPr>
              <a:t>decisions are not made by direct involvement </a:t>
            </a:r>
            <a:r>
              <a:rPr lang="en-US" sz="2400" dirty="0">
                <a:solidFill>
                  <a:schemeClr val="tx1"/>
                </a:solidFill>
              </a:rPr>
              <a:t>by the citizenry</a:t>
            </a:r>
          </a:p>
          <a:p>
            <a:pPr marL="285750" lvl="0" indent="-285750" algn="l">
              <a:lnSpc>
                <a:spcPct val="150000"/>
              </a:lnSpc>
              <a:buFont typeface="Arial" panose="020B0604020202020204" pitchFamily="34" charset="0"/>
              <a:buChar char="•"/>
            </a:pPr>
            <a:r>
              <a:rPr lang="en-US" sz="2400" dirty="0">
                <a:solidFill>
                  <a:schemeClr val="tx1"/>
                </a:solidFill>
              </a:rPr>
              <a:t>Decisions affecting the members of a political community are made </a:t>
            </a:r>
            <a:r>
              <a:rPr lang="en-US" sz="2400" b="1" dirty="0">
                <a:solidFill>
                  <a:schemeClr val="tx1"/>
                </a:solidFill>
              </a:rPr>
              <a:t>by elected representatives </a:t>
            </a:r>
            <a:r>
              <a:rPr lang="en-US" sz="2400" dirty="0">
                <a:solidFill>
                  <a:schemeClr val="tx1"/>
                </a:solidFill>
              </a:rPr>
              <a:t>whose power to make those decisions ultimately derives from the members = representative democracy </a:t>
            </a:r>
          </a:p>
          <a:p>
            <a:pPr marL="285750" lvl="0" indent="-285750" algn="l">
              <a:lnSpc>
                <a:spcPct val="150000"/>
              </a:lnSpc>
              <a:buFont typeface="Arial" panose="020B0604020202020204" pitchFamily="34" charset="0"/>
              <a:buChar char="•"/>
            </a:pPr>
            <a:r>
              <a:rPr lang="en-US" sz="2400" b="1" dirty="0">
                <a:solidFill>
                  <a:schemeClr val="tx1"/>
                </a:solidFill>
              </a:rPr>
              <a:t>Citizens elect representatives to govern for a limited tim</a:t>
            </a:r>
            <a:r>
              <a:rPr lang="en-US" sz="2400" dirty="0">
                <a:solidFill>
                  <a:schemeClr val="tx1"/>
                </a:solidFill>
              </a:rPr>
              <a:t>e  </a:t>
            </a:r>
            <a:endParaRPr lang="en-ZA" sz="2400" dirty="0">
              <a:solidFill>
                <a:schemeClr val="tx1"/>
              </a:solidFill>
            </a:endParaRPr>
          </a:p>
          <a:p>
            <a:pPr marL="742950" lvl="1" indent="-285750" algn="l">
              <a:lnSpc>
                <a:spcPct val="150000"/>
              </a:lnSpc>
              <a:buFont typeface="Arial" panose="020B0604020202020204" pitchFamily="34" charset="0"/>
              <a:buChar char="•"/>
            </a:pPr>
            <a:endParaRPr sz="2000" dirty="0">
              <a:solidFill>
                <a:schemeClr val="tx1"/>
              </a:solidFill>
            </a:endParaRPr>
          </a:p>
        </p:txBody>
      </p:sp>
    </p:spTree>
    <p:extLst>
      <p:ext uri="{BB962C8B-B14F-4D97-AF65-F5344CB8AC3E}">
        <p14:creationId xmlns:p14="http://schemas.microsoft.com/office/powerpoint/2010/main" val="191016546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9941DFD8-2D38-488F-5381-E11CC492E2C5}"/>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F4B979CE-BC01-74FF-C25A-7A3D4067951C}"/>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Representative Democracy </a:t>
            </a:r>
            <a:endParaRPr sz="4800" dirty="0">
              <a:solidFill>
                <a:schemeClr val="tx2"/>
              </a:solidFill>
            </a:endParaRPr>
          </a:p>
        </p:txBody>
      </p:sp>
      <p:sp>
        <p:nvSpPr>
          <p:cNvPr id="1101" name="Google Shape;1101;p60">
            <a:extLst>
              <a:ext uri="{FF2B5EF4-FFF2-40B4-BE49-F238E27FC236}">
                <a16:creationId xmlns:a16="http://schemas.microsoft.com/office/drawing/2014/main" id="{A578580A-9CD7-1207-DFB5-1E02AEABDB37}"/>
              </a:ext>
            </a:extLst>
          </p:cNvPr>
          <p:cNvSpPr txBox="1">
            <a:spLocks noGrp="1"/>
          </p:cNvSpPr>
          <p:nvPr>
            <p:ph type="subTitle" idx="1"/>
          </p:nvPr>
        </p:nvSpPr>
        <p:spPr>
          <a:xfrm>
            <a:off x="588168" y="893143"/>
            <a:ext cx="8555832" cy="3979108"/>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400" b="1" dirty="0">
                <a:solidFill>
                  <a:schemeClr val="tx1"/>
                </a:solidFill>
              </a:rPr>
              <a:t>Section 42(3) :“</a:t>
            </a:r>
            <a:r>
              <a:rPr lang="en-US" sz="2400" dirty="0">
                <a:solidFill>
                  <a:schemeClr val="tx1"/>
                </a:solidFill>
              </a:rPr>
              <a:t>The National Assembly is elected to represent the people and to ensure government by the people </a:t>
            </a:r>
          </a:p>
          <a:p>
            <a:pPr marL="285750" indent="-285750" algn="l">
              <a:lnSpc>
                <a:spcPct val="150000"/>
              </a:lnSpc>
              <a:buFont typeface="Arial" panose="020B0604020202020204" pitchFamily="34" charset="0"/>
              <a:buChar char="•"/>
            </a:pPr>
            <a:r>
              <a:rPr lang="en-US" sz="2400" b="1" dirty="0">
                <a:solidFill>
                  <a:schemeClr val="tx1"/>
                </a:solidFill>
              </a:rPr>
              <a:t>Section 19(3)(a): </a:t>
            </a:r>
            <a:r>
              <a:rPr lang="en-US" sz="2400" dirty="0">
                <a:solidFill>
                  <a:schemeClr val="tx1"/>
                </a:solidFill>
              </a:rPr>
              <a:t>Every adult citizen has the right to vote in elections </a:t>
            </a:r>
          </a:p>
          <a:p>
            <a:pPr marL="285750" indent="-285750" algn="l">
              <a:lnSpc>
                <a:spcPct val="150000"/>
              </a:lnSpc>
              <a:buFont typeface="Arial" panose="020B0604020202020204" pitchFamily="34" charset="0"/>
              <a:buChar char="•"/>
            </a:pPr>
            <a:r>
              <a:rPr lang="en-US" sz="2400" dirty="0">
                <a:solidFill>
                  <a:schemeClr val="tx1"/>
                </a:solidFill>
              </a:rPr>
              <a:t>Role of political parties - our democracy is founded </a:t>
            </a:r>
            <a:r>
              <a:rPr lang="en-US" sz="2400" b="1" dirty="0">
                <a:solidFill>
                  <a:schemeClr val="tx1"/>
                </a:solidFill>
              </a:rPr>
              <a:t>on a multi-party system</a:t>
            </a:r>
            <a:r>
              <a:rPr lang="en-US" sz="2400" dirty="0">
                <a:solidFill>
                  <a:schemeClr val="tx1"/>
                </a:solidFill>
              </a:rPr>
              <a:t> of government (S1(d))</a:t>
            </a:r>
          </a:p>
          <a:p>
            <a:pPr marL="285750" indent="-285750" algn="l">
              <a:lnSpc>
                <a:spcPct val="150000"/>
              </a:lnSpc>
              <a:buFont typeface="Arial" panose="020B0604020202020204" pitchFamily="34" charset="0"/>
              <a:buChar char="•"/>
            </a:pPr>
            <a:r>
              <a:rPr lang="en-US" sz="2400" dirty="0">
                <a:solidFill>
                  <a:schemeClr val="tx1"/>
                </a:solidFill>
              </a:rPr>
              <a:t>Link between </a:t>
            </a:r>
            <a:r>
              <a:rPr lang="en-US" sz="2400" b="1" dirty="0">
                <a:solidFill>
                  <a:schemeClr val="tx1"/>
                </a:solidFill>
              </a:rPr>
              <a:t>citizens and political parties/representatives </a:t>
            </a:r>
          </a:p>
          <a:p>
            <a:pPr marL="742950" lvl="1" indent="-285750" algn="l">
              <a:lnSpc>
                <a:spcPct val="150000"/>
              </a:lnSpc>
              <a:buFont typeface="Arial" panose="020B0604020202020204" pitchFamily="34" charset="0"/>
              <a:buChar char="•"/>
            </a:pPr>
            <a:endParaRPr lang="en-US" sz="2000" dirty="0">
              <a:solidFill>
                <a:schemeClr val="tx1"/>
              </a:solidFill>
            </a:endParaRPr>
          </a:p>
        </p:txBody>
      </p:sp>
    </p:spTree>
    <p:extLst>
      <p:ext uri="{BB962C8B-B14F-4D97-AF65-F5344CB8AC3E}">
        <p14:creationId xmlns:p14="http://schemas.microsoft.com/office/powerpoint/2010/main" val="399774908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25DC50F0-6371-202E-B2B0-B0D0BFA1DF5F}"/>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4CAC343E-4E1E-929C-7869-3667930D7FEC}"/>
              </a:ext>
            </a:extLst>
          </p:cNvPr>
          <p:cNvSpPr txBox="1">
            <a:spLocks noGrp="1"/>
          </p:cNvSpPr>
          <p:nvPr>
            <p:ph type="title"/>
          </p:nvPr>
        </p:nvSpPr>
        <p:spPr>
          <a:xfrm>
            <a:off x="767345" y="-21856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Representative Democracy </a:t>
            </a:r>
            <a:endParaRPr sz="4800" dirty="0">
              <a:solidFill>
                <a:schemeClr val="tx2"/>
              </a:solidFill>
            </a:endParaRPr>
          </a:p>
        </p:txBody>
      </p:sp>
      <p:sp>
        <p:nvSpPr>
          <p:cNvPr id="1101" name="Google Shape;1101;p60">
            <a:extLst>
              <a:ext uri="{FF2B5EF4-FFF2-40B4-BE49-F238E27FC236}">
                <a16:creationId xmlns:a16="http://schemas.microsoft.com/office/drawing/2014/main" id="{A2FA6ABA-52F2-657C-7E8C-F5D96AFB96DC}"/>
              </a:ext>
            </a:extLst>
          </p:cNvPr>
          <p:cNvSpPr txBox="1">
            <a:spLocks noGrp="1"/>
          </p:cNvSpPr>
          <p:nvPr>
            <p:ph type="subTitle" idx="1"/>
          </p:nvPr>
        </p:nvSpPr>
        <p:spPr>
          <a:xfrm>
            <a:off x="588168" y="601457"/>
            <a:ext cx="8555832" cy="4393624"/>
          </a:xfrm>
          <a:prstGeom prst="rect">
            <a:avLst/>
          </a:prstGeom>
        </p:spPr>
        <p:txBody>
          <a:bodyPr spcFirstLastPara="1" wrap="square" lIns="91425" tIns="91425" rIns="91425" bIns="91425" anchor="t" anchorCtr="0">
            <a:noAutofit/>
          </a:bodyPr>
          <a:lstStyle/>
          <a:p>
            <a:pPr marL="0" indent="0" algn="l">
              <a:lnSpc>
                <a:spcPct val="150000"/>
              </a:lnSpc>
            </a:pPr>
            <a:r>
              <a:rPr lang="en-US" sz="2200" b="1" dirty="0">
                <a:solidFill>
                  <a:schemeClr val="tx1"/>
                </a:solidFill>
              </a:rPr>
              <a:t>Multi-party government: </a:t>
            </a:r>
          </a:p>
          <a:p>
            <a:pPr marL="342900" indent="-342900" algn="l">
              <a:lnSpc>
                <a:spcPct val="150000"/>
              </a:lnSpc>
              <a:buFont typeface="Arial" panose="020B0604020202020204" pitchFamily="34" charset="0"/>
              <a:buChar char="•"/>
            </a:pPr>
            <a:r>
              <a:rPr lang="en-US" sz="2200" dirty="0">
                <a:solidFill>
                  <a:schemeClr val="tx1"/>
                </a:solidFill>
              </a:rPr>
              <a:t>A system where three or more political parties have the capacity to gain control of the government, either separately or through a coalition</a:t>
            </a:r>
          </a:p>
          <a:p>
            <a:pPr marL="342900" indent="-342900" algn="l">
              <a:lnSpc>
                <a:spcPct val="150000"/>
              </a:lnSpc>
              <a:buFont typeface="Arial" panose="020B0604020202020204" pitchFamily="34" charset="0"/>
              <a:buChar char="•"/>
            </a:pPr>
            <a:r>
              <a:rPr lang="en-US" sz="2200" b="1" dirty="0">
                <a:solidFill>
                  <a:schemeClr val="tx1"/>
                </a:solidFill>
              </a:rPr>
              <a:t>S19 read with s1(d</a:t>
            </a:r>
            <a:r>
              <a:rPr lang="en-US" sz="2200" dirty="0">
                <a:solidFill>
                  <a:schemeClr val="tx1"/>
                </a:solidFill>
              </a:rPr>
              <a:t>) = MPG Is an integral part of our democracy </a:t>
            </a:r>
            <a:endParaRPr lang="en-US" sz="2200" b="1" dirty="0">
              <a:solidFill>
                <a:schemeClr val="tx1"/>
              </a:solidFill>
            </a:endParaRPr>
          </a:p>
          <a:p>
            <a:pPr marL="342900" indent="-342900" algn="l">
              <a:lnSpc>
                <a:spcPct val="150000"/>
              </a:lnSpc>
              <a:buFont typeface="Arial" panose="020B0604020202020204" pitchFamily="34" charset="0"/>
              <a:buChar char="•"/>
            </a:pPr>
            <a:r>
              <a:rPr lang="en-US" sz="2200" dirty="0">
                <a:solidFill>
                  <a:schemeClr val="tx1"/>
                </a:solidFill>
              </a:rPr>
              <a:t>It is </a:t>
            </a:r>
            <a:r>
              <a:rPr lang="en-US" sz="2200" dirty="0" err="1">
                <a:solidFill>
                  <a:schemeClr val="tx1"/>
                </a:solidFill>
              </a:rPr>
              <a:t>characterised</a:t>
            </a:r>
            <a:r>
              <a:rPr lang="en-US" sz="2200" dirty="0">
                <a:solidFill>
                  <a:schemeClr val="tx1"/>
                </a:solidFill>
              </a:rPr>
              <a:t> by competitive elections, proportional representation, and usually a coalition of political parties working together to form a majority in the legislation</a:t>
            </a:r>
            <a:endParaRPr lang="en-US" sz="2200" b="1" dirty="0">
              <a:solidFill>
                <a:schemeClr val="tx1"/>
              </a:solidFill>
            </a:endParaRPr>
          </a:p>
        </p:txBody>
      </p:sp>
    </p:spTree>
    <p:extLst>
      <p:ext uri="{BB962C8B-B14F-4D97-AF65-F5344CB8AC3E}">
        <p14:creationId xmlns:p14="http://schemas.microsoft.com/office/powerpoint/2010/main" val="311456097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A851F905-121E-1425-56FD-BBC3A8261B0D}"/>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37EFCF8C-C460-F20C-62FB-61E6CFDC9E70}"/>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Representative Democracy </a:t>
            </a:r>
            <a:endParaRPr sz="4800" dirty="0">
              <a:solidFill>
                <a:schemeClr val="tx2"/>
              </a:solidFill>
            </a:endParaRPr>
          </a:p>
        </p:txBody>
      </p:sp>
      <p:sp>
        <p:nvSpPr>
          <p:cNvPr id="1101" name="Google Shape;1101;p60">
            <a:extLst>
              <a:ext uri="{FF2B5EF4-FFF2-40B4-BE49-F238E27FC236}">
                <a16:creationId xmlns:a16="http://schemas.microsoft.com/office/drawing/2014/main" id="{28FE3D12-BD93-FEC5-4E56-685D428BDA28}"/>
              </a:ext>
            </a:extLst>
          </p:cNvPr>
          <p:cNvSpPr txBox="1">
            <a:spLocks noGrp="1"/>
          </p:cNvSpPr>
          <p:nvPr>
            <p:ph type="subTitle" idx="1"/>
          </p:nvPr>
        </p:nvSpPr>
        <p:spPr>
          <a:xfrm>
            <a:off x="105945" y="893143"/>
            <a:ext cx="9239534" cy="3357214"/>
          </a:xfrm>
          <a:prstGeom prst="rect">
            <a:avLst/>
          </a:prstGeom>
        </p:spPr>
        <p:txBody>
          <a:bodyPr spcFirstLastPara="1" wrap="square" lIns="91425" tIns="91425" rIns="91425" bIns="91425" anchor="t" anchorCtr="0">
            <a:noAutofit/>
          </a:bodyPr>
          <a:lstStyle/>
          <a:p>
            <a:pPr marL="0" indent="0" algn="l">
              <a:lnSpc>
                <a:spcPct val="150000"/>
              </a:lnSpc>
            </a:pPr>
            <a:r>
              <a:rPr lang="en-US" sz="2200" dirty="0">
                <a:solidFill>
                  <a:schemeClr val="tx1"/>
                </a:solidFill>
              </a:rPr>
              <a:t>But in </a:t>
            </a:r>
            <a:r>
              <a:rPr lang="en-US" sz="2200" b="1" i="1" dirty="0">
                <a:solidFill>
                  <a:schemeClr val="tx1"/>
                </a:solidFill>
              </a:rPr>
              <a:t>New Nation Movement v President of RSA 2020 CC </a:t>
            </a:r>
          </a:p>
          <a:p>
            <a:pPr marL="285750" indent="-285750" algn="l">
              <a:lnSpc>
                <a:spcPct val="150000"/>
              </a:lnSpc>
              <a:buFont typeface="Arial" panose="020B0604020202020204" pitchFamily="34" charset="0"/>
              <a:buChar char="•"/>
            </a:pPr>
            <a:r>
              <a:rPr lang="en-ZA" sz="2200" dirty="0">
                <a:solidFill>
                  <a:srgbClr val="000000"/>
                </a:solidFill>
                <a:latin typeface="Arial"/>
                <a:ea typeface="Arial"/>
                <a:cs typeface="Arial"/>
                <a:sym typeface="Arial"/>
              </a:rPr>
              <a:t>CC found the Electoral Act unconstitutional as it violated citizens' political rights (Section 19) by allowing only political parties to contest national and provincial elections, invalidating the exclusion of independent candidates. </a:t>
            </a:r>
          </a:p>
          <a:p>
            <a:pPr marL="285750" indent="-285750" algn="l">
              <a:lnSpc>
                <a:spcPct val="150000"/>
              </a:lnSpc>
              <a:buFont typeface="Arial" panose="020B0604020202020204" pitchFamily="34" charset="0"/>
              <a:buChar char="•"/>
            </a:pPr>
            <a:r>
              <a:rPr lang="en-ZA" sz="2200" dirty="0">
                <a:solidFill>
                  <a:srgbClr val="000000"/>
                </a:solidFill>
                <a:latin typeface="Arial"/>
                <a:ea typeface="Arial"/>
                <a:cs typeface="Arial"/>
                <a:sym typeface="Arial"/>
              </a:rPr>
              <a:t>This decision necessitated fundamental electoral reform in South Africa, moving towards a system that allows for individual candidacy rather than exclusively party-based representation.</a:t>
            </a:r>
          </a:p>
          <a:p>
            <a:pPr marL="742950" lvl="1" indent="-285750" algn="l">
              <a:lnSpc>
                <a:spcPct val="150000"/>
              </a:lnSpc>
              <a:buFont typeface="Arial" panose="020B0604020202020204" pitchFamily="34" charset="0"/>
              <a:buChar char="•"/>
            </a:pPr>
            <a:r>
              <a:rPr lang="en-US" sz="2200" dirty="0">
                <a:solidFill>
                  <a:schemeClr val="tx1"/>
                </a:solidFill>
              </a:rPr>
              <a:t>Electoral Amendment Bill – </a:t>
            </a:r>
            <a:r>
              <a:rPr lang="en-US" sz="2200" b="1" dirty="0">
                <a:solidFill>
                  <a:schemeClr val="tx1"/>
                </a:solidFill>
              </a:rPr>
              <a:t>signed 20 April 2023</a:t>
            </a:r>
          </a:p>
          <a:p>
            <a:pPr marL="742950" lvl="1" indent="-285750" algn="l">
              <a:lnSpc>
                <a:spcPct val="150000"/>
              </a:lnSpc>
              <a:buFont typeface="Arial" panose="020B0604020202020204" pitchFamily="34" charset="0"/>
              <a:buChar char="•"/>
            </a:pPr>
            <a:endParaRPr lang="en-US" sz="2200" dirty="0">
              <a:solidFill>
                <a:schemeClr val="tx1"/>
              </a:solidFill>
            </a:endParaRPr>
          </a:p>
        </p:txBody>
      </p:sp>
    </p:spTree>
    <p:extLst>
      <p:ext uri="{BB962C8B-B14F-4D97-AF65-F5344CB8AC3E}">
        <p14:creationId xmlns:p14="http://schemas.microsoft.com/office/powerpoint/2010/main" val="401819851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FF38945D-D571-016D-90EE-93BA5E01C077}"/>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0C9A1D4A-C972-0018-92A8-DC871D28C265}"/>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Representative Democracy </a:t>
            </a:r>
            <a:endParaRPr sz="4800" dirty="0">
              <a:solidFill>
                <a:schemeClr val="tx2"/>
              </a:solidFill>
            </a:endParaRPr>
          </a:p>
        </p:txBody>
      </p:sp>
      <p:sp>
        <p:nvSpPr>
          <p:cNvPr id="1101" name="Google Shape;1101;p60">
            <a:extLst>
              <a:ext uri="{FF2B5EF4-FFF2-40B4-BE49-F238E27FC236}">
                <a16:creationId xmlns:a16="http://schemas.microsoft.com/office/drawing/2014/main" id="{9A3AA295-A1D2-74BE-401A-8C4F26D8DE34}"/>
              </a:ext>
            </a:extLst>
          </p:cNvPr>
          <p:cNvSpPr txBox="1">
            <a:spLocks noGrp="1"/>
          </p:cNvSpPr>
          <p:nvPr>
            <p:ph type="subTitle" idx="1"/>
          </p:nvPr>
        </p:nvSpPr>
        <p:spPr>
          <a:xfrm>
            <a:off x="105945" y="893142"/>
            <a:ext cx="9239534" cy="4250357"/>
          </a:xfrm>
          <a:prstGeom prst="rect">
            <a:avLst/>
          </a:prstGeom>
        </p:spPr>
        <p:txBody>
          <a:bodyPr spcFirstLastPara="1" wrap="square" lIns="91425" tIns="91425" rIns="91425" bIns="91425" anchor="t" anchorCtr="0">
            <a:noAutofit/>
          </a:bodyPr>
          <a:lstStyle/>
          <a:p>
            <a:pPr marL="457200" lvl="1" indent="0" algn="l">
              <a:lnSpc>
                <a:spcPct val="150000"/>
              </a:lnSpc>
            </a:pPr>
            <a:r>
              <a:rPr lang="en-US" sz="2200" b="1" dirty="0">
                <a:solidFill>
                  <a:schemeClr val="tx1"/>
                </a:solidFill>
              </a:rPr>
              <a:t>Electoral Amendment Act 1 of 2023</a:t>
            </a:r>
          </a:p>
          <a:p>
            <a:pPr marL="800100" lvl="1" indent="-342900" algn="l">
              <a:lnSpc>
                <a:spcPct val="150000"/>
              </a:lnSpc>
              <a:buFont typeface="Arial" panose="020B0604020202020204" pitchFamily="34" charset="0"/>
              <a:buChar char="•"/>
            </a:pPr>
            <a:r>
              <a:rPr lang="en-US" sz="2200" dirty="0">
                <a:solidFill>
                  <a:schemeClr val="tx1"/>
                </a:solidFill>
              </a:rPr>
              <a:t>Allows independent candidates (not </a:t>
            </a:r>
            <a:r>
              <a:rPr lang="en-US" sz="2200" dirty="0" err="1">
                <a:solidFill>
                  <a:schemeClr val="tx1"/>
                </a:solidFill>
              </a:rPr>
              <a:t>afflicated</a:t>
            </a:r>
            <a:r>
              <a:rPr lang="en-US" sz="2200" dirty="0">
                <a:solidFill>
                  <a:schemeClr val="tx1"/>
                </a:solidFill>
              </a:rPr>
              <a:t> to political parties) to contest elections for the National Assembly and provincial legislatures for the first time</a:t>
            </a:r>
          </a:p>
          <a:p>
            <a:pPr marL="800100" lvl="1" indent="-342900" algn="l">
              <a:lnSpc>
                <a:spcPct val="150000"/>
              </a:lnSpc>
              <a:buFont typeface="Arial" panose="020B0604020202020204" pitchFamily="34" charset="0"/>
              <a:buChar char="•"/>
            </a:pPr>
            <a:r>
              <a:rPr lang="en-US" sz="2200" dirty="0">
                <a:solidFill>
                  <a:schemeClr val="tx1"/>
                </a:solidFill>
              </a:rPr>
              <a:t>Came into effect for 2024 elections </a:t>
            </a:r>
          </a:p>
          <a:p>
            <a:pPr marL="800100" lvl="1" indent="-342900" algn="l">
              <a:lnSpc>
                <a:spcPct val="150000"/>
              </a:lnSpc>
              <a:buFont typeface="Arial" panose="020B0604020202020204" pitchFamily="34" charset="0"/>
              <a:buChar char="•"/>
            </a:pPr>
            <a:r>
              <a:rPr lang="en-US" sz="2200" dirty="0">
                <a:solidFill>
                  <a:schemeClr val="tx1"/>
                </a:solidFill>
              </a:rPr>
              <a:t>Independent candidates must prove support to qualify. Candidates need to have 1,000 signatures  in support of them.</a:t>
            </a:r>
          </a:p>
        </p:txBody>
      </p:sp>
    </p:spTree>
    <p:extLst>
      <p:ext uri="{BB962C8B-B14F-4D97-AF65-F5344CB8AC3E}">
        <p14:creationId xmlns:p14="http://schemas.microsoft.com/office/powerpoint/2010/main" val="403445222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6A88567B-D1AA-6481-CDD9-E108A00223A2}"/>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0F244C2B-F85F-B383-4CB9-0064011A7FE4}"/>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Representative Democracy </a:t>
            </a:r>
            <a:endParaRPr sz="4800" dirty="0">
              <a:solidFill>
                <a:schemeClr val="tx2"/>
              </a:solidFill>
            </a:endParaRPr>
          </a:p>
        </p:txBody>
      </p:sp>
      <p:sp>
        <p:nvSpPr>
          <p:cNvPr id="1101" name="Google Shape;1101;p60">
            <a:extLst>
              <a:ext uri="{FF2B5EF4-FFF2-40B4-BE49-F238E27FC236}">
                <a16:creationId xmlns:a16="http://schemas.microsoft.com/office/drawing/2014/main" id="{53A560F1-645D-490D-397E-11E386970637}"/>
              </a:ext>
            </a:extLst>
          </p:cNvPr>
          <p:cNvSpPr txBox="1">
            <a:spLocks noGrp="1"/>
          </p:cNvSpPr>
          <p:nvPr>
            <p:ph type="subTitle" idx="1"/>
          </p:nvPr>
        </p:nvSpPr>
        <p:spPr>
          <a:xfrm>
            <a:off x="914492" y="1021056"/>
            <a:ext cx="7932047" cy="3357214"/>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000" b="1" dirty="0">
                <a:solidFill>
                  <a:schemeClr val="tx1"/>
                </a:solidFill>
              </a:rPr>
              <a:t>2024 elections = No Party got Majority – GNU government </a:t>
            </a:r>
          </a:p>
          <a:p>
            <a:pPr marL="285750" indent="-285750" algn="l">
              <a:lnSpc>
                <a:spcPct val="150000"/>
              </a:lnSpc>
              <a:buFont typeface="Arial" panose="020B0604020202020204" pitchFamily="34" charset="0"/>
              <a:buChar char="•"/>
            </a:pPr>
            <a:r>
              <a:rPr lang="en-US" sz="2000" b="1" dirty="0">
                <a:solidFill>
                  <a:schemeClr val="tx1"/>
                </a:solidFill>
              </a:rPr>
              <a:t>Democratic implications of the GNU </a:t>
            </a:r>
          </a:p>
          <a:p>
            <a:pPr marL="742950" lvl="1" indent="-285750" algn="l">
              <a:lnSpc>
                <a:spcPct val="150000"/>
              </a:lnSpc>
              <a:buFont typeface="Arial" panose="020B0604020202020204" pitchFamily="34" charset="0"/>
              <a:buChar char="•"/>
            </a:pPr>
            <a:r>
              <a:rPr lang="en-US" sz="2000" b="1" dirty="0">
                <a:solidFill>
                  <a:schemeClr val="tx1"/>
                </a:solidFill>
              </a:rPr>
              <a:t>Power sharing: </a:t>
            </a:r>
            <a:r>
              <a:rPr lang="en-US" sz="2000" dirty="0">
                <a:solidFill>
                  <a:schemeClr val="tx1"/>
                </a:solidFill>
              </a:rPr>
              <a:t>inclusive governance through multi-party collaboration </a:t>
            </a:r>
          </a:p>
          <a:p>
            <a:pPr marL="742950" lvl="1" indent="-285750" algn="l">
              <a:lnSpc>
                <a:spcPct val="150000"/>
              </a:lnSpc>
              <a:buFont typeface="Arial" panose="020B0604020202020204" pitchFamily="34" charset="0"/>
              <a:buChar char="•"/>
            </a:pPr>
            <a:r>
              <a:rPr lang="en-US" sz="2000" b="1" dirty="0">
                <a:solidFill>
                  <a:schemeClr val="tx1"/>
                </a:solidFill>
              </a:rPr>
              <a:t>Checks and Balances: </a:t>
            </a:r>
            <a:r>
              <a:rPr lang="en-US" sz="2000" dirty="0">
                <a:solidFill>
                  <a:schemeClr val="tx1"/>
                </a:solidFill>
              </a:rPr>
              <a:t>No single majority ensures more balanced policy-making </a:t>
            </a:r>
          </a:p>
          <a:p>
            <a:pPr marL="742950" lvl="1" indent="-285750" algn="l">
              <a:lnSpc>
                <a:spcPct val="150000"/>
              </a:lnSpc>
              <a:buFont typeface="Arial" panose="020B0604020202020204" pitchFamily="34" charset="0"/>
              <a:buChar char="•"/>
            </a:pPr>
            <a:r>
              <a:rPr lang="en-US" sz="2000" b="1" dirty="0">
                <a:solidFill>
                  <a:schemeClr val="tx1"/>
                </a:solidFill>
              </a:rPr>
              <a:t>Challenges</a:t>
            </a:r>
            <a:r>
              <a:rPr lang="en-US" sz="2000" dirty="0">
                <a:solidFill>
                  <a:schemeClr val="tx1"/>
                </a:solidFill>
              </a:rPr>
              <a:t>: tensions over ideological differences ( VAT, NHI, foreign policy) </a:t>
            </a:r>
          </a:p>
          <a:p>
            <a:pPr marL="742950" lvl="1" indent="-285750" algn="l">
              <a:lnSpc>
                <a:spcPct val="150000"/>
              </a:lnSpc>
              <a:buFont typeface="Arial" panose="020B0604020202020204" pitchFamily="34" charset="0"/>
              <a:buChar char="•"/>
            </a:pPr>
            <a:endParaRPr lang="en-US" sz="2000" dirty="0">
              <a:solidFill>
                <a:schemeClr val="tx1"/>
              </a:solidFill>
            </a:endParaRPr>
          </a:p>
        </p:txBody>
      </p:sp>
    </p:spTree>
    <p:extLst>
      <p:ext uri="{BB962C8B-B14F-4D97-AF65-F5344CB8AC3E}">
        <p14:creationId xmlns:p14="http://schemas.microsoft.com/office/powerpoint/2010/main" val="403138538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852855F1-3DE3-D764-EBF1-B76807BFC465}"/>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098CC843-9071-D21D-EB06-5750C1147DD4}"/>
              </a:ext>
            </a:extLst>
          </p:cNvPr>
          <p:cNvSpPr txBox="1">
            <a:spLocks noGrp="1"/>
          </p:cNvSpPr>
          <p:nvPr>
            <p:ph type="title"/>
          </p:nvPr>
        </p:nvSpPr>
        <p:spPr>
          <a:xfrm>
            <a:off x="221601" y="550367"/>
            <a:ext cx="8922399"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Limitations of Representative Democracy </a:t>
            </a:r>
            <a:br>
              <a:rPr lang="en-US" sz="4800" dirty="0">
                <a:solidFill>
                  <a:schemeClr val="tx2"/>
                </a:solidFill>
              </a:rPr>
            </a:br>
            <a:endParaRPr lang="en-US" sz="4800" dirty="0">
              <a:solidFill>
                <a:schemeClr val="tx2"/>
              </a:solidFill>
            </a:endParaRPr>
          </a:p>
        </p:txBody>
      </p:sp>
      <p:sp>
        <p:nvSpPr>
          <p:cNvPr id="1101" name="Google Shape;1101;p60">
            <a:extLst>
              <a:ext uri="{FF2B5EF4-FFF2-40B4-BE49-F238E27FC236}">
                <a16:creationId xmlns:a16="http://schemas.microsoft.com/office/drawing/2014/main" id="{F9E2413D-7A81-E876-D3B1-04F71AAA4ECE}"/>
              </a:ext>
            </a:extLst>
          </p:cNvPr>
          <p:cNvSpPr txBox="1">
            <a:spLocks noGrp="1"/>
          </p:cNvSpPr>
          <p:nvPr>
            <p:ph type="subTitle" idx="1"/>
          </p:nvPr>
        </p:nvSpPr>
        <p:spPr>
          <a:xfrm>
            <a:off x="592329" y="1358749"/>
            <a:ext cx="8337302" cy="3357214"/>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000" dirty="0">
                <a:solidFill>
                  <a:schemeClr val="tx1"/>
                </a:solidFill>
              </a:rPr>
              <a:t>Representative democracy is the only workable system…</a:t>
            </a:r>
          </a:p>
          <a:p>
            <a:pPr marL="285750" indent="-285750" algn="l">
              <a:lnSpc>
                <a:spcPct val="150000"/>
              </a:lnSpc>
              <a:buFont typeface="Arial" panose="020B0604020202020204" pitchFamily="34" charset="0"/>
              <a:buChar char="•"/>
            </a:pPr>
            <a:r>
              <a:rPr lang="en-US" sz="2000" dirty="0">
                <a:solidFill>
                  <a:schemeClr val="tx1"/>
                </a:solidFill>
              </a:rPr>
              <a:t>Failure to regulate political parties, elite-driven democracy </a:t>
            </a:r>
          </a:p>
          <a:p>
            <a:pPr marL="285750" indent="-285750" algn="l">
              <a:lnSpc>
                <a:spcPct val="150000"/>
              </a:lnSpc>
              <a:buFont typeface="Arial" panose="020B0604020202020204" pitchFamily="34" charset="0"/>
              <a:buChar char="•"/>
            </a:pPr>
            <a:r>
              <a:rPr lang="en-US" sz="2000" dirty="0">
                <a:solidFill>
                  <a:schemeClr val="tx1"/>
                </a:solidFill>
              </a:rPr>
              <a:t>Inability to directly influence elected members in between elections </a:t>
            </a:r>
          </a:p>
          <a:p>
            <a:pPr marL="285750" indent="-285750" algn="l">
              <a:lnSpc>
                <a:spcPct val="150000"/>
              </a:lnSpc>
              <a:buFont typeface="Arial" panose="020B0604020202020204" pitchFamily="34" charset="0"/>
              <a:buChar char="•"/>
            </a:pPr>
            <a:r>
              <a:rPr lang="en-US" sz="2000" dirty="0">
                <a:solidFill>
                  <a:schemeClr val="tx1"/>
                </a:solidFill>
              </a:rPr>
              <a:t>Influence of those not actively involved in political parties </a:t>
            </a:r>
          </a:p>
          <a:p>
            <a:pPr marL="742950" lvl="1" indent="-285750" algn="l">
              <a:lnSpc>
                <a:spcPct val="150000"/>
              </a:lnSpc>
              <a:buFont typeface="Arial" panose="020B0604020202020204" pitchFamily="34" charset="0"/>
              <a:buChar char="•"/>
            </a:pPr>
            <a:r>
              <a:rPr lang="en-US" sz="2000" b="1" dirty="0">
                <a:solidFill>
                  <a:schemeClr val="tx1"/>
                </a:solidFill>
              </a:rPr>
              <a:t>Has Electoral Amendment Act fixed this? </a:t>
            </a:r>
          </a:p>
          <a:p>
            <a:pPr marL="285750" indent="-285750" algn="l">
              <a:lnSpc>
                <a:spcPct val="150000"/>
              </a:lnSpc>
              <a:buFont typeface="Arial" panose="020B0604020202020204" pitchFamily="34" charset="0"/>
              <a:buChar char="•"/>
            </a:pPr>
            <a:r>
              <a:rPr lang="en-US" sz="2000" dirty="0">
                <a:solidFill>
                  <a:schemeClr val="tx1"/>
                </a:solidFill>
              </a:rPr>
              <a:t>One-party dominance </a:t>
            </a:r>
          </a:p>
          <a:p>
            <a:pPr marL="742950" lvl="1" indent="-285750" algn="l">
              <a:lnSpc>
                <a:spcPct val="150000"/>
              </a:lnSpc>
              <a:buFont typeface="Arial" panose="020B0604020202020204" pitchFamily="34" charset="0"/>
              <a:buChar char="•"/>
            </a:pPr>
            <a:r>
              <a:rPr lang="en-US" sz="2000" dirty="0">
                <a:solidFill>
                  <a:schemeClr val="tx1"/>
                </a:solidFill>
              </a:rPr>
              <a:t>Affected democratic accountability and limited democratic participation, eroding separation between political parties and the state </a:t>
            </a:r>
          </a:p>
        </p:txBody>
      </p:sp>
    </p:spTree>
    <p:extLst>
      <p:ext uri="{BB962C8B-B14F-4D97-AF65-F5344CB8AC3E}">
        <p14:creationId xmlns:p14="http://schemas.microsoft.com/office/powerpoint/2010/main" val="40660556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E49B119F-7012-F673-943E-081BF8F943DA}"/>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B4DC2DFC-4446-B3CA-2210-CD15F21A626B}"/>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Participatory Democracy </a:t>
            </a:r>
            <a:endParaRPr sz="4800" dirty="0">
              <a:solidFill>
                <a:schemeClr val="tx2"/>
              </a:solidFill>
            </a:endParaRPr>
          </a:p>
        </p:txBody>
      </p:sp>
      <p:sp>
        <p:nvSpPr>
          <p:cNvPr id="1101" name="Google Shape;1101;p60">
            <a:extLst>
              <a:ext uri="{FF2B5EF4-FFF2-40B4-BE49-F238E27FC236}">
                <a16:creationId xmlns:a16="http://schemas.microsoft.com/office/drawing/2014/main" id="{F93C558E-6565-11C5-BE64-160094E098EE}"/>
              </a:ext>
            </a:extLst>
          </p:cNvPr>
          <p:cNvSpPr txBox="1">
            <a:spLocks noGrp="1"/>
          </p:cNvSpPr>
          <p:nvPr>
            <p:ph type="subTitle" idx="1"/>
          </p:nvPr>
        </p:nvSpPr>
        <p:spPr>
          <a:xfrm>
            <a:off x="588167" y="939168"/>
            <a:ext cx="8555833" cy="3587893"/>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200" dirty="0">
                <a:solidFill>
                  <a:schemeClr val="tx1"/>
                </a:solidFill>
              </a:rPr>
              <a:t>Tries to counteract the political exclusion of citizens' opinions in decision-making </a:t>
            </a:r>
          </a:p>
          <a:p>
            <a:pPr marL="285750" indent="-285750" algn="l">
              <a:lnSpc>
                <a:spcPct val="150000"/>
              </a:lnSpc>
              <a:buFont typeface="Arial" panose="020B0604020202020204" pitchFamily="34" charset="0"/>
              <a:buChar char="•"/>
            </a:pPr>
            <a:r>
              <a:rPr lang="en-US" sz="2200" dirty="0">
                <a:solidFill>
                  <a:schemeClr val="tx1"/>
                </a:solidFill>
              </a:rPr>
              <a:t>Participatory democracy = affording citizens an opportunity to have their voice heard when decisions are made that affect them </a:t>
            </a:r>
          </a:p>
          <a:p>
            <a:pPr marL="285750" indent="-285750" algn="l">
              <a:lnSpc>
                <a:spcPct val="150000"/>
              </a:lnSpc>
              <a:buFont typeface="Arial" panose="020B0604020202020204" pitchFamily="34" charset="0"/>
              <a:buChar char="•"/>
            </a:pPr>
            <a:r>
              <a:rPr lang="en-US" sz="2200" b="1" dirty="0">
                <a:solidFill>
                  <a:schemeClr val="tx1"/>
                </a:solidFill>
              </a:rPr>
              <a:t>Section 1(d) </a:t>
            </a:r>
            <a:r>
              <a:rPr lang="en-US" sz="2200" dirty="0">
                <a:solidFill>
                  <a:schemeClr val="tx1"/>
                </a:solidFill>
              </a:rPr>
              <a:t>“system of democratic government to ensure accountability, responsiveness and openness” </a:t>
            </a:r>
          </a:p>
          <a:p>
            <a:pPr marL="285750" indent="-285750" algn="l">
              <a:lnSpc>
                <a:spcPct val="150000"/>
              </a:lnSpc>
              <a:buFont typeface="Arial" panose="020B0604020202020204" pitchFamily="34" charset="0"/>
              <a:buChar char="•"/>
            </a:pPr>
            <a:r>
              <a:rPr lang="en-US" sz="2200" b="1" dirty="0">
                <a:solidFill>
                  <a:schemeClr val="tx1"/>
                </a:solidFill>
              </a:rPr>
              <a:t>Section 59(1)(a)and 72(1)(a), and 118</a:t>
            </a:r>
            <a:r>
              <a:rPr lang="en-US" sz="2200" dirty="0">
                <a:solidFill>
                  <a:schemeClr val="tx1"/>
                </a:solidFill>
              </a:rPr>
              <a:t>: NA and NCOP </a:t>
            </a:r>
            <a:r>
              <a:rPr lang="en-US" sz="2200" b="1" dirty="0">
                <a:solidFill>
                  <a:schemeClr val="tx1"/>
                </a:solidFill>
              </a:rPr>
              <a:t>MUST </a:t>
            </a:r>
            <a:r>
              <a:rPr lang="en-US" sz="2200" dirty="0">
                <a:solidFill>
                  <a:schemeClr val="tx1"/>
                </a:solidFill>
              </a:rPr>
              <a:t>facilitate public participation in law-making processes 	</a:t>
            </a:r>
            <a:r>
              <a:rPr lang="en-US" sz="2000" dirty="0">
                <a:solidFill>
                  <a:schemeClr val="tx1"/>
                </a:solidFill>
              </a:rPr>
              <a:t>	</a:t>
            </a:r>
            <a:endParaRPr sz="2000" dirty="0">
              <a:solidFill>
                <a:schemeClr val="tx1"/>
              </a:solidFill>
            </a:endParaRPr>
          </a:p>
        </p:txBody>
      </p:sp>
    </p:spTree>
    <p:extLst>
      <p:ext uri="{BB962C8B-B14F-4D97-AF65-F5344CB8AC3E}">
        <p14:creationId xmlns:p14="http://schemas.microsoft.com/office/powerpoint/2010/main" val="239299204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09310FB8-2656-2F9C-410A-5F04E6F8BDB4}"/>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1B67689D-6BF0-5805-D83C-84793F05EE13}"/>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Participatory Democracy </a:t>
            </a:r>
            <a:endParaRPr sz="4800" dirty="0">
              <a:solidFill>
                <a:schemeClr val="tx2"/>
              </a:solidFill>
            </a:endParaRPr>
          </a:p>
        </p:txBody>
      </p:sp>
      <p:sp>
        <p:nvSpPr>
          <p:cNvPr id="1101" name="Google Shape;1101;p60">
            <a:extLst>
              <a:ext uri="{FF2B5EF4-FFF2-40B4-BE49-F238E27FC236}">
                <a16:creationId xmlns:a16="http://schemas.microsoft.com/office/drawing/2014/main" id="{29C97813-54E2-BCB7-D9AF-C347AA49509E}"/>
              </a:ext>
            </a:extLst>
          </p:cNvPr>
          <p:cNvSpPr txBox="1">
            <a:spLocks noGrp="1"/>
          </p:cNvSpPr>
          <p:nvPr>
            <p:ph type="subTitle" idx="1"/>
          </p:nvPr>
        </p:nvSpPr>
        <p:spPr>
          <a:xfrm>
            <a:off x="318004" y="968991"/>
            <a:ext cx="8555832" cy="4170052"/>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200" b="1" dirty="0">
                <a:solidFill>
                  <a:schemeClr val="tx1"/>
                </a:solidFill>
              </a:rPr>
              <a:t>Doctors for Life v Speaker of the National Assembly para 105-117 </a:t>
            </a:r>
          </a:p>
          <a:p>
            <a:pPr marL="742950" lvl="1" indent="-285750" algn="l">
              <a:lnSpc>
                <a:spcPct val="150000"/>
              </a:lnSpc>
              <a:buFont typeface="Arial" panose="020B0604020202020204" pitchFamily="34" charset="0"/>
              <a:buChar char="•"/>
            </a:pPr>
            <a:r>
              <a:rPr lang="en-US" sz="2200" dirty="0">
                <a:solidFill>
                  <a:schemeClr val="tx1"/>
                </a:solidFill>
              </a:rPr>
              <a:t>South Africa has both representative and participatory democracy </a:t>
            </a:r>
          </a:p>
          <a:p>
            <a:pPr marL="1200150" lvl="2" indent="-285750" algn="l">
              <a:lnSpc>
                <a:spcPct val="150000"/>
              </a:lnSpc>
              <a:buFont typeface="Arial" panose="020B0604020202020204" pitchFamily="34" charset="0"/>
              <a:buChar char="•"/>
            </a:pPr>
            <a:r>
              <a:rPr lang="en-US" sz="2200" dirty="0">
                <a:solidFill>
                  <a:schemeClr val="tx1"/>
                </a:solidFill>
              </a:rPr>
              <a:t>Which are are mutually supportive </a:t>
            </a:r>
          </a:p>
          <a:p>
            <a:pPr marL="1200150" lvl="2" indent="-285750" algn="l">
              <a:lnSpc>
                <a:spcPct val="150000"/>
              </a:lnSpc>
              <a:buFont typeface="Arial" panose="020B0604020202020204" pitchFamily="34" charset="0"/>
              <a:buChar char="•"/>
            </a:pPr>
            <a:r>
              <a:rPr lang="en-US" sz="2200" dirty="0">
                <a:solidFill>
                  <a:schemeClr val="tx1"/>
                </a:solidFill>
              </a:rPr>
              <a:t>The participation by the public on a continuous basis provides vitality to the functioning of representative democracy </a:t>
            </a:r>
          </a:p>
          <a:p>
            <a:pPr marL="742950" lvl="1" indent="-285750" algn="l">
              <a:lnSpc>
                <a:spcPct val="150000"/>
              </a:lnSpc>
              <a:buFont typeface="Arial" panose="020B0604020202020204" pitchFamily="34" charset="0"/>
              <a:buChar char="•"/>
            </a:pPr>
            <a:r>
              <a:rPr lang="en-US" sz="2200" dirty="0">
                <a:solidFill>
                  <a:schemeClr val="tx1"/>
                </a:solidFill>
              </a:rPr>
              <a:t>The court invalidated legislation in circumstances where there had not been </a:t>
            </a:r>
            <a:r>
              <a:rPr lang="en-US" sz="2200" b="1" dirty="0">
                <a:solidFill>
                  <a:schemeClr val="tx1"/>
                </a:solidFill>
              </a:rPr>
              <a:t>sufficient opportunity for public participation </a:t>
            </a:r>
            <a:r>
              <a:rPr lang="en-US" sz="2200" dirty="0">
                <a:solidFill>
                  <a:schemeClr val="tx1"/>
                </a:solidFill>
              </a:rPr>
              <a:t>on legislation that significancy affects the lives of people 	</a:t>
            </a:r>
            <a:r>
              <a:rPr lang="en-US" sz="2000" dirty="0">
                <a:solidFill>
                  <a:schemeClr val="tx1"/>
                </a:solidFill>
              </a:rPr>
              <a:t>	</a:t>
            </a:r>
            <a:endParaRPr sz="2000" dirty="0">
              <a:solidFill>
                <a:schemeClr val="tx1"/>
              </a:solidFill>
            </a:endParaRPr>
          </a:p>
        </p:txBody>
      </p:sp>
    </p:spTree>
    <p:extLst>
      <p:ext uri="{BB962C8B-B14F-4D97-AF65-F5344CB8AC3E}">
        <p14:creationId xmlns:p14="http://schemas.microsoft.com/office/powerpoint/2010/main" val="232611215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22CB5339-8FCE-8108-5330-143C3012A5F9}"/>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10D9D1DC-99CD-8293-6035-C94A0CCBD66D}"/>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Constitutional Democracy </a:t>
            </a:r>
            <a:endParaRPr sz="4800" dirty="0">
              <a:solidFill>
                <a:schemeClr val="tx2"/>
              </a:solidFill>
            </a:endParaRPr>
          </a:p>
        </p:txBody>
      </p:sp>
      <p:sp>
        <p:nvSpPr>
          <p:cNvPr id="1101" name="Google Shape;1101;p60">
            <a:extLst>
              <a:ext uri="{FF2B5EF4-FFF2-40B4-BE49-F238E27FC236}">
                <a16:creationId xmlns:a16="http://schemas.microsoft.com/office/drawing/2014/main" id="{825A642A-96A0-2BBF-5CF8-A24C5A55E272}"/>
              </a:ext>
            </a:extLst>
          </p:cNvPr>
          <p:cNvSpPr txBox="1">
            <a:spLocks noGrp="1"/>
          </p:cNvSpPr>
          <p:nvPr>
            <p:ph type="subTitle" idx="1"/>
          </p:nvPr>
        </p:nvSpPr>
        <p:spPr>
          <a:xfrm>
            <a:off x="614149" y="893143"/>
            <a:ext cx="8107545" cy="3357214"/>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000" dirty="0">
                <a:solidFill>
                  <a:schemeClr val="tx1"/>
                </a:solidFill>
              </a:rPr>
              <a:t>A descriptive term, a decision affecting a political community made in terms of a Constitution, and this Constitution has certain basic features and characteristics </a:t>
            </a:r>
          </a:p>
          <a:p>
            <a:pPr marL="742950" lvl="1" indent="-285750" algn="l">
              <a:lnSpc>
                <a:spcPct val="150000"/>
              </a:lnSpc>
              <a:buFont typeface="Arial" panose="020B0604020202020204" pitchFamily="34" charset="0"/>
              <a:buChar char="•"/>
            </a:pPr>
            <a:r>
              <a:rPr lang="en-US" sz="2000" dirty="0">
                <a:solidFill>
                  <a:schemeClr val="tx1"/>
                </a:solidFill>
              </a:rPr>
              <a:t>Notions of democracy (centrality of democracy); Constitutional supremacy, centrality of foundational values ( human dignity, equality, freedom </a:t>
            </a:r>
            <a:r>
              <a:rPr lang="en-US" sz="2000" dirty="0" err="1">
                <a:solidFill>
                  <a:schemeClr val="tx1"/>
                </a:solidFill>
              </a:rPr>
              <a:t>etc</a:t>
            </a:r>
            <a:r>
              <a:rPr lang="en-US" sz="2000" dirty="0">
                <a:solidFill>
                  <a:schemeClr val="tx1"/>
                </a:solidFill>
              </a:rPr>
              <a:t>), culture of human rights, democratic ideas, juridical review </a:t>
            </a:r>
          </a:p>
          <a:p>
            <a:pPr marL="285750" indent="-285750" algn="l">
              <a:lnSpc>
                <a:spcPct val="150000"/>
              </a:lnSpc>
              <a:buFont typeface="Arial" panose="020B0604020202020204" pitchFamily="34" charset="0"/>
              <a:buChar char="•"/>
            </a:pPr>
            <a:r>
              <a:rPr lang="en-US" sz="2000" dirty="0">
                <a:solidFill>
                  <a:schemeClr val="tx1"/>
                </a:solidFill>
              </a:rPr>
              <a:t>A purposive concept – if we adhere to these features, we will establish the society envisaged by the Constitution </a:t>
            </a:r>
          </a:p>
          <a:p>
            <a:pPr marL="285750" indent="-285750" algn="l">
              <a:lnSpc>
                <a:spcPct val="150000"/>
              </a:lnSpc>
              <a:buFont typeface="Arial" panose="020B0604020202020204" pitchFamily="34" charset="0"/>
              <a:buChar char="•"/>
            </a:pPr>
            <a:endParaRPr sz="2000" dirty="0">
              <a:solidFill>
                <a:schemeClr val="tx1"/>
              </a:solidFill>
            </a:endParaRPr>
          </a:p>
        </p:txBody>
      </p:sp>
    </p:spTree>
    <p:extLst>
      <p:ext uri="{BB962C8B-B14F-4D97-AF65-F5344CB8AC3E}">
        <p14:creationId xmlns:p14="http://schemas.microsoft.com/office/powerpoint/2010/main" val="31488119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17759B1F-BCD2-0EF8-08A7-79B6083B37A8}"/>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719DAFB2-5EF0-6925-F12F-E6B77D353F29}"/>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800" dirty="0">
                <a:solidFill>
                  <a:schemeClr val="tx2"/>
                </a:solidFill>
              </a:rPr>
              <a:t>Class task</a:t>
            </a:r>
            <a:endParaRPr sz="4800" dirty="0">
              <a:solidFill>
                <a:schemeClr val="tx2"/>
              </a:solidFill>
            </a:endParaRPr>
          </a:p>
        </p:txBody>
      </p:sp>
      <p:sp>
        <p:nvSpPr>
          <p:cNvPr id="1101" name="Google Shape;1101;p60">
            <a:extLst>
              <a:ext uri="{FF2B5EF4-FFF2-40B4-BE49-F238E27FC236}">
                <a16:creationId xmlns:a16="http://schemas.microsoft.com/office/drawing/2014/main" id="{6865F2A8-C552-C818-EEB3-C7D566CE6E5F}"/>
              </a:ext>
            </a:extLst>
          </p:cNvPr>
          <p:cNvSpPr txBox="1">
            <a:spLocks noGrp="1"/>
          </p:cNvSpPr>
          <p:nvPr>
            <p:ph type="subTitle" idx="1"/>
          </p:nvPr>
        </p:nvSpPr>
        <p:spPr>
          <a:xfrm>
            <a:off x="436728" y="743017"/>
            <a:ext cx="8555832" cy="4252064"/>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1800" b="1" dirty="0">
                <a:solidFill>
                  <a:schemeClr val="tx1"/>
                </a:solidFill>
              </a:rPr>
              <a:t>Scenario: </a:t>
            </a:r>
            <a:r>
              <a:rPr lang="en-US" sz="1800" dirty="0">
                <a:solidFill>
                  <a:schemeClr val="tx1"/>
                </a:solidFill>
              </a:rPr>
              <a:t>The university is deciding whether to introduce a mandatory attendance policy for all lectures.</a:t>
            </a:r>
          </a:p>
          <a:p>
            <a:pPr marL="285750" indent="-285750" algn="l">
              <a:lnSpc>
                <a:spcPct val="150000"/>
              </a:lnSpc>
              <a:buFont typeface="Arial" panose="020B0604020202020204" pitchFamily="34" charset="0"/>
              <a:buChar char="•"/>
            </a:pPr>
            <a:r>
              <a:rPr lang="en-US" sz="1800" dirty="0">
                <a:solidFill>
                  <a:schemeClr val="tx1"/>
                </a:solidFill>
              </a:rPr>
              <a:t>Discuss in groups </a:t>
            </a:r>
          </a:p>
          <a:p>
            <a:pPr marL="342900" indent="-342900" algn="l">
              <a:lnSpc>
                <a:spcPct val="150000"/>
              </a:lnSpc>
              <a:buFont typeface="Arial" panose="020B0604020202020204" pitchFamily="34" charset="0"/>
              <a:buChar char="•"/>
            </a:pPr>
            <a:r>
              <a:rPr lang="en-ZA" sz="1800" b="1" dirty="0">
                <a:solidFill>
                  <a:schemeClr val="tx1"/>
                </a:solidFill>
              </a:rPr>
              <a:t>1. Direct democracy:</a:t>
            </a:r>
          </a:p>
          <a:p>
            <a:pPr marL="800100" lvl="1" indent="-342900" algn="l">
              <a:lnSpc>
                <a:spcPct val="150000"/>
              </a:lnSpc>
              <a:buFont typeface="Arial" panose="020B0604020202020204" pitchFamily="34" charset="0"/>
              <a:buChar char="•"/>
            </a:pPr>
            <a:r>
              <a:rPr lang="en-ZA" sz="1800" dirty="0">
                <a:solidFill>
                  <a:schemeClr val="tx1"/>
                </a:solidFill>
              </a:rPr>
              <a:t>How would this decision be made if all students voted directly?</a:t>
            </a:r>
          </a:p>
          <a:p>
            <a:pPr marL="285750" indent="-285750" algn="l">
              <a:lnSpc>
                <a:spcPct val="150000"/>
              </a:lnSpc>
              <a:buFont typeface="Arial" panose="020B0604020202020204" pitchFamily="34" charset="0"/>
              <a:buChar char="•"/>
            </a:pPr>
            <a:r>
              <a:rPr lang="en-ZA" sz="1800" b="1" dirty="0">
                <a:solidFill>
                  <a:schemeClr val="tx1"/>
                </a:solidFill>
              </a:rPr>
              <a:t>2. Representative democracy:</a:t>
            </a:r>
          </a:p>
          <a:p>
            <a:pPr marL="742950" lvl="1" indent="-285750" algn="l">
              <a:lnSpc>
                <a:spcPct val="150000"/>
              </a:lnSpc>
              <a:buFont typeface="Arial" panose="020B0604020202020204" pitchFamily="34" charset="0"/>
              <a:buChar char="•"/>
            </a:pPr>
            <a:r>
              <a:rPr lang="en-ZA" sz="1800" dirty="0">
                <a:solidFill>
                  <a:schemeClr val="tx1"/>
                </a:solidFill>
              </a:rPr>
              <a:t>How would this decision be made if student representatives (e.g. SRC) decided?</a:t>
            </a:r>
          </a:p>
          <a:p>
            <a:pPr marL="285750" indent="-285750" algn="l">
              <a:lnSpc>
                <a:spcPct val="150000"/>
              </a:lnSpc>
              <a:buFont typeface="Arial" panose="020B0604020202020204" pitchFamily="34" charset="0"/>
              <a:buChar char="•"/>
            </a:pPr>
            <a:r>
              <a:rPr lang="en-ZA" sz="1800" b="1" dirty="0">
                <a:solidFill>
                  <a:schemeClr val="tx1"/>
                </a:solidFill>
              </a:rPr>
              <a:t>3. Participatory democracy:</a:t>
            </a:r>
          </a:p>
          <a:p>
            <a:pPr marL="285750" indent="-285750" algn="l">
              <a:lnSpc>
                <a:spcPct val="150000"/>
              </a:lnSpc>
              <a:buFont typeface="Arial" panose="020B0604020202020204" pitchFamily="34" charset="0"/>
              <a:buChar char="•"/>
            </a:pPr>
            <a:r>
              <a:rPr lang="en-ZA" sz="1800" dirty="0">
                <a:solidFill>
                  <a:schemeClr val="tx1"/>
                </a:solidFill>
              </a:rPr>
              <a:t>How would this decision be made if students were consulted and involved, but did not make the final decision?</a:t>
            </a:r>
          </a:p>
          <a:p>
            <a:pPr marL="285750" indent="-285750" algn="l">
              <a:lnSpc>
                <a:spcPct val="150000"/>
              </a:lnSpc>
              <a:buFont typeface="Arial" panose="020B0604020202020204" pitchFamily="34" charset="0"/>
              <a:buChar char="•"/>
            </a:pPr>
            <a:endParaRPr sz="1800" b="1" dirty="0">
              <a:solidFill>
                <a:schemeClr val="tx1"/>
              </a:solidFill>
            </a:endParaRPr>
          </a:p>
        </p:txBody>
      </p:sp>
    </p:spTree>
    <p:extLst>
      <p:ext uri="{BB962C8B-B14F-4D97-AF65-F5344CB8AC3E}">
        <p14:creationId xmlns:p14="http://schemas.microsoft.com/office/powerpoint/2010/main" val="230128481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AB023976-238D-A8D2-8409-AB96DF1511D3}"/>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8C89D382-2C82-1883-2FFA-F5EDEE9A5683}"/>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Defiance Campaign </a:t>
            </a:r>
            <a:endParaRPr sz="6600" dirty="0">
              <a:solidFill>
                <a:schemeClr val="accent1"/>
              </a:solidFill>
            </a:endParaRPr>
          </a:p>
        </p:txBody>
      </p:sp>
      <p:sp>
        <p:nvSpPr>
          <p:cNvPr id="1101" name="Google Shape;1101;p60">
            <a:extLst>
              <a:ext uri="{FF2B5EF4-FFF2-40B4-BE49-F238E27FC236}">
                <a16:creationId xmlns:a16="http://schemas.microsoft.com/office/drawing/2014/main" id="{C7993785-2839-1CDD-39EF-CEC675949982}"/>
              </a:ext>
            </a:extLst>
          </p:cNvPr>
          <p:cNvSpPr txBox="1">
            <a:spLocks noGrp="1"/>
          </p:cNvSpPr>
          <p:nvPr>
            <p:ph type="subTitle" idx="1"/>
          </p:nvPr>
        </p:nvSpPr>
        <p:spPr>
          <a:xfrm>
            <a:off x="941789" y="1184829"/>
            <a:ext cx="7616424"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200" dirty="0">
                <a:solidFill>
                  <a:schemeClr val="bg1"/>
                </a:solidFill>
              </a:rPr>
              <a:t>Resulted in a United Nations Commission to investigate the unjust racial policies (international recognition)</a:t>
            </a:r>
          </a:p>
          <a:p>
            <a:pPr marL="285750" lvl="0" indent="-285750" algn="l">
              <a:lnSpc>
                <a:spcPct val="150000"/>
              </a:lnSpc>
              <a:buFont typeface="Arial" panose="020B0604020202020204" pitchFamily="34" charset="0"/>
              <a:buChar char="•"/>
            </a:pPr>
            <a:r>
              <a:rPr lang="en-US" sz="2200" dirty="0">
                <a:solidFill>
                  <a:schemeClr val="bg1"/>
                </a:solidFill>
              </a:rPr>
              <a:t>The period marked the beginning of non-racial cooperation in the resistance to apartheid which was cemented by </a:t>
            </a:r>
            <a:r>
              <a:rPr lang="en-US" sz="2200" b="1" dirty="0">
                <a:solidFill>
                  <a:schemeClr val="bg1"/>
                </a:solidFill>
              </a:rPr>
              <a:t>the Congress Alliance </a:t>
            </a:r>
            <a:r>
              <a:rPr lang="en-US" sz="2200" dirty="0">
                <a:solidFill>
                  <a:schemeClr val="bg1"/>
                </a:solidFill>
              </a:rPr>
              <a:t>in 1954, in the run-up to the Congress of the people </a:t>
            </a:r>
            <a:endParaRPr sz="2200" dirty="0">
              <a:solidFill>
                <a:schemeClr val="bg1"/>
              </a:solidFill>
            </a:endParaRPr>
          </a:p>
        </p:txBody>
      </p:sp>
    </p:spTree>
    <p:extLst>
      <p:ext uri="{BB962C8B-B14F-4D97-AF65-F5344CB8AC3E}">
        <p14:creationId xmlns:p14="http://schemas.microsoft.com/office/powerpoint/2010/main" val="3053164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2584020B-553C-F1D0-04AB-5BF20E29E151}"/>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7F3A018E-38E8-A7C5-23F4-CB0F596C849B}"/>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Congress Alliance </a:t>
            </a:r>
            <a:endParaRPr sz="6600" dirty="0">
              <a:solidFill>
                <a:schemeClr val="accent1"/>
              </a:solidFill>
            </a:endParaRPr>
          </a:p>
        </p:txBody>
      </p:sp>
      <p:sp>
        <p:nvSpPr>
          <p:cNvPr id="1101" name="Google Shape;1101;p60">
            <a:extLst>
              <a:ext uri="{FF2B5EF4-FFF2-40B4-BE49-F238E27FC236}">
                <a16:creationId xmlns:a16="http://schemas.microsoft.com/office/drawing/2014/main" id="{6EC02672-5DF6-9463-8250-6D913CD7C24E}"/>
              </a:ext>
            </a:extLst>
          </p:cNvPr>
          <p:cNvSpPr txBox="1">
            <a:spLocks noGrp="1"/>
          </p:cNvSpPr>
          <p:nvPr>
            <p:ph type="subTitle" idx="1"/>
          </p:nvPr>
        </p:nvSpPr>
        <p:spPr>
          <a:xfrm>
            <a:off x="941789" y="1184829"/>
            <a:ext cx="726042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1900" dirty="0">
                <a:solidFill>
                  <a:schemeClr val="bg1"/>
                </a:solidFill>
              </a:rPr>
              <a:t>Coalition of anti-apartheid </a:t>
            </a:r>
            <a:r>
              <a:rPr lang="en-US" sz="1900" dirty="0" err="1">
                <a:solidFill>
                  <a:schemeClr val="bg1"/>
                </a:solidFill>
              </a:rPr>
              <a:t>organisations</a:t>
            </a:r>
            <a:r>
              <a:rPr lang="en-US" sz="1900" dirty="0">
                <a:solidFill>
                  <a:schemeClr val="bg1"/>
                </a:solidFill>
              </a:rPr>
              <a:t> formed in the early 1950s to coordinate resistance against apartheid laws </a:t>
            </a:r>
          </a:p>
          <a:p>
            <a:pPr marL="285750" lvl="0" indent="-285750" algn="l">
              <a:lnSpc>
                <a:spcPct val="150000"/>
              </a:lnSpc>
              <a:buFont typeface="Arial" panose="020B0604020202020204" pitchFamily="34" charset="0"/>
              <a:buChar char="•"/>
            </a:pPr>
            <a:r>
              <a:rPr lang="en-US" sz="1900" dirty="0">
                <a:solidFill>
                  <a:schemeClr val="bg1"/>
                </a:solidFill>
              </a:rPr>
              <a:t>Included: </a:t>
            </a:r>
          </a:p>
          <a:p>
            <a:pPr marL="742950" lvl="1" indent="-285750" algn="l">
              <a:lnSpc>
                <a:spcPct val="150000"/>
              </a:lnSpc>
              <a:buFont typeface="Arial" panose="020B0604020202020204" pitchFamily="34" charset="0"/>
              <a:buChar char="•"/>
            </a:pPr>
            <a:r>
              <a:rPr lang="en-US" sz="1900" dirty="0">
                <a:solidFill>
                  <a:schemeClr val="bg1"/>
                </a:solidFill>
              </a:rPr>
              <a:t>African National Congress</a:t>
            </a:r>
          </a:p>
          <a:p>
            <a:pPr marL="742950" lvl="1" indent="-285750" algn="l">
              <a:lnSpc>
                <a:spcPct val="150000"/>
              </a:lnSpc>
              <a:buFont typeface="Arial" panose="020B0604020202020204" pitchFamily="34" charset="0"/>
              <a:buChar char="•"/>
            </a:pPr>
            <a:r>
              <a:rPr lang="en-US" sz="1900" dirty="0">
                <a:solidFill>
                  <a:schemeClr val="bg1"/>
                </a:solidFill>
              </a:rPr>
              <a:t>South African </a:t>
            </a:r>
            <a:r>
              <a:rPr lang="en-US" sz="1900" dirty="0" err="1">
                <a:solidFill>
                  <a:schemeClr val="bg1"/>
                </a:solidFill>
              </a:rPr>
              <a:t>Coloured</a:t>
            </a:r>
            <a:r>
              <a:rPr lang="en-US" sz="1900" dirty="0">
                <a:solidFill>
                  <a:schemeClr val="bg1"/>
                </a:solidFill>
              </a:rPr>
              <a:t> Peoples Organization </a:t>
            </a:r>
          </a:p>
          <a:p>
            <a:pPr marL="742950" lvl="1" indent="-285750" algn="l">
              <a:lnSpc>
                <a:spcPct val="150000"/>
              </a:lnSpc>
              <a:buFont typeface="Arial" panose="020B0604020202020204" pitchFamily="34" charset="0"/>
              <a:buChar char="•"/>
            </a:pPr>
            <a:r>
              <a:rPr lang="en-US" sz="1900" dirty="0">
                <a:solidFill>
                  <a:schemeClr val="bg1"/>
                </a:solidFill>
              </a:rPr>
              <a:t>Congress of Democrats </a:t>
            </a:r>
          </a:p>
          <a:p>
            <a:pPr marL="742950" lvl="1" indent="-285750" algn="l">
              <a:lnSpc>
                <a:spcPct val="150000"/>
              </a:lnSpc>
              <a:buFont typeface="Arial" panose="020B0604020202020204" pitchFamily="34" charset="0"/>
              <a:buChar char="•"/>
            </a:pPr>
            <a:r>
              <a:rPr lang="en-US" sz="1900" dirty="0">
                <a:solidFill>
                  <a:schemeClr val="bg1"/>
                </a:solidFill>
              </a:rPr>
              <a:t>South African Congress of Trade Unions </a:t>
            </a:r>
          </a:p>
          <a:p>
            <a:pPr marL="742950" lvl="1" indent="-285750" algn="l">
              <a:lnSpc>
                <a:spcPct val="150000"/>
              </a:lnSpc>
              <a:buFont typeface="Arial" panose="020B0604020202020204" pitchFamily="34" charset="0"/>
              <a:buChar char="•"/>
            </a:pPr>
            <a:r>
              <a:rPr lang="en-US" sz="1900" dirty="0">
                <a:solidFill>
                  <a:schemeClr val="bg1"/>
                </a:solidFill>
              </a:rPr>
              <a:t>Among others </a:t>
            </a:r>
          </a:p>
          <a:p>
            <a:pPr marL="285750" lvl="0" indent="-285750" algn="l">
              <a:lnSpc>
                <a:spcPct val="150000"/>
              </a:lnSpc>
              <a:buFont typeface="Arial" panose="020B0604020202020204" pitchFamily="34" charset="0"/>
              <a:buChar char="•"/>
            </a:pPr>
            <a:endParaRPr lang="en-US" sz="1600" dirty="0">
              <a:solidFill>
                <a:schemeClr val="accent1"/>
              </a:solidFill>
            </a:endParaRPr>
          </a:p>
          <a:p>
            <a:pPr marL="285750" lvl="0" indent="-285750" algn="l">
              <a:lnSpc>
                <a:spcPct val="150000"/>
              </a:lnSpc>
              <a:buFont typeface="Arial" panose="020B0604020202020204" pitchFamily="34" charset="0"/>
              <a:buChar char="•"/>
            </a:pPr>
            <a:endParaRPr lang="en-US" sz="1600" b="1" dirty="0">
              <a:solidFill>
                <a:schemeClr val="accent1"/>
              </a:solidFill>
            </a:endParaRPr>
          </a:p>
          <a:p>
            <a:pPr marL="742950" lvl="1" indent="-285750" algn="l">
              <a:lnSpc>
                <a:spcPct val="150000"/>
              </a:lnSpc>
              <a:buFont typeface="Arial" panose="020B0604020202020204" pitchFamily="34" charset="0"/>
              <a:buChar char="•"/>
            </a:pPr>
            <a:endParaRPr sz="1600" b="1" dirty="0">
              <a:solidFill>
                <a:schemeClr val="accent1"/>
              </a:solidFill>
            </a:endParaRPr>
          </a:p>
        </p:txBody>
      </p:sp>
    </p:spTree>
    <p:extLst>
      <p:ext uri="{BB962C8B-B14F-4D97-AF65-F5344CB8AC3E}">
        <p14:creationId xmlns:p14="http://schemas.microsoft.com/office/powerpoint/2010/main" val="147464108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146244E6-3117-A32A-C0A1-B40194500D91}"/>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8ED99F7E-D589-72F3-F7C3-E87EAD5E2FD6}"/>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Congress Alliance </a:t>
            </a:r>
            <a:endParaRPr sz="6600" dirty="0">
              <a:solidFill>
                <a:schemeClr val="accent1"/>
              </a:solidFill>
            </a:endParaRPr>
          </a:p>
        </p:txBody>
      </p:sp>
      <p:sp>
        <p:nvSpPr>
          <p:cNvPr id="1101" name="Google Shape;1101;p60">
            <a:extLst>
              <a:ext uri="{FF2B5EF4-FFF2-40B4-BE49-F238E27FC236}">
                <a16:creationId xmlns:a16="http://schemas.microsoft.com/office/drawing/2014/main" id="{7FFEEC8A-527C-1EC8-DC62-6D5E3A75BCEE}"/>
              </a:ext>
            </a:extLst>
          </p:cNvPr>
          <p:cNvSpPr txBox="1">
            <a:spLocks noGrp="1"/>
          </p:cNvSpPr>
          <p:nvPr>
            <p:ph type="subTitle" idx="1"/>
          </p:nvPr>
        </p:nvSpPr>
        <p:spPr>
          <a:xfrm>
            <a:off x="941788" y="1184829"/>
            <a:ext cx="7799255"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500" dirty="0">
                <a:solidFill>
                  <a:schemeClr val="bg1"/>
                </a:solidFill>
              </a:rPr>
              <a:t>It was explicitly </a:t>
            </a:r>
            <a:r>
              <a:rPr lang="en-US" sz="2500" b="1" dirty="0">
                <a:solidFill>
                  <a:schemeClr val="bg1"/>
                </a:solidFill>
              </a:rPr>
              <a:t>NON-racial </a:t>
            </a:r>
            <a:r>
              <a:rPr lang="en-US" sz="2500" dirty="0">
                <a:solidFill>
                  <a:schemeClr val="bg1"/>
                </a:solidFill>
              </a:rPr>
              <a:t>at a time when apartheid enforced racial division</a:t>
            </a:r>
          </a:p>
          <a:p>
            <a:pPr marL="285750" lvl="0" indent="-285750" algn="l">
              <a:lnSpc>
                <a:spcPct val="150000"/>
              </a:lnSpc>
              <a:buFont typeface="Arial" panose="020B0604020202020204" pitchFamily="34" charset="0"/>
              <a:buChar char="•"/>
            </a:pPr>
            <a:r>
              <a:rPr lang="en-US" sz="2500" dirty="0">
                <a:solidFill>
                  <a:schemeClr val="bg1"/>
                </a:solidFill>
              </a:rPr>
              <a:t>It developed a shared constitutional vision of equality and citizenship. </a:t>
            </a:r>
          </a:p>
          <a:p>
            <a:pPr marL="285750" lvl="0" indent="-285750" algn="l">
              <a:lnSpc>
                <a:spcPct val="150000"/>
              </a:lnSpc>
              <a:buFont typeface="Arial" panose="020B0604020202020204" pitchFamily="34" charset="0"/>
              <a:buChar char="•"/>
            </a:pPr>
            <a:r>
              <a:rPr lang="en-US" sz="2500" dirty="0" err="1">
                <a:solidFill>
                  <a:schemeClr val="bg1"/>
                </a:solidFill>
              </a:rPr>
              <a:t>Organised</a:t>
            </a:r>
            <a:r>
              <a:rPr lang="en-US" sz="2500" dirty="0">
                <a:solidFill>
                  <a:schemeClr val="bg1"/>
                </a:solidFill>
              </a:rPr>
              <a:t> the Congress of the people 1955 </a:t>
            </a:r>
          </a:p>
          <a:p>
            <a:pPr marL="285750" lvl="0" indent="-285750" algn="l">
              <a:lnSpc>
                <a:spcPct val="150000"/>
              </a:lnSpc>
              <a:buFont typeface="Arial" panose="020B0604020202020204" pitchFamily="34" charset="0"/>
              <a:buChar char="•"/>
            </a:pPr>
            <a:endParaRPr lang="en-US" sz="2000" dirty="0">
              <a:solidFill>
                <a:schemeClr val="accent1"/>
              </a:solidFill>
            </a:endParaRPr>
          </a:p>
          <a:p>
            <a:pPr marL="285750" lvl="0" indent="-285750" algn="l">
              <a:lnSpc>
                <a:spcPct val="150000"/>
              </a:lnSpc>
              <a:buFont typeface="Arial" panose="020B0604020202020204" pitchFamily="34" charset="0"/>
              <a:buChar char="•"/>
            </a:pPr>
            <a:endParaRPr lang="en-US" sz="1600" b="1" dirty="0">
              <a:solidFill>
                <a:schemeClr val="accent1"/>
              </a:solidFill>
            </a:endParaRPr>
          </a:p>
          <a:p>
            <a:pPr marL="742950" lvl="1" indent="-285750" algn="l">
              <a:lnSpc>
                <a:spcPct val="150000"/>
              </a:lnSpc>
              <a:buFont typeface="Arial" panose="020B0604020202020204" pitchFamily="34" charset="0"/>
              <a:buChar char="•"/>
            </a:pPr>
            <a:endParaRPr sz="1600" b="1" dirty="0">
              <a:solidFill>
                <a:schemeClr val="accent1"/>
              </a:solidFill>
            </a:endParaRPr>
          </a:p>
        </p:txBody>
      </p:sp>
    </p:spTree>
    <p:extLst>
      <p:ext uri="{BB962C8B-B14F-4D97-AF65-F5344CB8AC3E}">
        <p14:creationId xmlns:p14="http://schemas.microsoft.com/office/powerpoint/2010/main" val="227475199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4CB8E093-2B86-CCC3-6FB4-4710900E983C}"/>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53052BFA-5E83-F389-B21D-FEB18D5D64EF}"/>
              </a:ext>
            </a:extLst>
          </p:cNvPr>
          <p:cNvSpPr txBox="1">
            <a:spLocks noGrp="1"/>
          </p:cNvSpPr>
          <p:nvPr>
            <p:ph type="title"/>
          </p:nvPr>
        </p:nvSpPr>
        <p:spPr>
          <a:xfrm>
            <a:off x="789647" y="4457"/>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5400" dirty="0">
                <a:solidFill>
                  <a:schemeClr val="accent1"/>
                </a:solidFill>
              </a:rPr>
              <a:t>Congress of the People</a:t>
            </a:r>
            <a:endParaRPr sz="5400" dirty="0">
              <a:solidFill>
                <a:schemeClr val="accent1"/>
              </a:solidFill>
            </a:endParaRPr>
          </a:p>
        </p:txBody>
      </p:sp>
      <p:sp>
        <p:nvSpPr>
          <p:cNvPr id="1101" name="Google Shape;1101;p60">
            <a:extLst>
              <a:ext uri="{FF2B5EF4-FFF2-40B4-BE49-F238E27FC236}">
                <a16:creationId xmlns:a16="http://schemas.microsoft.com/office/drawing/2014/main" id="{6E687A4D-8E40-0B9A-22E9-AFCE5192C309}"/>
              </a:ext>
            </a:extLst>
          </p:cNvPr>
          <p:cNvSpPr txBox="1">
            <a:spLocks noGrp="1"/>
          </p:cNvSpPr>
          <p:nvPr>
            <p:ph type="subTitle" idx="1"/>
          </p:nvPr>
        </p:nvSpPr>
        <p:spPr>
          <a:xfrm>
            <a:off x="470302" y="841151"/>
            <a:ext cx="4816074" cy="4033258"/>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000" dirty="0">
                <a:solidFill>
                  <a:schemeClr val="bg1"/>
                </a:solidFill>
              </a:rPr>
              <a:t>Held </a:t>
            </a:r>
            <a:r>
              <a:rPr lang="en-US" sz="2000" b="1" dirty="0">
                <a:solidFill>
                  <a:schemeClr val="bg1"/>
                </a:solidFill>
              </a:rPr>
              <a:t>in </a:t>
            </a:r>
            <a:r>
              <a:rPr lang="en-US" sz="2000" b="1" dirty="0" err="1">
                <a:solidFill>
                  <a:schemeClr val="bg1"/>
                </a:solidFill>
              </a:rPr>
              <a:t>Kliptown</a:t>
            </a:r>
            <a:r>
              <a:rPr lang="en-US" sz="2000" b="1" dirty="0">
                <a:solidFill>
                  <a:schemeClr val="bg1"/>
                </a:solidFill>
              </a:rPr>
              <a:t> </a:t>
            </a:r>
            <a:r>
              <a:rPr lang="en-US" sz="2000" dirty="0">
                <a:solidFill>
                  <a:schemeClr val="bg1"/>
                </a:solidFill>
              </a:rPr>
              <a:t>(Near JHB) on </a:t>
            </a:r>
            <a:r>
              <a:rPr lang="en-US" sz="2000" b="1" dirty="0">
                <a:solidFill>
                  <a:schemeClr val="accent1"/>
                </a:solidFill>
              </a:rPr>
              <a:t>26 June 1955 </a:t>
            </a:r>
          </a:p>
          <a:p>
            <a:pPr marL="285750" lvl="0" indent="-285750" algn="l">
              <a:lnSpc>
                <a:spcPct val="150000"/>
              </a:lnSpc>
              <a:buFont typeface="Arial" panose="020B0604020202020204" pitchFamily="34" charset="0"/>
              <a:buChar char="•"/>
            </a:pPr>
            <a:r>
              <a:rPr lang="en-US" sz="2000" dirty="0">
                <a:solidFill>
                  <a:schemeClr val="bg1"/>
                </a:solidFill>
              </a:rPr>
              <a:t>3000 delegates from across South Africa Gathered </a:t>
            </a:r>
          </a:p>
          <a:p>
            <a:pPr marL="285750" lvl="0" indent="-285750" algn="l">
              <a:lnSpc>
                <a:spcPct val="150000"/>
              </a:lnSpc>
              <a:buFont typeface="Arial" panose="020B0604020202020204" pitchFamily="34" charset="0"/>
              <a:buChar char="•"/>
            </a:pPr>
            <a:r>
              <a:rPr lang="en-US" sz="2000" dirty="0">
                <a:solidFill>
                  <a:schemeClr val="bg1"/>
                </a:solidFill>
              </a:rPr>
              <a:t>Mass democratic process </a:t>
            </a:r>
          </a:p>
          <a:p>
            <a:pPr marL="742950" lvl="1" indent="-285750" algn="l">
              <a:lnSpc>
                <a:spcPct val="150000"/>
              </a:lnSpc>
              <a:buFont typeface="Arial" panose="020B0604020202020204" pitchFamily="34" charset="0"/>
              <a:buChar char="•"/>
            </a:pPr>
            <a:r>
              <a:rPr lang="en-US" sz="2000" dirty="0">
                <a:solidFill>
                  <a:schemeClr val="bg1"/>
                </a:solidFill>
              </a:rPr>
              <a:t>Started with a campaign asking ordinary people what kind of South Africa do you want </a:t>
            </a:r>
          </a:p>
          <a:p>
            <a:pPr marL="742950" lvl="1" indent="-285750" algn="l">
              <a:lnSpc>
                <a:spcPct val="150000"/>
              </a:lnSpc>
              <a:buFont typeface="Arial" panose="020B0604020202020204" pitchFamily="34" charset="0"/>
              <a:buChar char="•"/>
            </a:pPr>
            <a:r>
              <a:rPr lang="en-US" sz="2000" dirty="0">
                <a:solidFill>
                  <a:schemeClr val="bg1"/>
                </a:solidFill>
              </a:rPr>
              <a:t>Adopted the Freedom Charter </a:t>
            </a:r>
          </a:p>
          <a:p>
            <a:pPr marL="285750" indent="-285750" algn="l">
              <a:lnSpc>
                <a:spcPct val="150000"/>
              </a:lnSpc>
              <a:buFont typeface="Arial" panose="020B0604020202020204" pitchFamily="34" charset="0"/>
              <a:buChar char="•"/>
            </a:pPr>
            <a:endParaRPr lang="en-US" sz="2000" dirty="0">
              <a:solidFill>
                <a:schemeClr val="accent1"/>
              </a:solidFill>
            </a:endParaRPr>
          </a:p>
          <a:p>
            <a:pPr marL="742950" lvl="1" indent="-285750" algn="l">
              <a:lnSpc>
                <a:spcPct val="150000"/>
              </a:lnSpc>
              <a:buFont typeface="Arial" panose="020B0604020202020204" pitchFamily="34" charset="0"/>
              <a:buChar char="•"/>
            </a:pPr>
            <a:endParaRPr sz="2000" b="1" dirty="0">
              <a:solidFill>
                <a:schemeClr val="accent1"/>
              </a:solidFill>
            </a:endParaRPr>
          </a:p>
        </p:txBody>
      </p:sp>
      <p:pic>
        <p:nvPicPr>
          <p:cNvPr id="3" name="Picture 2" descr="A group of people protesting withs signs and slogans, 1955 June 26, South Africa">
            <a:extLst>
              <a:ext uri="{FF2B5EF4-FFF2-40B4-BE49-F238E27FC236}">
                <a16:creationId xmlns:a16="http://schemas.microsoft.com/office/drawing/2014/main" id="{69AB692D-BEA1-BC30-E65C-F2698C85835D}"/>
              </a:ext>
            </a:extLst>
          </p:cNvPr>
          <p:cNvPicPr>
            <a:picLocks noChangeAspect="1"/>
          </p:cNvPicPr>
          <p:nvPr/>
        </p:nvPicPr>
        <p:blipFill>
          <a:blip r:embed="rId3"/>
          <a:stretch>
            <a:fillRect/>
          </a:stretch>
        </p:blipFill>
        <p:spPr>
          <a:xfrm>
            <a:off x="5730511" y="978311"/>
            <a:ext cx="2943187" cy="4033258"/>
          </a:xfrm>
          <a:prstGeom prst="rect">
            <a:avLst/>
          </a:prstGeom>
        </p:spPr>
      </p:pic>
    </p:spTree>
    <p:extLst>
      <p:ext uri="{BB962C8B-B14F-4D97-AF65-F5344CB8AC3E}">
        <p14:creationId xmlns:p14="http://schemas.microsoft.com/office/powerpoint/2010/main" val="377277373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1FF76C22-D007-273D-A87A-402ED734509F}"/>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11EB7D6E-FE6C-15DE-E2E7-E9C87E7DC1AF}"/>
              </a:ext>
            </a:extLst>
          </p:cNvPr>
          <p:cNvSpPr txBox="1">
            <a:spLocks noGrp="1"/>
          </p:cNvSpPr>
          <p:nvPr>
            <p:ph type="title"/>
          </p:nvPr>
        </p:nvSpPr>
        <p:spPr>
          <a:xfrm>
            <a:off x="641752" y="0"/>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5400" dirty="0">
                <a:solidFill>
                  <a:schemeClr val="accent1"/>
                </a:solidFill>
              </a:rPr>
              <a:t>Freedom Chater </a:t>
            </a:r>
            <a:endParaRPr sz="5400" dirty="0">
              <a:solidFill>
                <a:schemeClr val="accent1"/>
              </a:solidFill>
            </a:endParaRPr>
          </a:p>
        </p:txBody>
      </p:sp>
      <p:sp>
        <p:nvSpPr>
          <p:cNvPr id="1101" name="Google Shape;1101;p60">
            <a:extLst>
              <a:ext uri="{FF2B5EF4-FFF2-40B4-BE49-F238E27FC236}">
                <a16:creationId xmlns:a16="http://schemas.microsoft.com/office/drawing/2014/main" id="{F2CDF579-DB26-2E7C-2595-376C47E8CA22}"/>
              </a:ext>
            </a:extLst>
          </p:cNvPr>
          <p:cNvSpPr txBox="1">
            <a:spLocks noGrp="1"/>
          </p:cNvSpPr>
          <p:nvPr>
            <p:ph type="subTitle" idx="1"/>
          </p:nvPr>
        </p:nvSpPr>
        <p:spPr>
          <a:xfrm>
            <a:off x="641752" y="978310"/>
            <a:ext cx="4920848" cy="3868009"/>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dirty="0">
                <a:solidFill>
                  <a:schemeClr val="bg1"/>
                </a:solidFill>
              </a:rPr>
              <a:t>Declared “South Africa belongs to all who live in it” </a:t>
            </a:r>
          </a:p>
          <a:p>
            <a:pPr marL="285750" lvl="0" indent="-285750" algn="l">
              <a:lnSpc>
                <a:spcPct val="150000"/>
              </a:lnSpc>
              <a:buFont typeface="Arial" panose="020B0604020202020204" pitchFamily="34" charset="0"/>
              <a:buChar char="•"/>
            </a:pPr>
            <a:r>
              <a:rPr lang="en-US" sz="2400" dirty="0">
                <a:solidFill>
                  <a:schemeClr val="bg1"/>
                </a:solidFill>
              </a:rPr>
              <a:t>Envisioned equality, shared citizenship, and socio-economic rights</a:t>
            </a:r>
          </a:p>
          <a:p>
            <a:pPr marL="285750" lvl="0" indent="-285750" algn="l">
              <a:lnSpc>
                <a:spcPct val="150000"/>
              </a:lnSpc>
              <a:buFont typeface="Arial" panose="020B0604020202020204" pitchFamily="34" charset="0"/>
              <a:buChar char="•"/>
            </a:pPr>
            <a:r>
              <a:rPr lang="en-US" sz="2400" dirty="0">
                <a:solidFill>
                  <a:schemeClr val="bg1"/>
                </a:solidFill>
              </a:rPr>
              <a:t>Became the normative precursor to the 1996 Final Constitution </a:t>
            </a:r>
            <a:endParaRPr lang="en-US" sz="1600" dirty="0">
              <a:solidFill>
                <a:schemeClr val="accent1"/>
              </a:solidFill>
            </a:endParaRPr>
          </a:p>
          <a:p>
            <a:pPr marL="742950" lvl="1" indent="-285750" algn="l">
              <a:lnSpc>
                <a:spcPct val="150000"/>
              </a:lnSpc>
              <a:buFont typeface="Arial" panose="020B0604020202020204" pitchFamily="34" charset="0"/>
              <a:buChar char="•"/>
            </a:pPr>
            <a:endParaRPr sz="1600" b="1" dirty="0">
              <a:solidFill>
                <a:schemeClr val="accent1"/>
              </a:solidFill>
            </a:endParaRPr>
          </a:p>
        </p:txBody>
      </p:sp>
      <p:pic>
        <p:nvPicPr>
          <p:cNvPr id="4" name="Picture 3" descr="Visual example of the Freedom Charter ">
            <a:extLst>
              <a:ext uri="{FF2B5EF4-FFF2-40B4-BE49-F238E27FC236}">
                <a16:creationId xmlns:a16="http://schemas.microsoft.com/office/drawing/2014/main" id="{883B4C17-7DD6-0D30-00FD-A41D26C95A0A}"/>
              </a:ext>
            </a:extLst>
          </p:cNvPr>
          <p:cNvPicPr>
            <a:picLocks noChangeAspect="1"/>
          </p:cNvPicPr>
          <p:nvPr/>
        </p:nvPicPr>
        <p:blipFill>
          <a:blip r:embed="rId3"/>
          <a:srcRect l="3440" t="19108" r="3451" b="6302"/>
          <a:stretch>
            <a:fillRect/>
          </a:stretch>
        </p:blipFill>
        <p:spPr>
          <a:xfrm>
            <a:off x="6195174" y="0"/>
            <a:ext cx="2948826" cy="5139043"/>
          </a:xfrm>
          <a:prstGeom prst="rect">
            <a:avLst/>
          </a:prstGeom>
        </p:spPr>
      </p:pic>
    </p:spTree>
    <p:extLst>
      <p:ext uri="{BB962C8B-B14F-4D97-AF65-F5344CB8AC3E}">
        <p14:creationId xmlns:p14="http://schemas.microsoft.com/office/powerpoint/2010/main" val="142145902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4D3FF958-65F5-04FA-7066-EF6F9D98C918}"/>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5ACF687B-4DE2-FF17-E732-7DDF74024A99}"/>
              </a:ext>
            </a:extLst>
          </p:cNvPr>
          <p:cNvSpPr txBox="1">
            <a:spLocks noGrp="1"/>
          </p:cNvSpPr>
          <p:nvPr>
            <p:ph type="title"/>
          </p:nvPr>
        </p:nvSpPr>
        <p:spPr>
          <a:xfrm>
            <a:off x="641752" y="0"/>
            <a:ext cx="8555832"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5400" dirty="0">
                <a:solidFill>
                  <a:schemeClr val="accent1"/>
                </a:solidFill>
              </a:rPr>
              <a:t>Freedom Chater </a:t>
            </a:r>
            <a:endParaRPr sz="5400" dirty="0">
              <a:solidFill>
                <a:schemeClr val="accent1"/>
              </a:solidFill>
            </a:endParaRPr>
          </a:p>
        </p:txBody>
      </p:sp>
      <p:sp>
        <p:nvSpPr>
          <p:cNvPr id="1101" name="Google Shape;1101;p60">
            <a:extLst>
              <a:ext uri="{FF2B5EF4-FFF2-40B4-BE49-F238E27FC236}">
                <a16:creationId xmlns:a16="http://schemas.microsoft.com/office/drawing/2014/main" id="{CDB26487-BC46-5DB8-22EC-14BABC4EF62E}"/>
              </a:ext>
            </a:extLst>
          </p:cNvPr>
          <p:cNvSpPr txBox="1">
            <a:spLocks noGrp="1"/>
          </p:cNvSpPr>
          <p:nvPr>
            <p:ph type="subTitle" idx="1"/>
          </p:nvPr>
        </p:nvSpPr>
        <p:spPr>
          <a:xfrm>
            <a:off x="641752" y="978310"/>
            <a:ext cx="5317088" cy="3959449"/>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1700" b="1" dirty="0">
                <a:solidFill>
                  <a:schemeClr val="bg1"/>
                </a:solidFill>
              </a:rPr>
              <a:t>Key Principles</a:t>
            </a:r>
            <a:r>
              <a:rPr lang="en-US" sz="1700" b="1" dirty="0">
                <a:solidFill>
                  <a:schemeClr val="accent1"/>
                </a:solidFill>
              </a:rPr>
              <a:t>	</a:t>
            </a:r>
          </a:p>
          <a:p>
            <a:pPr marL="742950" lvl="1" indent="-285750" algn="l">
              <a:lnSpc>
                <a:spcPct val="150000"/>
              </a:lnSpc>
              <a:buFont typeface="Arial" panose="020B0604020202020204" pitchFamily="34" charset="0"/>
              <a:buChar char="•"/>
            </a:pPr>
            <a:r>
              <a:rPr lang="en-US" sz="1700" dirty="0">
                <a:solidFill>
                  <a:schemeClr val="bg1"/>
                </a:solidFill>
              </a:rPr>
              <a:t>Universal suffrage and democratic government</a:t>
            </a:r>
          </a:p>
          <a:p>
            <a:pPr marL="742950" lvl="1" indent="-285750" algn="l">
              <a:lnSpc>
                <a:spcPct val="150000"/>
              </a:lnSpc>
              <a:buFont typeface="Arial" panose="020B0604020202020204" pitchFamily="34" charset="0"/>
              <a:buChar char="•"/>
            </a:pPr>
            <a:r>
              <a:rPr lang="en-US" sz="1700" dirty="0">
                <a:solidFill>
                  <a:schemeClr val="bg1"/>
                </a:solidFill>
              </a:rPr>
              <a:t>Equality before the law </a:t>
            </a:r>
          </a:p>
          <a:p>
            <a:pPr marL="742950" lvl="1" indent="-285750" algn="l">
              <a:lnSpc>
                <a:spcPct val="150000"/>
              </a:lnSpc>
              <a:buFont typeface="Arial" panose="020B0604020202020204" pitchFamily="34" charset="0"/>
              <a:buChar char="•"/>
            </a:pPr>
            <a:r>
              <a:rPr lang="en-US" sz="1700" dirty="0">
                <a:solidFill>
                  <a:schemeClr val="bg1"/>
                </a:solidFill>
              </a:rPr>
              <a:t>Human rights and freedoms, including speech, assembly and movement </a:t>
            </a:r>
          </a:p>
          <a:p>
            <a:pPr marL="742950" lvl="1" indent="-285750" algn="l">
              <a:lnSpc>
                <a:spcPct val="150000"/>
              </a:lnSpc>
              <a:buFont typeface="Arial" panose="020B0604020202020204" pitchFamily="34" charset="0"/>
              <a:buChar char="•"/>
            </a:pPr>
            <a:r>
              <a:rPr lang="en-US" sz="1700" dirty="0">
                <a:solidFill>
                  <a:schemeClr val="bg1"/>
                </a:solidFill>
              </a:rPr>
              <a:t>Redistribution of land and economic opportunity </a:t>
            </a:r>
          </a:p>
          <a:p>
            <a:pPr marL="742950" lvl="1" indent="-285750" algn="l">
              <a:lnSpc>
                <a:spcPct val="150000"/>
              </a:lnSpc>
              <a:buFont typeface="Arial" panose="020B0604020202020204" pitchFamily="34" charset="0"/>
              <a:buChar char="•"/>
            </a:pPr>
            <a:r>
              <a:rPr lang="en-US" sz="1700" dirty="0">
                <a:solidFill>
                  <a:schemeClr val="bg1"/>
                </a:solidFill>
              </a:rPr>
              <a:t>Access to housing, education and work </a:t>
            </a:r>
          </a:p>
          <a:p>
            <a:pPr marL="285750" indent="-285750" algn="l">
              <a:lnSpc>
                <a:spcPct val="150000"/>
              </a:lnSpc>
              <a:buFont typeface="Arial" panose="020B0604020202020204" pitchFamily="34" charset="0"/>
              <a:buChar char="•"/>
            </a:pPr>
            <a:r>
              <a:rPr lang="en-US" sz="1700" dirty="0">
                <a:solidFill>
                  <a:schemeClr val="bg1"/>
                </a:solidFill>
              </a:rPr>
              <a:t>Although not legally binding, Freedom Charter became a foundational ideological document for the liberation movement  </a:t>
            </a:r>
            <a:endParaRPr sz="1700" dirty="0">
              <a:solidFill>
                <a:schemeClr val="bg1"/>
              </a:solidFill>
            </a:endParaRPr>
          </a:p>
        </p:txBody>
      </p:sp>
      <p:pic>
        <p:nvPicPr>
          <p:cNvPr id="4" name="Picture 3" descr="Visual example of the freedom charter">
            <a:extLst>
              <a:ext uri="{FF2B5EF4-FFF2-40B4-BE49-F238E27FC236}">
                <a16:creationId xmlns:a16="http://schemas.microsoft.com/office/drawing/2014/main" id="{27DA2432-E3F9-C669-A449-364E5600D2D0}"/>
              </a:ext>
            </a:extLst>
          </p:cNvPr>
          <p:cNvPicPr>
            <a:picLocks noChangeAspect="1"/>
          </p:cNvPicPr>
          <p:nvPr/>
        </p:nvPicPr>
        <p:blipFill>
          <a:blip r:embed="rId3"/>
          <a:srcRect l="3440" t="19108" r="3451" b="6302"/>
          <a:stretch>
            <a:fillRect/>
          </a:stretch>
        </p:blipFill>
        <p:spPr>
          <a:xfrm>
            <a:off x="6195174" y="0"/>
            <a:ext cx="2948826" cy="5139043"/>
          </a:xfrm>
          <a:prstGeom prst="rect">
            <a:avLst/>
          </a:prstGeom>
        </p:spPr>
      </p:pic>
    </p:spTree>
    <p:extLst>
      <p:ext uri="{BB962C8B-B14F-4D97-AF65-F5344CB8AC3E}">
        <p14:creationId xmlns:p14="http://schemas.microsoft.com/office/powerpoint/2010/main" val="311739759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ADC6845F-E6D8-8EBA-39F7-B729935E60A8}"/>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860DFEAE-B75C-8713-1352-89EE5ADFBC1E}"/>
              </a:ext>
            </a:extLst>
          </p:cNvPr>
          <p:cNvSpPr txBox="1">
            <a:spLocks noGrp="1"/>
          </p:cNvSpPr>
          <p:nvPr>
            <p:ph type="title"/>
          </p:nvPr>
        </p:nvSpPr>
        <p:spPr>
          <a:xfrm>
            <a:off x="452344" y="-9171"/>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solidFill>
              </a:rPr>
              <a:t>Road to Sharpeville (1959 – March 1960)</a:t>
            </a:r>
            <a:endParaRPr sz="3200" dirty="0">
              <a:solidFill>
                <a:schemeClr val="accent1"/>
              </a:solidFill>
            </a:endParaRPr>
          </a:p>
        </p:txBody>
      </p:sp>
      <p:sp>
        <p:nvSpPr>
          <p:cNvPr id="1101" name="Google Shape;1101;p60">
            <a:extLst>
              <a:ext uri="{FF2B5EF4-FFF2-40B4-BE49-F238E27FC236}">
                <a16:creationId xmlns:a16="http://schemas.microsoft.com/office/drawing/2014/main" id="{6F2B6880-8739-E64E-6BA7-13D5F85C6B3F}"/>
              </a:ext>
            </a:extLst>
          </p:cNvPr>
          <p:cNvSpPr txBox="1">
            <a:spLocks noGrp="1"/>
          </p:cNvSpPr>
          <p:nvPr>
            <p:ph type="subTitle" idx="1"/>
          </p:nvPr>
        </p:nvSpPr>
        <p:spPr>
          <a:xfrm>
            <a:off x="941789" y="838200"/>
            <a:ext cx="726042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bg1"/>
                </a:solidFill>
              </a:rPr>
              <a:t>Anti-Pass campaign </a:t>
            </a:r>
          </a:p>
          <a:p>
            <a:pPr marL="742950" lvl="1" indent="-285750" algn="l">
              <a:lnSpc>
                <a:spcPct val="150000"/>
              </a:lnSpc>
              <a:buFont typeface="Arial" panose="020B0604020202020204" pitchFamily="34" charset="0"/>
              <a:buChar char="•"/>
            </a:pPr>
            <a:r>
              <a:rPr lang="en-US" sz="2400" b="1" dirty="0">
                <a:solidFill>
                  <a:schemeClr val="accent1"/>
                </a:solidFill>
              </a:rPr>
              <a:t>6 Dec 1959 </a:t>
            </a:r>
            <a:r>
              <a:rPr lang="en-US" sz="2400" dirty="0">
                <a:solidFill>
                  <a:schemeClr val="bg1"/>
                </a:solidFill>
              </a:rPr>
              <a:t>– ANC conference – Chief Albert Luthuli announces 1960 as the “ Year of the Pass” </a:t>
            </a:r>
          </a:p>
          <a:p>
            <a:pPr marL="742950" lvl="1" indent="-285750" algn="l">
              <a:lnSpc>
                <a:spcPct val="150000"/>
              </a:lnSpc>
              <a:buFont typeface="Arial" panose="020B0604020202020204" pitchFamily="34" charset="0"/>
              <a:buChar char="•"/>
            </a:pPr>
            <a:r>
              <a:rPr lang="en-US" sz="2400" b="1" dirty="0">
                <a:solidFill>
                  <a:schemeClr val="accent1"/>
                </a:solidFill>
              </a:rPr>
              <a:t>16 March 1960 </a:t>
            </a:r>
            <a:r>
              <a:rPr lang="en-US" sz="2400" dirty="0">
                <a:solidFill>
                  <a:schemeClr val="bg1"/>
                </a:solidFill>
              </a:rPr>
              <a:t>– Robert Sobukwe and the PAC announce that on </a:t>
            </a:r>
            <a:r>
              <a:rPr lang="en-US" sz="2400" b="1" dirty="0">
                <a:solidFill>
                  <a:schemeClr val="accent1"/>
                </a:solidFill>
              </a:rPr>
              <a:t>21 March 1960 </a:t>
            </a:r>
            <a:r>
              <a:rPr lang="en-US" sz="2400" dirty="0">
                <a:solidFill>
                  <a:schemeClr val="bg1"/>
                </a:solidFill>
              </a:rPr>
              <a:t>there will be a mass pass law protest </a:t>
            </a:r>
          </a:p>
          <a:p>
            <a:pPr marL="1200150" lvl="2" indent="-285750" algn="l">
              <a:lnSpc>
                <a:spcPct val="150000"/>
              </a:lnSpc>
              <a:buFont typeface="Arial" panose="020B0604020202020204" pitchFamily="34" charset="0"/>
              <a:buChar char="•"/>
            </a:pPr>
            <a:r>
              <a:rPr lang="en-US" sz="2400" dirty="0">
                <a:solidFill>
                  <a:schemeClr val="bg1"/>
                </a:solidFill>
              </a:rPr>
              <a:t>PAC had recently split from the ANC</a:t>
            </a:r>
          </a:p>
          <a:p>
            <a:pPr marL="742950" lvl="1" indent="-285750" algn="l">
              <a:lnSpc>
                <a:spcPct val="150000"/>
              </a:lnSpc>
              <a:buFont typeface="Arial" panose="020B0604020202020204" pitchFamily="34" charset="0"/>
              <a:buChar char="•"/>
            </a:pPr>
            <a:endParaRPr sz="2400" b="1" dirty="0">
              <a:solidFill>
                <a:schemeClr val="accent1"/>
              </a:solidFill>
            </a:endParaRPr>
          </a:p>
        </p:txBody>
      </p:sp>
    </p:spTree>
    <p:extLst>
      <p:ext uri="{BB962C8B-B14F-4D97-AF65-F5344CB8AC3E}">
        <p14:creationId xmlns:p14="http://schemas.microsoft.com/office/powerpoint/2010/main" val="148093276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57AABC4F-50FC-090F-8B89-7EED4D973B45}"/>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D3830F57-F387-B03C-7DDE-3157E5E2FBA2}"/>
              </a:ext>
            </a:extLst>
          </p:cNvPr>
          <p:cNvSpPr txBox="1">
            <a:spLocks noGrp="1"/>
          </p:cNvSpPr>
          <p:nvPr>
            <p:ph type="title"/>
          </p:nvPr>
        </p:nvSpPr>
        <p:spPr>
          <a:xfrm>
            <a:off x="452344" y="-9171"/>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solidFill>
              </a:rPr>
              <a:t>Road to Sharpeville (1959 – March 1960)</a:t>
            </a:r>
            <a:endParaRPr sz="3200" dirty="0">
              <a:solidFill>
                <a:schemeClr val="accent1"/>
              </a:solidFill>
            </a:endParaRPr>
          </a:p>
        </p:txBody>
      </p:sp>
      <p:sp>
        <p:nvSpPr>
          <p:cNvPr id="1101" name="Google Shape;1101;p60">
            <a:extLst>
              <a:ext uri="{FF2B5EF4-FFF2-40B4-BE49-F238E27FC236}">
                <a16:creationId xmlns:a16="http://schemas.microsoft.com/office/drawing/2014/main" id="{34C7993A-5D80-8038-AA5F-0A9DA146BA2B}"/>
              </a:ext>
            </a:extLst>
          </p:cNvPr>
          <p:cNvSpPr txBox="1">
            <a:spLocks noGrp="1"/>
          </p:cNvSpPr>
          <p:nvPr>
            <p:ph type="subTitle" idx="1"/>
          </p:nvPr>
        </p:nvSpPr>
        <p:spPr>
          <a:xfrm>
            <a:off x="941789" y="838200"/>
            <a:ext cx="726042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accent1"/>
                </a:solidFill>
              </a:rPr>
              <a:t>18 March 1960: </a:t>
            </a:r>
            <a:r>
              <a:rPr lang="en-US" sz="2400" dirty="0">
                <a:solidFill>
                  <a:schemeClr val="accent1"/>
                </a:solidFill>
              </a:rPr>
              <a:t> </a:t>
            </a:r>
            <a:r>
              <a:rPr lang="en-US" sz="2400" dirty="0">
                <a:solidFill>
                  <a:schemeClr val="bg1"/>
                </a:solidFill>
              </a:rPr>
              <a:t>PAC activists distribute circulars calling on black South Africans to: </a:t>
            </a:r>
          </a:p>
          <a:p>
            <a:pPr marL="742950" lvl="1" indent="-285750" algn="l">
              <a:lnSpc>
                <a:spcPct val="150000"/>
              </a:lnSpc>
              <a:buFont typeface="Arial" panose="020B0604020202020204" pitchFamily="34" charset="0"/>
              <a:buChar char="•"/>
            </a:pPr>
            <a:r>
              <a:rPr lang="en-US" sz="2400" b="1" dirty="0">
                <a:solidFill>
                  <a:schemeClr val="bg1"/>
                </a:solidFill>
              </a:rPr>
              <a:t>Leave pass books at home </a:t>
            </a:r>
          </a:p>
          <a:p>
            <a:pPr marL="742950" lvl="1" indent="-285750" algn="l">
              <a:lnSpc>
                <a:spcPct val="150000"/>
              </a:lnSpc>
              <a:buFont typeface="Arial" panose="020B0604020202020204" pitchFamily="34" charset="0"/>
              <a:buChar char="•"/>
            </a:pPr>
            <a:r>
              <a:rPr lang="en-US" sz="2400" b="1" dirty="0">
                <a:solidFill>
                  <a:schemeClr val="bg1"/>
                </a:solidFill>
              </a:rPr>
              <a:t>Voluntarily present themselves at police stations for arrest </a:t>
            </a:r>
          </a:p>
          <a:p>
            <a:pPr marL="285750" indent="-285750" algn="l">
              <a:lnSpc>
                <a:spcPct val="150000"/>
              </a:lnSpc>
              <a:buFont typeface="Arial" panose="020B0604020202020204" pitchFamily="34" charset="0"/>
              <a:buChar char="•"/>
            </a:pPr>
            <a:r>
              <a:rPr lang="en-US" sz="2400" dirty="0">
                <a:solidFill>
                  <a:schemeClr val="bg1"/>
                </a:solidFill>
              </a:rPr>
              <a:t>The aim was to overwhelm the apartheid system and challenge pass laws directly </a:t>
            </a:r>
          </a:p>
        </p:txBody>
      </p:sp>
      <p:sp>
        <p:nvSpPr>
          <p:cNvPr id="2" name="TextBox 1">
            <a:extLst>
              <a:ext uri="{FF2B5EF4-FFF2-40B4-BE49-F238E27FC236}">
                <a16:creationId xmlns:a16="http://schemas.microsoft.com/office/drawing/2014/main" id="{B4B930F1-B657-FDA8-DDB1-1FBF97CF47BE}"/>
              </a:ext>
            </a:extLst>
          </p:cNvPr>
          <p:cNvSpPr txBox="1"/>
          <p:nvPr/>
        </p:nvSpPr>
        <p:spPr>
          <a:xfrm>
            <a:off x="2636520" y="838200"/>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14966798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A29C389B-55DF-C5FF-727E-27933FDC1942}"/>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C0C8C770-ADAE-FE6C-E6FB-8177AEB162C1}"/>
              </a:ext>
            </a:extLst>
          </p:cNvPr>
          <p:cNvSpPr txBox="1">
            <a:spLocks noGrp="1"/>
          </p:cNvSpPr>
          <p:nvPr>
            <p:ph type="title"/>
          </p:nvPr>
        </p:nvSpPr>
        <p:spPr>
          <a:xfrm>
            <a:off x="452344" y="-9171"/>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solidFill>
              </a:rPr>
              <a:t>Sharpeville Massacre</a:t>
            </a:r>
            <a:endParaRPr sz="3200" dirty="0">
              <a:solidFill>
                <a:schemeClr val="accent1"/>
              </a:solidFill>
            </a:endParaRPr>
          </a:p>
        </p:txBody>
      </p:sp>
      <p:sp>
        <p:nvSpPr>
          <p:cNvPr id="1101" name="Google Shape;1101;p60">
            <a:extLst>
              <a:ext uri="{FF2B5EF4-FFF2-40B4-BE49-F238E27FC236}">
                <a16:creationId xmlns:a16="http://schemas.microsoft.com/office/drawing/2014/main" id="{827890A7-AF48-4E30-8C7E-7F32F9CC732E}"/>
              </a:ext>
            </a:extLst>
          </p:cNvPr>
          <p:cNvSpPr txBox="1">
            <a:spLocks noGrp="1"/>
          </p:cNvSpPr>
          <p:nvPr>
            <p:ph type="subTitle" idx="1"/>
          </p:nvPr>
        </p:nvSpPr>
        <p:spPr>
          <a:xfrm>
            <a:off x="910792" y="729712"/>
            <a:ext cx="8062726"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accent1"/>
                </a:solidFill>
              </a:rPr>
              <a:t>21 March 1960: </a:t>
            </a:r>
            <a:r>
              <a:rPr lang="en-US" sz="2400" dirty="0">
                <a:solidFill>
                  <a:schemeClr val="accent1"/>
                </a:solidFill>
              </a:rPr>
              <a:t> </a:t>
            </a:r>
            <a:r>
              <a:rPr lang="en-US" sz="2400" dirty="0">
                <a:solidFill>
                  <a:schemeClr val="bg1"/>
                </a:solidFill>
              </a:rPr>
              <a:t>Thousands march peacefully to the Sharpeville police station without their passbooks </a:t>
            </a:r>
          </a:p>
          <a:p>
            <a:pPr marL="285750" lvl="0" indent="-285750" algn="l">
              <a:lnSpc>
                <a:spcPct val="150000"/>
              </a:lnSpc>
              <a:buFont typeface="Arial" panose="020B0604020202020204" pitchFamily="34" charset="0"/>
              <a:buChar char="•"/>
            </a:pPr>
            <a:r>
              <a:rPr lang="en-US" sz="2400" dirty="0">
                <a:solidFill>
                  <a:schemeClr val="bg1"/>
                </a:solidFill>
              </a:rPr>
              <a:t>Police responded by opening fire on the crowed </a:t>
            </a:r>
          </a:p>
          <a:p>
            <a:pPr marL="742950" lvl="1" indent="-285750" algn="l">
              <a:lnSpc>
                <a:spcPct val="150000"/>
              </a:lnSpc>
              <a:buFont typeface="Arial" panose="020B0604020202020204" pitchFamily="34" charset="0"/>
              <a:buChar char="•"/>
            </a:pPr>
            <a:r>
              <a:rPr lang="en-US" sz="2400" dirty="0">
                <a:solidFill>
                  <a:schemeClr val="bg1"/>
                </a:solidFill>
              </a:rPr>
              <a:t>69 people where killed </a:t>
            </a:r>
          </a:p>
          <a:p>
            <a:pPr marL="742950" lvl="1" indent="-285750" algn="l">
              <a:lnSpc>
                <a:spcPct val="150000"/>
              </a:lnSpc>
              <a:buFont typeface="Arial" panose="020B0604020202020204" pitchFamily="34" charset="0"/>
              <a:buChar char="•"/>
            </a:pPr>
            <a:r>
              <a:rPr lang="en-US" sz="2400" dirty="0">
                <a:solidFill>
                  <a:schemeClr val="bg1"/>
                </a:solidFill>
              </a:rPr>
              <a:t>Hundreds injured 	</a:t>
            </a:r>
          </a:p>
          <a:p>
            <a:pPr marL="285750" indent="-285750" algn="l">
              <a:lnSpc>
                <a:spcPct val="150000"/>
              </a:lnSpc>
              <a:buFont typeface="Arial" panose="020B0604020202020204" pitchFamily="34" charset="0"/>
              <a:buChar char="•"/>
            </a:pPr>
            <a:r>
              <a:rPr lang="en-US" sz="2400" dirty="0">
                <a:solidFill>
                  <a:schemeClr val="bg1"/>
                </a:solidFill>
              </a:rPr>
              <a:t>Witnesses later testified that police fired into an unarmed crowd, and later when and placed weapons in the hands of the dead </a:t>
            </a:r>
          </a:p>
          <a:p>
            <a:pPr marL="285750" lvl="0" indent="-285750" algn="l">
              <a:lnSpc>
                <a:spcPct val="150000"/>
              </a:lnSpc>
              <a:buFont typeface="Arial" panose="020B0604020202020204" pitchFamily="34" charset="0"/>
              <a:buChar char="•"/>
            </a:pPr>
            <a:endParaRPr lang="en-US" sz="2400" b="1" dirty="0">
              <a:solidFill>
                <a:schemeClr val="accent1"/>
              </a:solidFill>
            </a:endParaRPr>
          </a:p>
          <a:p>
            <a:pPr marL="742950" lvl="1" indent="-285750" algn="l">
              <a:lnSpc>
                <a:spcPct val="150000"/>
              </a:lnSpc>
              <a:buFont typeface="Arial" panose="020B0604020202020204" pitchFamily="34" charset="0"/>
              <a:buChar char="•"/>
            </a:pPr>
            <a:endParaRPr lang="en-US" sz="2400" dirty="0">
              <a:solidFill>
                <a:schemeClr val="bg1"/>
              </a:solidFill>
            </a:endParaRPr>
          </a:p>
        </p:txBody>
      </p:sp>
      <p:sp>
        <p:nvSpPr>
          <p:cNvPr id="2" name="TextBox 1">
            <a:extLst>
              <a:ext uri="{FF2B5EF4-FFF2-40B4-BE49-F238E27FC236}">
                <a16:creationId xmlns:a16="http://schemas.microsoft.com/office/drawing/2014/main" id="{C8E41352-ED9C-EAEB-7B62-ADCDAFE9FCF7}"/>
              </a:ext>
            </a:extLst>
          </p:cNvPr>
          <p:cNvSpPr txBox="1"/>
          <p:nvPr/>
        </p:nvSpPr>
        <p:spPr>
          <a:xfrm>
            <a:off x="2636520" y="838200"/>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424085758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0D6D9E12-18FC-C916-B7E6-C36C1D39F3B3}"/>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F25EB230-64A1-9266-3C26-CDCFF405C79D}"/>
              </a:ext>
            </a:extLst>
          </p:cNvPr>
          <p:cNvSpPr txBox="1">
            <a:spLocks noGrp="1"/>
          </p:cNvSpPr>
          <p:nvPr>
            <p:ph type="title"/>
          </p:nvPr>
        </p:nvSpPr>
        <p:spPr>
          <a:xfrm>
            <a:off x="452344" y="-9171"/>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solidFill>
              </a:rPr>
              <a:t>Sharpeville: Government Response</a:t>
            </a:r>
            <a:endParaRPr sz="3200" dirty="0">
              <a:solidFill>
                <a:schemeClr val="accent1"/>
              </a:solidFill>
            </a:endParaRPr>
          </a:p>
        </p:txBody>
      </p:sp>
      <p:sp>
        <p:nvSpPr>
          <p:cNvPr id="1101" name="Google Shape;1101;p60">
            <a:extLst>
              <a:ext uri="{FF2B5EF4-FFF2-40B4-BE49-F238E27FC236}">
                <a16:creationId xmlns:a16="http://schemas.microsoft.com/office/drawing/2014/main" id="{2E582356-08BD-47F1-5137-18AFEC1C9A85}"/>
              </a:ext>
            </a:extLst>
          </p:cNvPr>
          <p:cNvSpPr txBox="1">
            <a:spLocks noGrp="1"/>
          </p:cNvSpPr>
          <p:nvPr>
            <p:ph type="subTitle" idx="1"/>
          </p:nvPr>
        </p:nvSpPr>
        <p:spPr>
          <a:xfrm>
            <a:off x="910792" y="729711"/>
            <a:ext cx="8062726" cy="4012769"/>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accent1"/>
                </a:solidFill>
              </a:rPr>
              <a:t>23 March 1960: </a:t>
            </a:r>
            <a:r>
              <a:rPr lang="en-US" sz="2400" dirty="0">
                <a:solidFill>
                  <a:schemeClr val="bg1"/>
                </a:solidFill>
              </a:rPr>
              <a:t>Prime Minister </a:t>
            </a:r>
            <a:r>
              <a:rPr lang="en-US" sz="2400" dirty="0" err="1">
                <a:solidFill>
                  <a:schemeClr val="bg1"/>
                </a:solidFill>
              </a:rPr>
              <a:t>Verwoed</a:t>
            </a:r>
            <a:r>
              <a:rPr lang="en-US" sz="2400" dirty="0">
                <a:solidFill>
                  <a:schemeClr val="bg1"/>
                </a:solidFill>
              </a:rPr>
              <a:t> tells Parliament that the protests were not about pass laws and </a:t>
            </a:r>
            <a:r>
              <a:rPr lang="en-US" sz="2400" dirty="0" err="1">
                <a:solidFill>
                  <a:schemeClr val="bg1"/>
                </a:solidFill>
              </a:rPr>
              <a:t>praisesd</a:t>
            </a:r>
            <a:r>
              <a:rPr lang="en-US" sz="2400" dirty="0">
                <a:solidFill>
                  <a:schemeClr val="bg1"/>
                </a:solidFill>
              </a:rPr>
              <a:t> </a:t>
            </a:r>
            <a:r>
              <a:rPr lang="en-US" sz="2400" dirty="0" err="1">
                <a:solidFill>
                  <a:schemeClr val="bg1"/>
                </a:solidFill>
              </a:rPr>
              <a:t>thr</a:t>
            </a:r>
            <a:r>
              <a:rPr lang="en-US" sz="2400" dirty="0">
                <a:solidFill>
                  <a:schemeClr val="bg1"/>
                </a:solidFill>
              </a:rPr>
              <a:t> police response </a:t>
            </a:r>
          </a:p>
          <a:p>
            <a:pPr marL="285750" lvl="0" indent="-285750" algn="l">
              <a:lnSpc>
                <a:spcPct val="150000"/>
              </a:lnSpc>
              <a:buFont typeface="Arial" panose="020B0604020202020204" pitchFamily="34" charset="0"/>
              <a:buChar char="•"/>
            </a:pPr>
            <a:r>
              <a:rPr lang="en-US" sz="2400" b="1" dirty="0">
                <a:solidFill>
                  <a:schemeClr val="accent1"/>
                </a:solidFill>
              </a:rPr>
              <a:t>23 March: </a:t>
            </a:r>
            <a:r>
              <a:rPr lang="en-US" sz="2400" dirty="0">
                <a:solidFill>
                  <a:schemeClr val="bg1"/>
                </a:solidFill>
              </a:rPr>
              <a:t>Robert Sobukwe and PAC leaders are arrested </a:t>
            </a:r>
          </a:p>
          <a:p>
            <a:pPr marL="742950" lvl="1" indent="-285750" algn="l">
              <a:lnSpc>
                <a:spcPct val="150000"/>
              </a:lnSpc>
              <a:buFont typeface="Arial" panose="020B0604020202020204" pitchFamily="34" charset="0"/>
              <a:buChar char="•"/>
            </a:pPr>
            <a:r>
              <a:rPr lang="en-US" sz="2400" dirty="0">
                <a:solidFill>
                  <a:schemeClr val="bg1"/>
                </a:solidFill>
              </a:rPr>
              <a:t>Protests spread across the country in response </a:t>
            </a:r>
          </a:p>
          <a:p>
            <a:pPr marL="285750" lvl="0" indent="-285750" algn="l">
              <a:lnSpc>
                <a:spcPct val="150000"/>
              </a:lnSpc>
              <a:buFont typeface="Arial" panose="020B0604020202020204" pitchFamily="34" charset="0"/>
              <a:buChar char="•"/>
            </a:pPr>
            <a:r>
              <a:rPr lang="en-US" sz="2400" b="1" dirty="0">
                <a:solidFill>
                  <a:schemeClr val="accent1"/>
                </a:solidFill>
              </a:rPr>
              <a:t>24 March: </a:t>
            </a:r>
            <a:r>
              <a:rPr lang="en-US" sz="2400" dirty="0">
                <a:solidFill>
                  <a:schemeClr val="bg1"/>
                </a:solidFill>
              </a:rPr>
              <a:t>gatherings of 12 or more people are banned and police surveillance increases </a:t>
            </a:r>
          </a:p>
          <a:p>
            <a:pPr marL="742950" lvl="1" indent="-285750" algn="l">
              <a:lnSpc>
                <a:spcPct val="150000"/>
              </a:lnSpc>
              <a:buFont typeface="Arial" panose="020B0604020202020204" pitchFamily="34" charset="0"/>
              <a:buChar char="•"/>
            </a:pPr>
            <a:endParaRPr lang="en-US" sz="2400" dirty="0">
              <a:solidFill>
                <a:schemeClr val="bg1"/>
              </a:solidFill>
            </a:endParaRPr>
          </a:p>
        </p:txBody>
      </p:sp>
      <p:sp>
        <p:nvSpPr>
          <p:cNvPr id="2" name="TextBox 1">
            <a:extLst>
              <a:ext uri="{FF2B5EF4-FFF2-40B4-BE49-F238E27FC236}">
                <a16:creationId xmlns:a16="http://schemas.microsoft.com/office/drawing/2014/main" id="{13FA5A98-B1BE-485A-DBFE-093D8051727D}"/>
              </a:ext>
            </a:extLst>
          </p:cNvPr>
          <p:cNvSpPr txBox="1"/>
          <p:nvPr/>
        </p:nvSpPr>
        <p:spPr>
          <a:xfrm>
            <a:off x="2636520" y="838200"/>
            <a:ext cx="184731" cy="307777"/>
          </a:xfrm>
          <a:prstGeom prst="rect">
            <a:avLst/>
          </a:prstGeom>
          <a:noFill/>
        </p:spPr>
        <p:txBody>
          <a:bodyPr wrap="none" rtlCol="0">
            <a:spAutoFit/>
          </a:bodyPr>
          <a:lstStyle/>
          <a:p>
            <a:endParaRPr lang="en-GB" dirty="0"/>
          </a:p>
        </p:txBody>
      </p:sp>
      <p:sp>
        <p:nvSpPr>
          <p:cNvPr id="3" name="TextBox 2">
            <a:extLst>
              <a:ext uri="{FF2B5EF4-FFF2-40B4-BE49-F238E27FC236}">
                <a16:creationId xmlns:a16="http://schemas.microsoft.com/office/drawing/2014/main" id="{D192C0C0-A555-CDA1-517C-5723517EB143}"/>
              </a:ext>
            </a:extLst>
          </p:cNvPr>
          <p:cNvSpPr txBox="1"/>
          <p:nvPr/>
        </p:nvSpPr>
        <p:spPr>
          <a:xfrm>
            <a:off x="1472339" y="2944678"/>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296519854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3DBB6B14-C2D9-64D4-EDCA-230D05F13C9C}"/>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19B78DB9-BD18-EE43-1D64-D3CDBB9E0602}"/>
              </a:ext>
            </a:extLst>
          </p:cNvPr>
          <p:cNvSpPr txBox="1">
            <a:spLocks noGrp="1"/>
          </p:cNvSpPr>
          <p:nvPr>
            <p:ph type="title"/>
          </p:nvPr>
        </p:nvSpPr>
        <p:spPr>
          <a:xfrm>
            <a:off x="452344" y="-9171"/>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solidFill>
              </a:rPr>
              <a:t>Sharpeville: Government Response</a:t>
            </a:r>
            <a:endParaRPr sz="3200" dirty="0">
              <a:solidFill>
                <a:schemeClr val="accent1"/>
              </a:solidFill>
            </a:endParaRPr>
          </a:p>
        </p:txBody>
      </p:sp>
      <p:sp>
        <p:nvSpPr>
          <p:cNvPr id="1101" name="Google Shape;1101;p60">
            <a:extLst>
              <a:ext uri="{FF2B5EF4-FFF2-40B4-BE49-F238E27FC236}">
                <a16:creationId xmlns:a16="http://schemas.microsoft.com/office/drawing/2014/main" id="{75D5CA65-6CA6-7BCB-B5DE-3EB0D6525798}"/>
              </a:ext>
            </a:extLst>
          </p:cNvPr>
          <p:cNvSpPr txBox="1">
            <a:spLocks noGrp="1"/>
          </p:cNvSpPr>
          <p:nvPr>
            <p:ph type="subTitle" idx="1"/>
          </p:nvPr>
        </p:nvSpPr>
        <p:spPr>
          <a:xfrm>
            <a:off x="910792" y="729712"/>
            <a:ext cx="8062726" cy="4413788"/>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accent1"/>
                </a:solidFill>
              </a:rPr>
              <a:t>30 March 1960: </a:t>
            </a:r>
            <a:r>
              <a:rPr lang="en-US" sz="2400" dirty="0">
                <a:solidFill>
                  <a:schemeClr val="bg1"/>
                </a:solidFill>
              </a:rPr>
              <a:t>Government declares a state of emergency</a:t>
            </a:r>
          </a:p>
          <a:p>
            <a:pPr marL="742950" lvl="1" indent="-285750" algn="l">
              <a:lnSpc>
                <a:spcPct val="150000"/>
              </a:lnSpc>
              <a:buFont typeface="Arial" panose="020B0604020202020204" pitchFamily="34" charset="0"/>
              <a:buChar char="•"/>
            </a:pPr>
            <a:r>
              <a:rPr lang="en-US" sz="2400" dirty="0">
                <a:solidFill>
                  <a:schemeClr val="bg1"/>
                </a:solidFill>
              </a:rPr>
              <a:t> Used to suppress protests </a:t>
            </a:r>
          </a:p>
          <a:p>
            <a:pPr marL="742950" lvl="1" indent="-285750" algn="l">
              <a:lnSpc>
                <a:spcPct val="150000"/>
              </a:lnSpc>
              <a:buFont typeface="Arial" panose="020B0604020202020204" pitchFamily="34" charset="0"/>
              <a:buChar char="•"/>
            </a:pPr>
            <a:r>
              <a:rPr lang="en-US" sz="2400" dirty="0">
                <a:solidFill>
                  <a:schemeClr val="bg1"/>
                </a:solidFill>
              </a:rPr>
              <a:t>Resulted in the mass detention of thousands of people </a:t>
            </a:r>
          </a:p>
          <a:p>
            <a:pPr marL="742950" lvl="1" indent="-285750" algn="l">
              <a:lnSpc>
                <a:spcPct val="150000"/>
              </a:lnSpc>
              <a:buFont typeface="Arial" panose="020B0604020202020204" pitchFamily="34" charset="0"/>
              <a:buChar char="•"/>
            </a:pPr>
            <a:r>
              <a:rPr lang="en-US" sz="2400" dirty="0">
                <a:solidFill>
                  <a:schemeClr val="bg1"/>
                </a:solidFill>
              </a:rPr>
              <a:t>Resulted in the ANC and PAC being banned (Unlawful </a:t>
            </a:r>
            <a:r>
              <a:rPr lang="en-US" sz="2400" dirty="0" err="1">
                <a:solidFill>
                  <a:schemeClr val="bg1"/>
                </a:solidFill>
              </a:rPr>
              <a:t>Organisations</a:t>
            </a:r>
            <a:r>
              <a:rPr lang="en-US" sz="2400" dirty="0">
                <a:solidFill>
                  <a:schemeClr val="bg1"/>
                </a:solidFill>
              </a:rPr>
              <a:t> Act )</a:t>
            </a:r>
          </a:p>
          <a:p>
            <a:pPr marL="742950" lvl="1" indent="-285750" algn="l">
              <a:lnSpc>
                <a:spcPct val="150000"/>
              </a:lnSpc>
              <a:buFont typeface="Arial" panose="020B0604020202020204" pitchFamily="34" charset="0"/>
              <a:buChar char="•"/>
            </a:pPr>
            <a:r>
              <a:rPr lang="en-US" sz="2400" dirty="0">
                <a:solidFill>
                  <a:schemeClr val="bg1"/>
                </a:solidFill>
              </a:rPr>
              <a:t>Lasted several months and marked a shift to the more violent, repressive phase of apartheid </a:t>
            </a:r>
          </a:p>
          <a:p>
            <a:pPr marL="742950" lvl="1" indent="-285750" algn="l">
              <a:lnSpc>
                <a:spcPct val="150000"/>
              </a:lnSpc>
              <a:buFont typeface="Arial" panose="020B0604020202020204" pitchFamily="34" charset="0"/>
              <a:buChar char="•"/>
            </a:pPr>
            <a:r>
              <a:rPr lang="en-US" sz="2400" dirty="0">
                <a:solidFill>
                  <a:schemeClr val="bg1"/>
                </a:solidFill>
              </a:rPr>
              <a:t>Historical turning point and led to international criticism </a:t>
            </a:r>
          </a:p>
        </p:txBody>
      </p:sp>
      <p:sp>
        <p:nvSpPr>
          <p:cNvPr id="2" name="TextBox 1">
            <a:extLst>
              <a:ext uri="{FF2B5EF4-FFF2-40B4-BE49-F238E27FC236}">
                <a16:creationId xmlns:a16="http://schemas.microsoft.com/office/drawing/2014/main" id="{9C3843ED-6708-55C9-590B-4DDB755C8FC2}"/>
              </a:ext>
            </a:extLst>
          </p:cNvPr>
          <p:cNvSpPr txBox="1"/>
          <p:nvPr/>
        </p:nvSpPr>
        <p:spPr>
          <a:xfrm>
            <a:off x="2636520" y="838200"/>
            <a:ext cx="184731" cy="307777"/>
          </a:xfrm>
          <a:prstGeom prst="rect">
            <a:avLst/>
          </a:prstGeom>
          <a:noFill/>
        </p:spPr>
        <p:txBody>
          <a:bodyPr wrap="none" rtlCol="0">
            <a:spAutoFit/>
          </a:bodyPr>
          <a:lstStyle/>
          <a:p>
            <a:endParaRPr lang="en-GB" dirty="0"/>
          </a:p>
        </p:txBody>
      </p:sp>
      <p:sp>
        <p:nvSpPr>
          <p:cNvPr id="3" name="TextBox 2">
            <a:extLst>
              <a:ext uri="{FF2B5EF4-FFF2-40B4-BE49-F238E27FC236}">
                <a16:creationId xmlns:a16="http://schemas.microsoft.com/office/drawing/2014/main" id="{0242F2F2-9F9A-AC0F-1723-4D129F5DA980}"/>
              </a:ext>
            </a:extLst>
          </p:cNvPr>
          <p:cNvSpPr txBox="1"/>
          <p:nvPr/>
        </p:nvSpPr>
        <p:spPr>
          <a:xfrm>
            <a:off x="1472339" y="2944678"/>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235305617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0B03FC1C-83A3-A153-7A11-E748B6113B37}"/>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E2872A0E-1B31-3ADA-3DC3-D1FCF5502F27}"/>
              </a:ext>
            </a:extLst>
          </p:cNvPr>
          <p:cNvSpPr txBox="1">
            <a:spLocks noGrp="1"/>
          </p:cNvSpPr>
          <p:nvPr>
            <p:ph type="title"/>
          </p:nvPr>
        </p:nvSpPr>
        <p:spPr>
          <a:xfrm>
            <a:off x="2219151" y="1734282"/>
            <a:ext cx="6428903"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8000" dirty="0">
                <a:solidFill>
                  <a:schemeClr val="accent1">
                    <a:lumMod val="40000"/>
                    <a:lumOff val="60000"/>
                  </a:schemeClr>
                </a:solidFill>
              </a:rPr>
              <a:t>1961 Constitution </a:t>
            </a:r>
            <a:endParaRPr sz="8000" dirty="0">
              <a:solidFill>
                <a:schemeClr val="accent1">
                  <a:lumMod val="40000"/>
                  <a:lumOff val="60000"/>
                </a:schemeClr>
              </a:solidFill>
            </a:endParaRPr>
          </a:p>
        </p:txBody>
      </p:sp>
      <p:sp>
        <p:nvSpPr>
          <p:cNvPr id="2" name="TextBox 1">
            <a:extLst>
              <a:ext uri="{FF2B5EF4-FFF2-40B4-BE49-F238E27FC236}">
                <a16:creationId xmlns:a16="http://schemas.microsoft.com/office/drawing/2014/main" id="{DF27F64A-DE45-26F0-1B2C-547680406063}"/>
              </a:ext>
            </a:extLst>
          </p:cNvPr>
          <p:cNvSpPr txBox="1"/>
          <p:nvPr/>
        </p:nvSpPr>
        <p:spPr>
          <a:xfrm>
            <a:off x="2636520" y="838200"/>
            <a:ext cx="184731" cy="307777"/>
          </a:xfrm>
          <a:prstGeom prst="rect">
            <a:avLst/>
          </a:prstGeom>
          <a:noFill/>
        </p:spPr>
        <p:txBody>
          <a:bodyPr wrap="none" rtlCol="0">
            <a:spAutoFit/>
          </a:bodyPr>
          <a:lstStyle/>
          <a:p>
            <a:endParaRPr lang="en-GB" dirty="0"/>
          </a:p>
        </p:txBody>
      </p:sp>
      <p:sp>
        <p:nvSpPr>
          <p:cNvPr id="3" name="TextBox 2">
            <a:extLst>
              <a:ext uri="{FF2B5EF4-FFF2-40B4-BE49-F238E27FC236}">
                <a16:creationId xmlns:a16="http://schemas.microsoft.com/office/drawing/2014/main" id="{93A62031-B425-8D4A-A405-673D2B7F81FF}"/>
              </a:ext>
            </a:extLst>
          </p:cNvPr>
          <p:cNvSpPr txBox="1"/>
          <p:nvPr/>
        </p:nvSpPr>
        <p:spPr>
          <a:xfrm>
            <a:off x="1472339" y="2944678"/>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281483119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4DB19E03-ABC5-D1D7-1F37-5F131214488C}"/>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C1970741-024E-B602-89B9-6B99030AE134}"/>
              </a:ext>
            </a:extLst>
          </p:cNvPr>
          <p:cNvSpPr txBox="1">
            <a:spLocks noGrp="1"/>
          </p:cNvSpPr>
          <p:nvPr>
            <p:ph type="title"/>
          </p:nvPr>
        </p:nvSpPr>
        <p:spPr>
          <a:xfrm>
            <a:off x="464236" y="-201912"/>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lumMod val="40000"/>
                    <a:lumOff val="60000"/>
                  </a:schemeClr>
                </a:solidFill>
              </a:rPr>
              <a:t>1961 Constitution </a:t>
            </a:r>
            <a:endParaRPr sz="3200" dirty="0">
              <a:solidFill>
                <a:schemeClr val="accent1">
                  <a:lumMod val="40000"/>
                  <a:lumOff val="60000"/>
                </a:schemeClr>
              </a:solidFill>
            </a:endParaRPr>
          </a:p>
        </p:txBody>
      </p:sp>
      <p:sp>
        <p:nvSpPr>
          <p:cNvPr id="1101" name="Google Shape;1101;p60">
            <a:extLst>
              <a:ext uri="{FF2B5EF4-FFF2-40B4-BE49-F238E27FC236}">
                <a16:creationId xmlns:a16="http://schemas.microsoft.com/office/drawing/2014/main" id="{21B8B8D8-29B7-3547-1B46-7771497E58AB}"/>
              </a:ext>
            </a:extLst>
          </p:cNvPr>
          <p:cNvSpPr txBox="1">
            <a:spLocks noGrp="1"/>
          </p:cNvSpPr>
          <p:nvPr>
            <p:ph type="subTitle" idx="1"/>
          </p:nvPr>
        </p:nvSpPr>
        <p:spPr>
          <a:xfrm>
            <a:off x="895294" y="587829"/>
            <a:ext cx="8062726" cy="4433622"/>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accent1"/>
                </a:solidFill>
              </a:rPr>
              <a:t>5 October 1960: </a:t>
            </a:r>
            <a:r>
              <a:rPr lang="en-US" sz="2400" dirty="0">
                <a:solidFill>
                  <a:schemeClr val="bg1"/>
                </a:solidFill>
              </a:rPr>
              <a:t>Referendum in which white-only voters approve the move to become a Republic, separate from Britain. </a:t>
            </a:r>
          </a:p>
          <a:p>
            <a:pPr marL="285750" lvl="0" indent="-285750" algn="l">
              <a:lnSpc>
                <a:spcPct val="150000"/>
              </a:lnSpc>
              <a:buFont typeface="Arial" panose="020B0604020202020204" pitchFamily="34" charset="0"/>
              <a:buChar char="•"/>
            </a:pPr>
            <a:r>
              <a:rPr lang="en-US" sz="2400" dirty="0">
                <a:solidFill>
                  <a:schemeClr val="bg1"/>
                </a:solidFill>
              </a:rPr>
              <a:t>The British Monarch would be removed as head of state</a:t>
            </a:r>
          </a:p>
          <a:p>
            <a:pPr marL="285750" lvl="0" indent="-285750" algn="l">
              <a:lnSpc>
                <a:spcPct val="150000"/>
              </a:lnSpc>
              <a:buFont typeface="Arial" panose="020B0604020202020204" pitchFamily="34" charset="0"/>
              <a:buChar char="•"/>
            </a:pPr>
            <a:r>
              <a:rPr lang="en-US" sz="2400" dirty="0">
                <a:solidFill>
                  <a:schemeClr val="bg1"/>
                </a:solidFill>
              </a:rPr>
              <a:t>South Africa wanted to be part of the Commonwealth but due to the recent political violence was not accepted by international community</a:t>
            </a:r>
          </a:p>
        </p:txBody>
      </p:sp>
      <p:sp>
        <p:nvSpPr>
          <p:cNvPr id="2" name="TextBox 1">
            <a:extLst>
              <a:ext uri="{FF2B5EF4-FFF2-40B4-BE49-F238E27FC236}">
                <a16:creationId xmlns:a16="http://schemas.microsoft.com/office/drawing/2014/main" id="{8ACB9FCB-2439-AFF6-2EAF-50E55FEEAB8B}"/>
              </a:ext>
            </a:extLst>
          </p:cNvPr>
          <p:cNvSpPr txBox="1"/>
          <p:nvPr/>
        </p:nvSpPr>
        <p:spPr>
          <a:xfrm>
            <a:off x="2636520" y="838200"/>
            <a:ext cx="184731" cy="307777"/>
          </a:xfrm>
          <a:prstGeom prst="rect">
            <a:avLst/>
          </a:prstGeom>
          <a:noFill/>
        </p:spPr>
        <p:txBody>
          <a:bodyPr wrap="none" rtlCol="0">
            <a:spAutoFit/>
          </a:bodyPr>
          <a:lstStyle/>
          <a:p>
            <a:endParaRPr lang="en-GB" dirty="0"/>
          </a:p>
        </p:txBody>
      </p:sp>
      <p:sp>
        <p:nvSpPr>
          <p:cNvPr id="3" name="TextBox 2">
            <a:extLst>
              <a:ext uri="{FF2B5EF4-FFF2-40B4-BE49-F238E27FC236}">
                <a16:creationId xmlns:a16="http://schemas.microsoft.com/office/drawing/2014/main" id="{33B983C8-0E0B-D7EC-AFD0-A6A9B6E1F619}"/>
              </a:ext>
            </a:extLst>
          </p:cNvPr>
          <p:cNvSpPr txBox="1"/>
          <p:nvPr/>
        </p:nvSpPr>
        <p:spPr>
          <a:xfrm>
            <a:off x="1472339" y="2944678"/>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127394043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A5B52BEC-F4A8-D198-7B41-86AA00E99B35}"/>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64395839-0306-18EA-F3ED-F158CA6098A7}"/>
              </a:ext>
            </a:extLst>
          </p:cNvPr>
          <p:cNvSpPr txBox="1">
            <a:spLocks noGrp="1"/>
          </p:cNvSpPr>
          <p:nvPr>
            <p:ph type="title"/>
          </p:nvPr>
        </p:nvSpPr>
        <p:spPr>
          <a:xfrm>
            <a:off x="452344" y="-9171"/>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lumMod val="40000"/>
                    <a:lumOff val="60000"/>
                  </a:schemeClr>
                </a:solidFill>
              </a:rPr>
              <a:t>1961 Constitution </a:t>
            </a:r>
            <a:endParaRPr sz="3200" dirty="0">
              <a:solidFill>
                <a:schemeClr val="accent1">
                  <a:lumMod val="40000"/>
                  <a:lumOff val="60000"/>
                </a:schemeClr>
              </a:solidFill>
            </a:endParaRPr>
          </a:p>
        </p:txBody>
      </p:sp>
      <p:sp>
        <p:nvSpPr>
          <p:cNvPr id="1101" name="Google Shape;1101;p60">
            <a:extLst>
              <a:ext uri="{FF2B5EF4-FFF2-40B4-BE49-F238E27FC236}">
                <a16:creationId xmlns:a16="http://schemas.microsoft.com/office/drawing/2014/main" id="{1E429563-EEF5-16EC-E016-3BCF14E05894}"/>
              </a:ext>
            </a:extLst>
          </p:cNvPr>
          <p:cNvSpPr txBox="1">
            <a:spLocks noGrp="1"/>
          </p:cNvSpPr>
          <p:nvPr>
            <p:ph type="subTitle" idx="1"/>
          </p:nvPr>
        </p:nvSpPr>
        <p:spPr>
          <a:xfrm>
            <a:off x="910792" y="729712"/>
            <a:ext cx="8062726" cy="4260742"/>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400" dirty="0">
                <a:solidFill>
                  <a:schemeClr val="bg1"/>
                </a:solidFill>
              </a:rPr>
              <a:t>32 May 1961 SA became a Republic and left the commonwealth </a:t>
            </a:r>
          </a:p>
          <a:p>
            <a:pPr marL="285750" lvl="0" indent="-285750" algn="l">
              <a:lnSpc>
                <a:spcPct val="150000"/>
              </a:lnSpc>
              <a:buFont typeface="Arial" panose="020B0604020202020204" pitchFamily="34" charset="0"/>
              <a:buChar char="•"/>
            </a:pPr>
            <a:r>
              <a:rPr lang="en-US" sz="2400" dirty="0">
                <a:solidFill>
                  <a:schemeClr val="bg1"/>
                </a:solidFill>
              </a:rPr>
              <a:t>Retained the parliamentary system from the 1910 constitution</a:t>
            </a:r>
          </a:p>
          <a:p>
            <a:pPr marL="285750" lvl="0" indent="-285750" algn="l">
              <a:lnSpc>
                <a:spcPct val="150000"/>
              </a:lnSpc>
              <a:buFont typeface="Arial" panose="020B0604020202020204" pitchFamily="34" charset="0"/>
              <a:buChar char="•"/>
            </a:pPr>
            <a:r>
              <a:rPr lang="en-US" sz="2400" dirty="0">
                <a:solidFill>
                  <a:schemeClr val="bg1"/>
                </a:solidFill>
              </a:rPr>
              <a:t>This constitution reinforced white minority dominance, and continued to exclude black South Africans from the political process </a:t>
            </a:r>
          </a:p>
        </p:txBody>
      </p:sp>
      <p:sp>
        <p:nvSpPr>
          <p:cNvPr id="2" name="TextBox 1">
            <a:extLst>
              <a:ext uri="{FF2B5EF4-FFF2-40B4-BE49-F238E27FC236}">
                <a16:creationId xmlns:a16="http://schemas.microsoft.com/office/drawing/2014/main" id="{7A7B7893-1BE4-D847-74AD-C28497C3BE5C}"/>
              </a:ext>
            </a:extLst>
          </p:cNvPr>
          <p:cNvSpPr txBox="1"/>
          <p:nvPr/>
        </p:nvSpPr>
        <p:spPr>
          <a:xfrm>
            <a:off x="2636520" y="838200"/>
            <a:ext cx="184731" cy="307777"/>
          </a:xfrm>
          <a:prstGeom prst="rect">
            <a:avLst/>
          </a:prstGeom>
          <a:noFill/>
        </p:spPr>
        <p:txBody>
          <a:bodyPr wrap="none" rtlCol="0">
            <a:spAutoFit/>
          </a:bodyPr>
          <a:lstStyle/>
          <a:p>
            <a:endParaRPr lang="en-GB" dirty="0"/>
          </a:p>
        </p:txBody>
      </p:sp>
      <p:sp>
        <p:nvSpPr>
          <p:cNvPr id="3" name="TextBox 2">
            <a:extLst>
              <a:ext uri="{FF2B5EF4-FFF2-40B4-BE49-F238E27FC236}">
                <a16:creationId xmlns:a16="http://schemas.microsoft.com/office/drawing/2014/main" id="{E6E1EDB0-8F84-4002-6AEE-2E2A188BC2DA}"/>
              </a:ext>
            </a:extLst>
          </p:cNvPr>
          <p:cNvSpPr txBox="1"/>
          <p:nvPr/>
        </p:nvSpPr>
        <p:spPr>
          <a:xfrm>
            <a:off x="1472339" y="2944678"/>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341714684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1C549E27-038C-B08E-9A24-88F9E7D13BBE}"/>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6704156F-EE08-8D49-DD69-C4BAFEB42586}"/>
              </a:ext>
            </a:extLst>
          </p:cNvPr>
          <p:cNvSpPr txBox="1">
            <a:spLocks noGrp="1"/>
          </p:cNvSpPr>
          <p:nvPr>
            <p:ph type="title"/>
          </p:nvPr>
        </p:nvSpPr>
        <p:spPr>
          <a:xfrm>
            <a:off x="452345" y="-95415"/>
            <a:ext cx="8691655"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solidFill>
                  <a:schemeClr val="accent1">
                    <a:lumMod val="40000"/>
                    <a:lumOff val="60000"/>
                  </a:schemeClr>
                </a:solidFill>
              </a:rPr>
              <a:t>1961 Constitution </a:t>
            </a:r>
            <a:endParaRPr sz="3200" dirty="0">
              <a:solidFill>
                <a:schemeClr val="accent1">
                  <a:lumMod val="40000"/>
                  <a:lumOff val="60000"/>
                </a:schemeClr>
              </a:solidFill>
            </a:endParaRPr>
          </a:p>
        </p:txBody>
      </p:sp>
      <p:sp>
        <p:nvSpPr>
          <p:cNvPr id="1101" name="Google Shape;1101;p60">
            <a:extLst>
              <a:ext uri="{FF2B5EF4-FFF2-40B4-BE49-F238E27FC236}">
                <a16:creationId xmlns:a16="http://schemas.microsoft.com/office/drawing/2014/main" id="{BA4D4539-00C3-C6A6-F835-3381C3114313}"/>
              </a:ext>
            </a:extLst>
          </p:cNvPr>
          <p:cNvSpPr txBox="1">
            <a:spLocks noGrp="1"/>
          </p:cNvSpPr>
          <p:nvPr>
            <p:ph type="subTitle" idx="1"/>
          </p:nvPr>
        </p:nvSpPr>
        <p:spPr>
          <a:xfrm>
            <a:off x="910792" y="729712"/>
            <a:ext cx="8062726" cy="4260742"/>
          </a:xfrm>
          <a:prstGeom prst="rect">
            <a:avLst/>
          </a:prstGeom>
        </p:spPr>
        <p:txBody>
          <a:bodyPr spcFirstLastPara="1" wrap="square" lIns="91425" tIns="91425" rIns="91425" bIns="91425" anchor="t" anchorCtr="0">
            <a:noAutofit/>
          </a:bodyPr>
          <a:lstStyle/>
          <a:p>
            <a:pPr marL="285750" indent="-285750" algn="l">
              <a:lnSpc>
                <a:spcPct val="150000"/>
              </a:lnSpc>
              <a:buFont typeface="Arial" panose="020B0604020202020204" pitchFamily="34" charset="0"/>
              <a:buChar char="•"/>
            </a:pPr>
            <a:r>
              <a:rPr lang="en-US" sz="2400" dirty="0">
                <a:solidFill>
                  <a:schemeClr val="bg1"/>
                </a:solidFill>
              </a:rPr>
              <a:t>Most important change was that the Monarch would no longer be the head of state, this would not vest with the President, as elected by the people. </a:t>
            </a:r>
          </a:p>
          <a:p>
            <a:pPr marL="285750" indent="-285750" algn="l">
              <a:lnSpc>
                <a:spcPct val="150000"/>
              </a:lnSpc>
              <a:buFont typeface="Arial" panose="020B0604020202020204" pitchFamily="34" charset="0"/>
              <a:buChar char="•"/>
            </a:pPr>
            <a:r>
              <a:rPr lang="en-US" sz="2400" dirty="0">
                <a:solidFill>
                  <a:schemeClr val="bg1"/>
                </a:solidFill>
              </a:rPr>
              <a:t>First president was C R Swart </a:t>
            </a:r>
          </a:p>
        </p:txBody>
      </p:sp>
      <p:sp>
        <p:nvSpPr>
          <p:cNvPr id="2" name="TextBox 1">
            <a:extLst>
              <a:ext uri="{FF2B5EF4-FFF2-40B4-BE49-F238E27FC236}">
                <a16:creationId xmlns:a16="http://schemas.microsoft.com/office/drawing/2014/main" id="{52D05C25-1783-1A00-A013-B0E8E0CCDEFE}"/>
              </a:ext>
            </a:extLst>
          </p:cNvPr>
          <p:cNvSpPr txBox="1"/>
          <p:nvPr/>
        </p:nvSpPr>
        <p:spPr>
          <a:xfrm>
            <a:off x="2636520" y="838200"/>
            <a:ext cx="184731" cy="307777"/>
          </a:xfrm>
          <a:prstGeom prst="rect">
            <a:avLst/>
          </a:prstGeom>
          <a:noFill/>
        </p:spPr>
        <p:txBody>
          <a:bodyPr wrap="none" rtlCol="0">
            <a:spAutoFit/>
          </a:bodyPr>
          <a:lstStyle/>
          <a:p>
            <a:endParaRPr lang="en-GB" dirty="0"/>
          </a:p>
        </p:txBody>
      </p:sp>
      <p:sp>
        <p:nvSpPr>
          <p:cNvPr id="3" name="TextBox 2">
            <a:extLst>
              <a:ext uri="{FF2B5EF4-FFF2-40B4-BE49-F238E27FC236}">
                <a16:creationId xmlns:a16="http://schemas.microsoft.com/office/drawing/2014/main" id="{C67EEE2F-E0D5-9A2C-18F1-4D5691CB6327}"/>
              </a:ext>
            </a:extLst>
          </p:cNvPr>
          <p:cNvSpPr txBox="1"/>
          <p:nvPr/>
        </p:nvSpPr>
        <p:spPr>
          <a:xfrm>
            <a:off x="1472339" y="2944678"/>
            <a:ext cx="184731" cy="307777"/>
          </a:xfrm>
          <a:prstGeom prst="rect">
            <a:avLst/>
          </a:prstGeom>
          <a:noFill/>
        </p:spPr>
        <p:txBody>
          <a:bodyPr wrap="none" rtlCol="0">
            <a:spAutoFit/>
          </a:bodyPr>
          <a:lstStyle/>
          <a:p>
            <a:endParaRPr lang="en-GB" dirty="0"/>
          </a:p>
        </p:txBody>
      </p:sp>
    </p:spTree>
    <p:extLst>
      <p:ext uri="{BB962C8B-B14F-4D97-AF65-F5344CB8AC3E}">
        <p14:creationId xmlns:p14="http://schemas.microsoft.com/office/powerpoint/2010/main" val="107544069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F8AECB9D-64B6-D5F5-5946-BBB938007323}"/>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90E4F335-54BF-90A8-6FCE-E544DB8EADFC}"/>
              </a:ext>
            </a:extLst>
          </p:cNvPr>
          <p:cNvSpPr txBox="1">
            <a:spLocks noGrp="1"/>
          </p:cNvSpPr>
          <p:nvPr>
            <p:ph type="title"/>
          </p:nvPr>
        </p:nvSpPr>
        <p:spPr>
          <a:xfrm>
            <a:off x="650930" y="0"/>
            <a:ext cx="6582157"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Rivonia Trial</a:t>
            </a:r>
            <a:endParaRPr sz="6600" dirty="0">
              <a:solidFill>
                <a:schemeClr val="accent1"/>
              </a:solidFill>
            </a:endParaRPr>
          </a:p>
        </p:txBody>
      </p:sp>
      <p:sp>
        <p:nvSpPr>
          <p:cNvPr id="1101" name="Google Shape;1101;p60">
            <a:extLst>
              <a:ext uri="{FF2B5EF4-FFF2-40B4-BE49-F238E27FC236}">
                <a16:creationId xmlns:a16="http://schemas.microsoft.com/office/drawing/2014/main" id="{4466FE8D-BA92-4453-FD61-92538DD51D99}"/>
              </a:ext>
            </a:extLst>
          </p:cNvPr>
          <p:cNvSpPr txBox="1">
            <a:spLocks noGrp="1"/>
          </p:cNvSpPr>
          <p:nvPr>
            <p:ph type="subTitle" idx="1"/>
          </p:nvPr>
        </p:nvSpPr>
        <p:spPr>
          <a:xfrm>
            <a:off x="926290" y="893143"/>
            <a:ext cx="7566780"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b="1" dirty="0">
                <a:solidFill>
                  <a:schemeClr val="accent1"/>
                </a:solidFill>
              </a:rPr>
              <a:t>Suppression of political dissent</a:t>
            </a:r>
          </a:p>
          <a:p>
            <a:pPr marL="800100" lvl="1" indent="-342900" algn="l">
              <a:lnSpc>
                <a:spcPct val="150000"/>
              </a:lnSpc>
              <a:buFont typeface="Arial" panose="020B0604020202020204" pitchFamily="34" charset="0"/>
              <a:buChar char="•"/>
            </a:pPr>
            <a:r>
              <a:rPr lang="en-ZA" sz="2400" dirty="0"/>
              <a:t>Suppression of Communism Act (1950),</a:t>
            </a:r>
          </a:p>
          <a:p>
            <a:pPr marL="800100" lvl="1" indent="-342900" algn="l">
              <a:lnSpc>
                <a:spcPct val="150000"/>
              </a:lnSpc>
              <a:buFont typeface="Arial" panose="020B0604020202020204" pitchFamily="34" charset="0"/>
              <a:buChar char="•"/>
            </a:pPr>
            <a:r>
              <a:rPr lang="en-ZA" sz="2400" dirty="0"/>
              <a:t>Sabotage Act (1962),</a:t>
            </a:r>
          </a:p>
          <a:p>
            <a:pPr marL="1257300" lvl="2" indent="-342900" algn="l">
              <a:lnSpc>
                <a:spcPct val="150000"/>
              </a:lnSpc>
              <a:buFont typeface="Arial" panose="020B0604020202020204" pitchFamily="34" charset="0"/>
              <a:buChar char="•"/>
            </a:pPr>
            <a:r>
              <a:rPr lang="en-ZA" sz="2400" dirty="0"/>
              <a:t>Carried the death penalty  </a:t>
            </a:r>
          </a:p>
          <a:p>
            <a:pPr marL="800100" lvl="1" indent="-342900" algn="l">
              <a:lnSpc>
                <a:spcPct val="150000"/>
              </a:lnSpc>
              <a:buFont typeface="Arial" panose="020B0604020202020204" pitchFamily="34" charset="0"/>
              <a:buChar char="•"/>
            </a:pPr>
            <a:r>
              <a:rPr lang="en-ZA" sz="2400" dirty="0"/>
              <a:t>90-Day Detention Law (1963)</a:t>
            </a:r>
          </a:p>
          <a:p>
            <a:pPr marL="1257300" lvl="2" indent="-342900" algn="l">
              <a:lnSpc>
                <a:spcPct val="150000"/>
              </a:lnSpc>
              <a:buFont typeface="Arial" panose="020B0604020202020204" pitchFamily="34" charset="0"/>
              <a:buChar char="•"/>
            </a:pPr>
            <a:r>
              <a:rPr lang="en-ZA" sz="2400" dirty="0"/>
              <a:t>Allowed indefinite solitary confinement without charge, access to lawyers, or contact with family.</a:t>
            </a:r>
            <a:endParaRPr lang="en-US" sz="2400" b="1" dirty="0">
              <a:solidFill>
                <a:schemeClr val="accent1"/>
              </a:solidFill>
            </a:endParaRPr>
          </a:p>
          <a:p>
            <a:pPr marL="285750" lvl="0" indent="-285750" algn="l">
              <a:lnSpc>
                <a:spcPct val="150000"/>
              </a:lnSpc>
              <a:buFont typeface="Arial" panose="020B0604020202020204" pitchFamily="34" charset="0"/>
              <a:buChar char="•"/>
            </a:pPr>
            <a:endParaRPr sz="2400" dirty="0">
              <a:solidFill>
                <a:schemeClr val="bg1"/>
              </a:solidFill>
            </a:endParaRPr>
          </a:p>
        </p:txBody>
      </p:sp>
    </p:spTree>
    <p:extLst>
      <p:ext uri="{BB962C8B-B14F-4D97-AF65-F5344CB8AC3E}">
        <p14:creationId xmlns:p14="http://schemas.microsoft.com/office/powerpoint/2010/main" val="274217151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40602F6F-25CA-634F-65D3-9F392FB9BA11}"/>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35D285D7-18DD-E043-79D9-867B0E6B2EDE}"/>
              </a:ext>
            </a:extLst>
          </p:cNvPr>
          <p:cNvSpPr txBox="1">
            <a:spLocks noGrp="1"/>
          </p:cNvSpPr>
          <p:nvPr>
            <p:ph type="title"/>
          </p:nvPr>
        </p:nvSpPr>
        <p:spPr>
          <a:xfrm>
            <a:off x="1130609" y="-9171"/>
            <a:ext cx="6582157"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Rivonia Trial</a:t>
            </a:r>
            <a:endParaRPr sz="6600" dirty="0">
              <a:solidFill>
                <a:schemeClr val="accent1"/>
              </a:solidFill>
            </a:endParaRPr>
          </a:p>
        </p:txBody>
      </p:sp>
      <p:sp>
        <p:nvSpPr>
          <p:cNvPr id="1101" name="Google Shape;1101;p60">
            <a:extLst>
              <a:ext uri="{FF2B5EF4-FFF2-40B4-BE49-F238E27FC236}">
                <a16:creationId xmlns:a16="http://schemas.microsoft.com/office/drawing/2014/main" id="{D650A8D7-D288-67F7-0BE8-F0B5A0AE237C}"/>
              </a:ext>
            </a:extLst>
          </p:cNvPr>
          <p:cNvSpPr txBox="1">
            <a:spLocks noGrp="1"/>
          </p:cNvSpPr>
          <p:nvPr>
            <p:ph type="subTitle" idx="1"/>
          </p:nvPr>
        </p:nvSpPr>
        <p:spPr>
          <a:xfrm>
            <a:off x="941789" y="1184829"/>
            <a:ext cx="7566780" cy="3357214"/>
          </a:xfrm>
          <a:prstGeom prst="rect">
            <a:avLst/>
          </a:prstGeom>
        </p:spPr>
        <p:txBody>
          <a:bodyPr spcFirstLastPara="1" wrap="square" lIns="91425" tIns="91425" rIns="91425" bIns="91425" anchor="t" anchorCtr="0">
            <a:noAutofit/>
          </a:bodyPr>
          <a:lstStyle/>
          <a:p>
            <a:pPr marL="342900" indent="-342900" algn="l">
              <a:lnSpc>
                <a:spcPct val="150000"/>
              </a:lnSpc>
              <a:buFont typeface="Arial" panose="020B0604020202020204" pitchFamily="34" charset="0"/>
              <a:buChar char="•"/>
            </a:pPr>
            <a:r>
              <a:rPr lang="en-US" sz="2400" dirty="0">
                <a:solidFill>
                  <a:schemeClr val="bg1"/>
                </a:solidFill>
              </a:rPr>
              <a:t>Held from </a:t>
            </a:r>
            <a:r>
              <a:rPr lang="en-US" sz="2400" b="1" dirty="0">
                <a:solidFill>
                  <a:schemeClr val="accent1"/>
                </a:solidFill>
              </a:rPr>
              <a:t>1963-1964 </a:t>
            </a:r>
            <a:endParaRPr lang="en-US" sz="2400" dirty="0">
              <a:solidFill>
                <a:schemeClr val="bg1"/>
              </a:solidFill>
            </a:endParaRPr>
          </a:p>
          <a:p>
            <a:pPr marL="342900" lvl="0" indent="-342900" algn="l">
              <a:lnSpc>
                <a:spcPct val="150000"/>
              </a:lnSpc>
              <a:buFont typeface="Arial" panose="020B0604020202020204" pitchFamily="34" charset="0"/>
              <a:buChar char="•"/>
            </a:pPr>
            <a:r>
              <a:rPr lang="en-US" sz="2400" dirty="0">
                <a:solidFill>
                  <a:schemeClr val="bg1"/>
                </a:solidFill>
              </a:rPr>
              <a:t>Landmark legal proceeding that resulted n life imprisonment of Nelson Mandela and other anti-apartheid leaders </a:t>
            </a:r>
          </a:p>
          <a:p>
            <a:pPr marL="285750" lvl="0" indent="-285750" algn="l">
              <a:lnSpc>
                <a:spcPct val="150000"/>
              </a:lnSpc>
              <a:buFont typeface="Arial" panose="020B0604020202020204" pitchFamily="34" charset="0"/>
              <a:buChar char="•"/>
            </a:pPr>
            <a:r>
              <a:rPr lang="en-US" sz="2400" dirty="0">
                <a:solidFill>
                  <a:schemeClr val="bg1"/>
                </a:solidFill>
              </a:rPr>
              <a:t>Another historical turning point, which resulted in international scrutiny on apartheid regime </a:t>
            </a:r>
            <a:endParaRPr sz="2400" dirty="0">
              <a:solidFill>
                <a:schemeClr val="bg1"/>
              </a:solidFill>
            </a:endParaRPr>
          </a:p>
        </p:txBody>
      </p:sp>
    </p:spTree>
    <p:extLst>
      <p:ext uri="{BB962C8B-B14F-4D97-AF65-F5344CB8AC3E}">
        <p14:creationId xmlns:p14="http://schemas.microsoft.com/office/powerpoint/2010/main" val="383753236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5FA65CFA-309E-F4ED-CDA6-7E251F297EFB}"/>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DBFE364B-81E8-9267-D2F4-9D9241BB3D2F}"/>
              </a:ext>
            </a:extLst>
          </p:cNvPr>
          <p:cNvSpPr txBox="1">
            <a:spLocks noGrp="1"/>
          </p:cNvSpPr>
          <p:nvPr>
            <p:ph type="title"/>
          </p:nvPr>
        </p:nvSpPr>
        <p:spPr>
          <a:xfrm>
            <a:off x="1130609" y="-9171"/>
            <a:ext cx="6582157"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Rivonia Trial</a:t>
            </a:r>
            <a:endParaRPr sz="6600" dirty="0">
              <a:solidFill>
                <a:schemeClr val="accent1"/>
              </a:solidFill>
            </a:endParaRPr>
          </a:p>
        </p:txBody>
      </p:sp>
      <p:sp>
        <p:nvSpPr>
          <p:cNvPr id="1101" name="Google Shape;1101;p60">
            <a:extLst>
              <a:ext uri="{FF2B5EF4-FFF2-40B4-BE49-F238E27FC236}">
                <a16:creationId xmlns:a16="http://schemas.microsoft.com/office/drawing/2014/main" id="{6302D3AE-D140-4B20-C02B-425EC716B999}"/>
              </a:ext>
            </a:extLst>
          </p:cNvPr>
          <p:cNvSpPr txBox="1">
            <a:spLocks noGrp="1"/>
          </p:cNvSpPr>
          <p:nvPr>
            <p:ph type="subTitle" idx="1"/>
          </p:nvPr>
        </p:nvSpPr>
        <p:spPr>
          <a:xfrm>
            <a:off x="600825" y="893143"/>
            <a:ext cx="838819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dirty="0">
                <a:solidFill>
                  <a:schemeClr val="bg1"/>
                </a:solidFill>
              </a:rPr>
              <a:t>Trialists charged under laws specifically </a:t>
            </a:r>
            <a:r>
              <a:rPr lang="en-US" sz="2400" b="1" dirty="0">
                <a:solidFill>
                  <a:schemeClr val="bg1"/>
                </a:solidFill>
              </a:rPr>
              <a:t>designed to criminalize resistance to racial oppression </a:t>
            </a:r>
          </a:p>
          <a:p>
            <a:pPr marL="285750" lvl="0" indent="-285750" algn="l">
              <a:lnSpc>
                <a:spcPct val="150000"/>
              </a:lnSpc>
              <a:buFont typeface="Arial" panose="020B0604020202020204" pitchFamily="34" charset="0"/>
              <a:buChar char="•"/>
            </a:pPr>
            <a:r>
              <a:rPr lang="en-US" sz="2400" dirty="0">
                <a:solidFill>
                  <a:schemeClr val="bg1"/>
                </a:solidFill>
              </a:rPr>
              <a:t>Demonstrates how a legal system can be </a:t>
            </a:r>
            <a:r>
              <a:rPr lang="en-US" sz="2400" dirty="0" err="1">
                <a:solidFill>
                  <a:schemeClr val="bg1"/>
                </a:solidFill>
              </a:rPr>
              <a:t>weaponised</a:t>
            </a:r>
            <a:r>
              <a:rPr lang="en-US" sz="2400" dirty="0">
                <a:solidFill>
                  <a:schemeClr val="bg1"/>
                </a:solidFill>
              </a:rPr>
              <a:t> by those in power against the very people it should protect </a:t>
            </a:r>
          </a:p>
          <a:p>
            <a:pPr marL="742950" lvl="1" indent="-285750" algn="l">
              <a:lnSpc>
                <a:spcPct val="150000"/>
              </a:lnSpc>
              <a:buFont typeface="Arial" panose="020B0604020202020204" pitchFamily="34" charset="0"/>
              <a:buChar char="•"/>
            </a:pPr>
            <a:r>
              <a:rPr lang="en-US" sz="2400" dirty="0">
                <a:solidFill>
                  <a:schemeClr val="bg1"/>
                </a:solidFill>
              </a:rPr>
              <a:t>Makes a case for why constitutions must entrench rights that constrain legislative power, not just procedural rules </a:t>
            </a:r>
            <a:endParaRPr lang="en-ZA" sz="2400" dirty="0"/>
          </a:p>
          <a:p>
            <a:pPr marL="285750" lvl="0" indent="-285750" algn="l">
              <a:lnSpc>
                <a:spcPct val="150000"/>
              </a:lnSpc>
              <a:buFont typeface="Arial" panose="020B0604020202020204" pitchFamily="34" charset="0"/>
              <a:buChar char="•"/>
            </a:pPr>
            <a:endParaRPr sz="2400" dirty="0">
              <a:solidFill>
                <a:schemeClr val="bg1"/>
              </a:solidFill>
            </a:endParaRPr>
          </a:p>
        </p:txBody>
      </p:sp>
    </p:spTree>
    <p:extLst>
      <p:ext uri="{BB962C8B-B14F-4D97-AF65-F5344CB8AC3E}">
        <p14:creationId xmlns:p14="http://schemas.microsoft.com/office/powerpoint/2010/main" val="334556479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7A607252-4749-9F59-84AC-556B099C7CE0}"/>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797E4F3F-7AC9-4B5A-C361-3C77143F2D9C}"/>
              </a:ext>
            </a:extLst>
          </p:cNvPr>
          <p:cNvSpPr txBox="1">
            <a:spLocks noGrp="1"/>
          </p:cNvSpPr>
          <p:nvPr>
            <p:ph type="title"/>
          </p:nvPr>
        </p:nvSpPr>
        <p:spPr>
          <a:xfrm>
            <a:off x="1130609" y="-9171"/>
            <a:ext cx="6582157"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Rivonia Trial</a:t>
            </a:r>
            <a:endParaRPr sz="6600" dirty="0">
              <a:solidFill>
                <a:schemeClr val="accent1"/>
              </a:solidFill>
            </a:endParaRPr>
          </a:p>
        </p:txBody>
      </p:sp>
      <p:sp>
        <p:nvSpPr>
          <p:cNvPr id="1101" name="Google Shape;1101;p60">
            <a:extLst>
              <a:ext uri="{FF2B5EF4-FFF2-40B4-BE49-F238E27FC236}">
                <a16:creationId xmlns:a16="http://schemas.microsoft.com/office/drawing/2014/main" id="{1DFC2B4A-D9FE-34E0-4D56-AC105721CA51}"/>
              </a:ext>
            </a:extLst>
          </p:cNvPr>
          <p:cNvSpPr txBox="1">
            <a:spLocks noGrp="1"/>
          </p:cNvSpPr>
          <p:nvPr>
            <p:ph type="subTitle" idx="1"/>
          </p:nvPr>
        </p:nvSpPr>
        <p:spPr>
          <a:xfrm>
            <a:off x="600825" y="893142"/>
            <a:ext cx="8388192" cy="3988823"/>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ZA" sz="2000" dirty="0"/>
              <a:t>Rather than mount a purely criminal defence, the accused chose to put apartheid itself on trial. </a:t>
            </a:r>
          </a:p>
          <a:p>
            <a:pPr marL="285750" lvl="0" indent="-285750" algn="l">
              <a:lnSpc>
                <a:spcPct val="150000"/>
              </a:lnSpc>
              <a:buFont typeface="Arial" panose="020B0604020202020204" pitchFamily="34" charset="0"/>
              <a:buChar char="•"/>
            </a:pPr>
            <a:r>
              <a:rPr lang="en-ZA" sz="2000" dirty="0"/>
              <a:t>Mandela's famous "I am prepared to die" statement from the dock reframed the proceedings as a question of political legitimacy: </a:t>
            </a:r>
          </a:p>
          <a:p>
            <a:pPr marL="742950" lvl="1" indent="-285750" algn="l">
              <a:lnSpc>
                <a:spcPct val="150000"/>
              </a:lnSpc>
              <a:buFont typeface="Arial" panose="020B0604020202020204" pitchFamily="34" charset="0"/>
              <a:buChar char="•"/>
            </a:pPr>
            <a:r>
              <a:rPr lang="en-ZA" sz="2000" dirty="0"/>
              <a:t>can a government that excludes the majority from political participation claim the right to prosecute them for defying its laws?</a:t>
            </a:r>
          </a:p>
          <a:p>
            <a:pPr marL="285750" indent="-285750" algn="l">
              <a:lnSpc>
                <a:spcPct val="150000"/>
              </a:lnSpc>
              <a:buFont typeface="Arial" panose="020B0604020202020204" pitchFamily="34" charset="0"/>
              <a:buChar char="•"/>
            </a:pPr>
            <a:r>
              <a:rPr lang="en-ZA" sz="2000" dirty="0"/>
              <a:t>This connects directly to social contract theory and the question of what gives law its moral authority.</a:t>
            </a:r>
            <a:endParaRPr sz="2000" dirty="0">
              <a:solidFill>
                <a:schemeClr val="bg1"/>
              </a:solidFill>
            </a:endParaRPr>
          </a:p>
        </p:txBody>
      </p:sp>
    </p:spTree>
    <p:extLst>
      <p:ext uri="{BB962C8B-B14F-4D97-AF65-F5344CB8AC3E}">
        <p14:creationId xmlns:p14="http://schemas.microsoft.com/office/powerpoint/2010/main" val="404502096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79977800-061F-406F-5F09-84756432E194}"/>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7B042B3D-EBCE-0E47-0F5F-3F46D9F44C4E}"/>
              </a:ext>
            </a:extLst>
          </p:cNvPr>
          <p:cNvSpPr txBox="1">
            <a:spLocks noGrp="1"/>
          </p:cNvSpPr>
          <p:nvPr>
            <p:ph type="title"/>
          </p:nvPr>
        </p:nvSpPr>
        <p:spPr>
          <a:xfrm>
            <a:off x="1130609" y="-9171"/>
            <a:ext cx="6582157"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Rivonia Trial</a:t>
            </a:r>
            <a:endParaRPr sz="6600" dirty="0">
              <a:solidFill>
                <a:schemeClr val="accent1"/>
              </a:solidFill>
            </a:endParaRPr>
          </a:p>
        </p:txBody>
      </p:sp>
      <p:sp>
        <p:nvSpPr>
          <p:cNvPr id="1101" name="Google Shape;1101;p60">
            <a:extLst>
              <a:ext uri="{FF2B5EF4-FFF2-40B4-BE49-F238E27FC236}">
                <a16:creationId xmlns:a16="http://schemas.microsoft.com/office/drawing/2014/main" id="{7013EFC5-78DB-52C6-DEC2-A644209C7036}"/>
              </a:ext>
            </a:extLst>
          </p:cNvPr>
          <p:cNvSpPr txBox="1">
            <a:spLocks noGrp="1"/>
          </p:cNvSpPr>
          <p:nvPr>
            <p:ph type="subTitle" idx="1"/>
          </p:nvPr>
        </p:nvSpPr>
        <p:spPr>
          <a:xfrm>
            <a:off x="600825" y="893142"/>
            <a:ext cx="8388192" cy="3988823"/>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ZA" sz="2000" dirty="0"/>
              <a:t>In short, the Rivonia Trial is a foundational case study in the difference between law and justice, the role of courts in authoritarian systems, why entrenched constitutional rights matter, and how the legacy of historical abuse shapes constitutional design.</a:t>
            </a:r>
          </a:p>
          <a:p>
            <a:pPr marL="285750" lvl="0" indent="-285750" algn="l">
              <a:lnSpc>
                <a:spcPct val="150000"/>
              </a:lnSpc>
              <a:buFont typeface="Arial" panose="020B0604020202020204" pitchFamily="34" charset="0"/>
              <a:buChar char="•"/>
            </a:pPr>
            <a:r>
              <a:rPr lang="en-ZA" sz="2000" dirty="0"/>
              <a:t>It was a political win for the fight against apartheid, but with many of the leaders now in jail, the resistance saw setbacks and stagnation for several years following, in which time the oppression of the government continued and escalated . </a:t>
            </a:r>
            <a:endParaRPr sz="2000" dirty="0">
              <a:solidFill>
                <a:schemeClr val="bg1"/>
              </a:solidFill>
            </a:endParaRPr>
          </a:p>
        </p:txBody>
      </p:sp>
    </p:spTree>
    <p:extLst>
      <p:ext uri="{BB962C8B-B14F-4D97-AF65-F5344CB8AC3E}">
        <p14:creationId xmlns:p14="http://schemas.microsoft.com/office/powerpoint/2010/main" val="138371865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61AD8357-BBE7-E55F-ADAE-B03936020A93}"/>
            </a:ext>
          </a:extLst>
        </p:cNvPr>
        <p:cNvGrpSpPr/>
        <p:nvPr/>
      </p:nvGrpSpPr>
      <p:grpSpPr>
        <a:xfrm>
          <a:off x="0" y="0"/>
          <a:ext cx="0" cy="0"/>
          <a:chOff x="0" y="0"/>
          <a:chExt cx="0" cy="0"/>
        </a:xfrm>
      </p:grpSpPr>
      <p:sp>
        <p:nvSpPr>
          <p:cNvPr id="477" name="Google Shape;477;p47">
            <a:extLst>
              <a:ext uri="{FF2B5EF4-FFF2-40B4-BE49-F238E27FC236}">
                <a16:creationId xmlns:a16="http://schemas.microsoft.com/office/drawing/2014/main" id="{119746D2-B4EA-3F3E-D2A6-AC429F0D42A1}"/>
              </a:ext>
            </a:extLst>
          </p:cNvPr>
          <p:cNvSpPr txBox="1">
            <a:spLocks noGrp="1"/>
          </p:cNvSpPr>
          <p:nvPr>
            <p:ph type="title"/>
          </p:nvPr>
        </p:nvSpPr>
        <p:spPr>
          <a:xfrm>
            <a:off x="1133247" y="1739449"/>
            <a:ext cx="9266116" cy="100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7200" dirty="0">
                <a:solidFill>
                  <a:schemeClr val="accent2"/>
                </a:solidFill>
              </a:rPr>
              <a:t>1983 Constitution</a:t>
            </a:r>
            <a:endParaRPr sz="7200" dirty="0">
              <a:solidFill>
                <a:schemeClr val="accent2"/>
              </a:solidFill>
            </a:endParaRPr>
          </a:p>
        </p:txBody>
      </p:sp>
    </p:spTree>
    <p:extLst>
      <p:ext uri="{BB962C8B-B14F-4D97-AF65-F5344CB8AC3E}">
        <p14:creationId xmlns:p14="http://schemas.microsoft.com/office/powerpoint/2010/main" val="87004098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208FF8B4-E029-BA69-6332-6251A6C82305}"/>
            </a:ext>
          </a:extLst>
        </p:cNvPr>
        <p:cNvGrpSpPr/>
        <p:nvPr/>
      </p:nvGrpSpPr>
      <p:grpSpPr>
        <a:xfrm>
          <a:off x="0" y="0"/>
          <a:ext cx="0" cy="0"/>
          <a:chOff x="0" y="0"/>
          <a:chExt cx="0" cy="0"/>
        </a:xfrm>
      </p:grpSpPr>
      <p:sp>
        <p:nvSpPr>
          <p:cNvPr id="477" name="Google Shape;477;p47">
            <a:extLst>
              <a:ext uri="{FF2B5EF4-FFF2-40B4-BE49-F238E27FC236}">
                <a16:creationId xmlns:a16="http://schemas.microsoft.com/office/drawing/2014/main" id="{2753E05A-DD67-14D8-9816-CE05E263CF39}"/>
              </a:ext>
            </a:extLst>
          </p:cNvPr>
          <p:cNvSpPr txBox="1">
            <a:spLocks noGrp="1"/>
          </p:cNvSpPr>
          <p:nvPr>
            <p:ph type="title"/>
          </p:nvPr>
        </p:nvSpPr>
        <p:spPr>
          <a:xfrm>
            <a:off x="187850" y="189618"/>
            <a:ext cx="9266116" cy="100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4000" dirty="0">
                <a:solidFill>
                  <a:schemeClr val="accent2"/>
                </a:solidFill>
              </a:rPr>
              <a:t>1983 Constitution </a:t>
            </a:r>
            <a:endParaRPr sz="4000" dirty="0">
              <a:solidFill>
                <a:schemeClr val="accent2"/>
              </a:solidFill>
            </a:endParaRPr>
          </a:p>
        </p:txBody>
      </p:sp>
      <p:sp>
        <p:nvSpPr>
          <p:cNvPr id="478" name="Google Shape;478;p47">
            <a:extLst>
              <a:ext uri="{FF2B5EF4-FFF2-40B4-BE49-F238E27FC236}">
                <a16:creationId xmlns:a16="http://schemas.microsoft.com/office/drawing/2014/main" id="{A67661AB-F064-85C1-F87C-BD3057695FE2}"/>
              </a:ext>
            </a:extLst>
          </p:cNvPr>
          <p:cNvSpPr txBox="1">
            <a:spLocks noGrp="1"/>
          </p:cNvSpPr>
          <p:nvPr>
            <p:ph type="subTitle" idx="1"/>
          </p:nvPr>
        </p:nvSpPr>
        <p:spPr>
          <a:xfrm>
            <a:off x="187850" y="752491"/>
            <a:ext cx="8058698" cy="4201391"/>
          </a:xfrm>
          <a:prstGeom prst="rect">
            <a:avLst/>
          </a:prstGeom>
        </p:spPr>
        <p:txBody>
          <a:bodyPr spcFirstLastPara="1" wrap="square" lIns="91425" tIns="91425" rIns="91425" bIns="91425" anchor="t" anchorCtr="0">
            <a:noAutofit/>
          </a:bodyPr>
          <a:lstStyle/>
          <a:p>
            <a:pPr marL="285750" indent="-285750">
              <a:lnSpc>
                <a:spcPct val="150000"/>
              </a:lnSpc>
            </a:pPr>
            <a:r>
              <a:rPr lang="en-US" sz="2000" dirty="0"/>
              <a:t>Republic of South Africa Constitution Act No 110 of 1983 </a:t>
            </a:r>
          </a:p>
          <a:p>
            <a:pPr marL="285750" indent="-285750">
              <a:lnSpc>
                <a:spcPct val="150000"/>
              </a:lnSpc>
            </a:pPr>
            <a:r>
              <a:rPr lang="en-US" sz="2000" dirty="0"/>
              <a:t>Key legislative reform under Apartheid Regime – to entrench apartheid  rule and response to internal protest and international pressure  </a:t>
            </a:r>
          </a:p>
          <a:p>
            <a:pPr marL="285750" indent="-285750">
              <a:lnSpc>
                <a:spcPct val="150000"/>
              </a:lnSpc>
            </a:pPr>
            <a:r>
              <a:rPr lang="en-US" sz="2000" dirty="0"/>
              <a:t>Aimed to incorporate </a:t>
            </a:r>
            <a:r>
              <a:rPr lang="en-US" sz="2000" dirty="0" err="1"/>
              <a:t>Coloured</a:t>
            </a:r>
            <a:r>
              <a:rPr lang="en-US" sz="2000" dirty="0"/>
              <a:t> and Indian groups, to create a broader base of support for the white minority and fracture the non-racial dissent</a:t>
            </a:r>
          </a:p>
          <a:p>
            <a:pPr marL="285750" indent="-285750">
              <a:lnSpc>
                <a:spcPct val="150000"/>
              </a:lnSpc>
            </a:pPr>
            <a:r>
              <a:rPr lang="en-US" sz="2000" dirty="0"/>
              <a:t>Direct response to ever increasing urban protest and unrest, needed to ensure white control was maintained </a:t>
            </a:r>
          </a:p>
          <a:p>
            <a:pPr marL="285750" indent="-285750">
              <a:lnSpc>
                <a:spcPct val="150000"/>
              </a:lnSpc>
            </a:pPr>
            <a:r>
              <a:rPr lang="en-US" sz="2000" dirty="0"/>
              <a:t>Referendum November 2, 1983, with a 66.3% (whites only) yes vote for change </a:t>
            </a:r>
          </a:p>
          <a:p>
            <a:pPr marL="0" lvl="0" indent="0" algn="l" rtl="0">
              <a:lnSpc>
                <a:spcPct val="150000"/>
              </a:lnSpc>
              <a:spcBef>
                <a:spcPts val="0"/>
              </a:spcBef>
              <a:spcAft>
                <a:spcPts val="0"/>
              </a:spcAft>
              <a:buNone/>
            </a:pPr>
            <a:endParaRPr dirty="0"/>
          </a:p>
        </p:txBody>
      </p:sp>
    </p:spTree>
    <p:extLst>
      <p:ext uri="{BB962C8B-B14F-4D97-AF65-F5344CB8AC3E}">
        <p14:creationId xmlns:p14="http://schemas.microsoft.com/office/powerpoint/2010/main" val="153491607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55B73B9A-5B99-4151-C3DC-E5352B2FEB3D}"/>
            </a:ext>
          </a:extLst>
        </p:cNvPr>
        <p:cNvGrpSpPr/>
        <p:nvPr/>
      </p:nvGrpSpPr>
      <p:grpSpPr>
        <a:xfrm>
          <a:off x="0" y="0"/>
          <a:ext cx="0" cy="0"/>
          <a:chOff x="0" y="0"/>
          <a:chExt cx="0" cy="0"/>
        </a:xfrm>
      </p:grpSpPr>
      <p:sp>
        <p:nvSpPr>
          <p:cNvPr id="477" name="Google Shape;477;p47">
            <a:extLst>
              <a:ext uri="{FF2B5EF4-FFF2-40B4-BE49-F238E27FC236}">
                <a16:creationId xmlns:a16="http://schemas.microsoft.com/office/drawing/2014/main" id="{A0E0A49A-629F-E748-FFA2-C4A25079C18F}"/>
              </a:ext>
            </a:extLst>
          </p:cNvPr>
          <p:cNvSpPr txBox="1">
            <a:spLocks noGrp="1"/>
          </p:cNvSpPr>
          <p:nvPr>
            <p:ph type="title"/>
          </p:nvPr>
        </p:nvSpPr>
        <p:spPr>
          <a:xfrm>
            <a:off x="187850" y="189618"/>
            <a:ext cx="9266116" cy="100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4000" dirty="0">
                <a:solidFill>
                  <a:schemeClr val="accent2"/>
                </a:solidFill>
              </a:rPr>
              <a:t>1983 Constitution </a:t>
            </a:r>
            <a:endParaRPr sz="4000" dirty="0">
              <a:solidFill>
                <a:schemeClr val="accent2"/>
              </a:solidFill>
            </a:endParaRPr>
          </a:p>
        </p:txBody>
      </p:sp>
      <p:sp>
        <p:nvSpPr>
          <p:cNvPr id="478" name="Google Shape;478;p47">
            <a:extLst>
              <a:ext uri="{FF2B5EF4-FFF2-40B4-BE49-F238E27FC236}">
                <a16:creationId xmlns:a16="http://schemas.microsoft.com/office/drawing/2014/main" id="{DDC72B36-E0EF-DC44-0D68-4D85E8B84DE2}"/>
              </a:ext>
            </a:extLst>
          </p:cNvPr>
          <p:cNvSpPr txBox="1">
            <a:spLocks noGrp="1"/>
          </p:cNvSpPr>
          <p:nvPr>
            <p:ph type="subTitle" idx="1"/>
          </p:nvPr>
        </p:nvSpPr>
        <p:spPr>
          <a:xfrm>
            <a:off x="187850" y="752491"/>
            <a:ext cx="8058698" cy="4201391"/>
          </a:xfrm>
          <a:prstGeom prst="rect">
            <a:avLst/>
          </a:prstGeom>
        </p:spPr>
        <p:txBody>
          <a:bodyPr spcFirstLastPara="1" wrap="square" lIns="91425" tIns="91425" rIns="91425" bIns="91425" anchor="t" anchorCtr="0">
            <a:noAutofit/>
          </a:bodyPr>
          <a:lstStyle/>
          <a:p>
            <a:pPr marL="285750" indent="-285750">
              <a:lnSpc>
                <a:spcPct val="150000"/>
              </a:lnSpc>
            </a:pPr>
            <a:r>
              <a:rPr lang="en-US" sz="2000" dirty="0"/>
              <a:t>Created the </a:t>
            </a:r>
            <a:r>
              <a:rPr lang="en-US" sz="2000" b="1" dirty="0">
                <a:solidFill>
                  <a:schemeClr val="accent2"/>
                </a:solidFill>
              </a:rPr>
              <a:t>Tricameral Parliament</a:t>
            </a:r>
            <a:r>
              <a:rPr lang="en-US" sz="2000" dirty="0"/>
              <a:t>: Parliament was restructured into three separate houses </a:t>
            </a:r>
          </a:p>
          <a:p>
            <a:pPr marL="742950" lvl="1" indent="-285750" algn="l">
              <a:lnSpc>
                <a:spcPct val="150000"/>
              </a:lnSpc>
            </a:pPr>
            <a:r>
              <a:rPr lang="en-ZA" sz="2000" dirty="0"/>
              <a:t>House of Assembly: For the white population group </a:t>
            </a:r>
          </a:p>
          <a:p>
            <a:pPr marL="742950" lvl="1" indent="-285750" algn="l">
              <a:lnSpc>
                <a:spcPct val="150000"/>
              </a:lnSpc>
            </a:pPr>
            <a:r>
              <a:rPr lang="en-ZA" sz="2000" dirty="0"/>
              <a:t>House of Representatives: For the Coloured population group </a:t>
            </a:r>
          </a:p>
          <a:p>
            <a:pPr marL="742950" lvl="1" indent="-285750" algn="l">
              <a:lnSpc>
                <a:spcPct val="150000"/>
              </a:lnSpc>
            </a:pPr>
            <a:r>
              <a:rPr lang="en-ZA" sz="2000" dirty="0"/>
              <a:t>House of Delegates: For the Indian population group</a:t>
            </a:r>
          </a:p>
          <a:p>
            <a:pPr marL="285750" indent="-285750">
              <a:lnSpc>
                <a:spcPct val="150000"/>
              </a:lnSpc>
            </a:pPr>
            <a:r>
              <a:rPr lang="en-ZA" sz="2000" dirty="0"/>
              <a:t>Total exclusion of Majority of Black African population – complete exclusion from any representation in the central government </a:t>
            </a:r>
          </a:p>
          <a:p>
            <a:pPr marL="285750" indent="-285750">
              <a:lnSpc>
                <a:spcPct val="150000"/>
              </a:lnSpc>
            </a:pPr>
            <a:r>
              <a:rPr lang="en-ZA" sz="2000" dirty="0"/>
              <a:t>Created a hierarchy among the non-white race groups (similar to the caste system in India?) </a:t>
            </a:r>
          </a:p>
        </p:txBody>
      </p:sp>
    </p:spTree>
    <p:extLst>
      <p:ext uri="{BB962C8B-B14F-4D97-AF65-F5344CB8AC3E}">
        <p14:creationId xmlns:p14="http://schemas.microsoft.com/office/powerpoint/2010/main" val="117724242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457C9AFF-2ABC-10C7-252A-54A52F2F1F10}"/>
            </a:ext>
          </a:extLst>
        </p:cNvPr>
        <p:cNvGrpSpPr/>
        <p:nvPr/>
      </p:nvGrpSpPr>
      <p:grpSpPr>
        <a:xfrm>
          <a:off x="0" y="0"/>
          <a:ext cx="0" cy="0"/>
          <a:chOff x="0" y="0"/>
          <a:chExt cx="0" cy="0"/>
        </a:xfrm>
      </p:grpSpPr>
      <p:sp>
        <p:nvSpPr>
          <p:cNvPr id="477" name="Google Shape;477;p47">
            <a:extLst>
              <a:ext uri="{FF2B5EF4-FFF2-40B4-BE49-F238E27FC236}">
                <a16:creationId xmlns:a16="http://schemas.microsoft.com/office/drawing/2014/main" id="{376AF2BD-332D-B88D-726A-48EA2ABB0CE7}"/>
              </a:ext>
            </a:extLst>
          </p:cNvPr>
          <p:cNvSpPr txBox="1">
            <a:spLocks noGrp="1"/>
          </p:cNvSpPr>
          <p:nvPr>
            <p:ph type="title"/>
          </p:nvPr>
        </p:nvSpPr>
        <p:spPr>
          <a:xfrm>
            <a:off x="187850" y="189618"/>
            <a:ext cx="9266116" cy="100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4000" dirty="0">
                <a:solidFill>
                  <a:schemeClr val="accent2"/>
                </a:solidFill>
              </a:rPr>
              <a:t>1983 Constitution </a:t>
            </a:r>
            <a:endParaRPr sz="4000" dirty="0">
              <a:solidFill>
                <a:schemeClr val="accent2"/>
              </a:solidFill>
            </a:endParaRPr>
          </a:p>
        </p:txBody>
      </p:sp>
      <p:sp>
        <p:nvSpPr>
          <p:cNvPr id="478" name="Google Shape;478;p47">
            <a:extLst>
              <a:ext uri="{FF2B5EF4-FFF2-40B4-BE49-F238E27FC236}">
                <a16:creationId xmlns:a16="http://schemas.microsoft.com/office/drawing/2014/main" id="{66C6EECC-D29E-69E3-991C-34730268A5DA}"/>
              </a:ext>
            </a:extLst>
          </p:cNvPr>
          <p:cNvSpPr txBox="1">
            <a:spLocks noGrp="1"/>
          </p:cNvSpPr>
          <p:nvPr>
            <p:ph type="subTitle" idx="1"/>
          </p:nvPr>
        </p:nvSpPr>
        <p:spPr>
          <a:xfrm>
            <a:off x="310387" y="942108"/>
            <a:ext cx="8058698" cy="4201391"/>
          </a:xfrm>
          <a:prstGeom prst="rect">
            <a:avLst/>
          </a:prstGeom>
        </p:spPr>
        <p:txBody>
          <a:bodyPr spcFirstLastPara="1" wrap="square" lIns="91425" tIns="91425" rIns="91425" bIns="91425" anchor="t" anchorCtr="0">
            <a:noAutofit/>
          </a:bodyPr>
          <a:lstStyle/>
          <a:p>
            <a:pPr marL="285750" indent="-285750">
              <a:lnSpc>
                <a:spcPct val="150000"/>
              </a:lnSpc>
            </a:pPr>
            <a:r>
              <a:rPr lang="en-US" sz="2000" dirty="0"/>
              <a:t>Competencies were </a:t>
            </a:r>
            <a:r>
              <a:rPr lang="en-US" sz="2000" dirty="0" err="1"/>
              <a:t>categorised</a:t>
            </a:r>
            <a:r>
              <a:rPr lang="en-US" sz="2000" dirty="0"/>
              <a:t> as “own” or “general” affairs </a:t>
            </a:r>
          </a:p>
          <a:p>
            <a:pPr marL="742950" lvl="1" indent="-285750" algn="l">
              <a:lnSpc>
                <a:spcPct val="150000"/>
              </a:lnSpc>
            </a:pPr>
            <a:r>
              <a:rPr lang="en-US" sz="2000" dirty="0"/>
              <a:t>Own Affairs – handled by each separate house </a:t>
            </a:r>
          </a:p>
          <a:p>
            <a:pPr marL="742950" lvl="1" indent="-285750" algn="l">
              <a:lnSpc>
                <a:spcPct val="150000"/>
              </a:lnSpc>
            </a:pPr>
            <a:r>
              <a:rPr lang="en-US" sz="2000" dirty="0"/>
              <a:t>General affairs – handled by full parliament </a:t>
            </a:r>
          </a:p>
          <a:p>
            <a:pPr marL="285750" indent="-285750">
              <a:lnSpc>
                <a:spcPct val="150000"/>
              </a:lnSpc>
            </a:pPr>
            <a:r>
              <a:rPr lang="en-US" sz="2000" dirty="0"/>
              <a:t>The Office of the Prime Minister was abolished</a:t>
            </a:r>
          </a:p>
          <a:p>
            <a:pPr marL="742950" lvl="1" indent="-285750" algn="l">
              <a:lnSpc>
                <a:spcPct val="150000"/>
              </a:lnSpc>
            </a:pPr>
            <a:r>
              <a:rPr lang="en-US" sz="2000" dirty="0"/>
              <a:t>Symbolic State President replaced with executive State president, created consolidating power into an office not directly elected by the public but by the electoral college dominated by white ruling party </a:t>
            </a:r>
          </a:p>
          <a:p>
            <a:pPr marL="285750" indent="-285750">
              <a:lnSpc>
                <a:spcPct val="150000"/>
              </a:lnSpc>
            </a:pPr>
            <a:r>
              <a:rPr lang="en-US" sz="2000" dirty="0"/>
              <a:t>Executive authority rested with the cabinet </a:t>
            </a:r>
          </a:p>
          <a:p>
            <a:pPr marL="0" lvl="0" indent="0" algn="l" rtl="0">
              <a:lnSpc>
                <a:spcPct val="150000"/>
              </a:lnSpc>
              <a:spcBef>
                <a:spcPts val="0"/>
              </a:spcBef>
              <a:spcAft>
                <a:spcPts val="0"/>
              </a:spcAft>
              <a:buNone/>
            </a:pPr>
            <a:endParaRPr dirty="0"/>
          </a:p>
        </p:txBody>
      </p:sp>
    </p:spTree>
    <p:extLst>
      <p:ext uri="{BB962C8B-B14F-4D97-AF65-F5344CB8AC3E}">
        <p14:creationId xmlns:p14="http://schemas.microsoft.com/office/powerpoint/2010/main" val="166592677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7DAFF157-01E3-9C4B-6917-BA0CA8B8B462}"/>
            </a:ext>
          </a:extLst>
        </p:cNvPr>
        <p:cNvGrpSpPr/>
        <p:nvPr/>
      </p:nvGrpSpPr>
      <p:grpSpPr>
        <a:xfrm>
          <a:off x="0" y="0"/>
          <a:ext cx="0" cy="0"/>
          <a:chOff x="0" y="0"/>
          <a:chExt cx="0" cy="0"/>
        </a:xfrm>
      </p:grpSpPr>
      <p:sp>
        <p:nvSpPr>
          <p:cNvPr id="477" name="Google Shape;477;p47">
            <a:extLst>
              <a:ext uri="{FF2B5EF4-FFF2-40B4-BE49-F238E27FC236}">
                <a16:creationId xmlns:a16="http://schemas.microsoft.com/office/drawing/2014/main" id="{241AF023-14FF-8FAF-77A5-542193AC447C}"/>
              </a:ext>
            </a:extLst>
          </p:cNvPr>
          <p:cNvSpPr txBox="1">
            <a:spLocks noGrp="1"/>
          </p:cNvSpPr>
          <p:nvPr>
            <p:ph type="title"/>
          </p:nvPr>
        </p:nvSpPr>
        <p:spPr>
          <a:xfrm>
            <a:off x="187850" y="0"/>
            <a:ext cx="9266116" cy="100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4000" dirty="0">
                <a:solidFill>
                  <a:schemeClr val="accent2"/>
                </a:solidFill>
              </a:rPr>
              <a:t>Next week ….</a:t>
            </a:r>
            <a:endParaRPr sz="4000" dirty="0">
              <a:solidFill>
                <a:schemeClr val="accent2"/>
              </a:solidFill>
            </a:endParaRPr>
          </a:p>
        </p:txBody>
      </p:sp>
      <p:sp>
        <p:nvSpPr>
          <p:cNvPr id="478" name="Google Shape;478;p47">
            <a:extLst>
              <a:ext uri="{FF2B5EF4-FFF2-40B4-BE49-F238E27FC236}">
                <a16:creationId xmlns:a16="http://schemas.microsoft.com/office/drawing/2014/main" id="{82EC7C85-F0F3-812E-4BFB-B742866A30D9}"/>
              </a:ext>
            </a:extLst>
          </p:cNvPr>
          <p:cNvSpPr txBox="1">
            <a:spLocks noGrp="1"/>
          </p:cNvSpPr>
          <p:nvPr>
            <p:ph type="subTitle" idx="1"/>
          </p:nvPr>
        </p:nvSpPr>
        <p:spPr>
          <a:xfrm>
            <a:off x="187850" y="471054"/>
            <a:ext cx="8058698" cy="4201391"/>
          </a:xfrm>
          <a:prstGeom prst="rect">
            <a:avLst/>
          </a:prstGeom>
        </p:spPr>
        <p:txBody>
          <a:bodyPr spcFirstLastPara="1" wrap="square" lIns="91425" tIns="91425" rIns="91425" bIns="91425" anchor="t" anchorCtr="0">
            <a:noAutofit/>
          </a:bodyPr>
          <a:lstStyle/>
          <a:p>
            <a:pPr marL="285750" indent="-285750">
              <a:lnSpc>
                <a:spcPct val="150000"/>
              </a:lnSpc>
            </a:pPr>
            <a:r>
              <a:rPr lang="en-US" sz="2800" dirty="0"/>
              <a:t>We will look closely at the 1980s ad 1990s !!</a:t>
            </a:r>
          </a:p>
          <a:p>
            <a:pPr marL="742950" lvl="1" indent="-285750" algn="l">
              <a:lnSpc>
                <a:spcPct val="150000"/>
              </a:lnSpc>
            </a:pPr>
            <a:r>
              <a:rPr lang="en-US" sz="2800" dirty="0"/>
              <a:t>1980s State of emergency </a:t>
            </a:r>
          </a:p>
          <a:p>
            <a:pPr marL="742950" lvl="1" indent="-285750" algn="l">
              <a:lnSpc>
                <a:spcPct val="150000"/>
              </a:lnSpc>
            </a:pPr>
            <a:r>
              <a:rPr lang="en-US" sz="2800" dirty="0"/>
              <a:t>1990s end of apartheid </a:t>
            </a:r>
          </a:p>
          <a:p>
            <a:pPr marL="742950" lvl="1" indent="-285750" algn="l">
              <a:lnSpc>
                <a:spcPct val="150000"/>
              </a:lnSpc>
            </a:pPr>
            <a:r>
              <a:rPr lang="en-US" sz="2800" dirty="0"/>
              <a:t>First democratic elections </a:t>
            </a:r>
          </a:p>
          <a:p>
            <a:pPr marL="742950" lvl="1" indent="-285750" algn="l">
              <a:lnSpc>
                <a:spcPct val="150000"/>
              </a:lnSpc>
            </a:pPr>
            <a:r>
              <a:rPr lang="en-US" sz="2800" dirty="0"/>
              <a:t>Interim Constitution </a:t>
            </a:r>
          </a:p>
          <a:p>
            <a:pPr marL="742950" lvl="1" indent="-285750" algn="l">
              <a:lnSpc>
                <a:spcPct val="150000"/>
              </a:lnSpc>
            </a:pPr>
            <a:r>
              <a:rPr lang="en-US" sz="2800" dirty="0"/>
              <a:t>Final Constitution </a:t>
            </a:r>
          </a:p>
          <a:p>
            <a:pPr marL="285750" indent="-285750">
              <a:lnSpc>
                <a:spcPct val="150000"/>
              </a:lnSpc>
            </a:pPr>
            <a:r>
              <a:rPr lang="en-US" sz="2800" dirty="0"/>
              <a:t>Do the pre-readings please!</a:t>
            </a:r>
            <a:endParaRPr sz="2800" dirty="0"/>
          </a:p>
        </p:txBody>
      </p:sp>
    </p:spTree>
    <p:extLst>
      <p:ext uri="{BB962C8B-B14F-4D97-AF65-F5344CB8AC3E}">
        <p14:creationId xmlns:p14="http://schemas.microsoft.com/office/powerpoint/2010/main" val="212239423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685">
          <a:extLst>
            <a:ext uri="{FF2B5EF4-FFF2-40B4-BE49-F238E27FC236}">
              <a16:creationId xmlns:a16="http://schemas.microsoft.com/office/drawing/2014/main" id="{A671FF0B-B7D3-0026-BA4D-C8DDC3F342C5}"/>
            </a:ext>
          </a:extLst>
        </p:cNvPr>
        <p:cNvGrpSpPr/>
        <p:nvPr/>
      </p:nvGrpSpPr>
      <p:grpSpPr>
        <a:xfrm>
          <a:off x="0" y="0"/>
          <a:ext cx="0" cy="0"/>
          <a:chOff x="0" y="0"/>
          <a:chExt cx="0" cy="0"/>
        </a:xfrm>
      </p:grpSpPr>
      <p:sp>
        <p:nvSpPr>
          <p:cNvPr id="686" name="Google Shape;686;p54">
            <a:extLst>
              <a:ext uri="{FF2B5EF4-FFF2-40B4-BE49-F238E27FC236}">
                <a16:creationId xmlns:a16="http://schemas.microsoft.com/office/drawing/2014/main" id="{B8EB7607-9165-8AA1-96B8-B26037C18C65}"/>
              </a:ext>
            </a:extLst>
          </p:cNvPr>
          <p:cNvSpPr txBox="1">
            <a:spLocks noGrp="1"/>
          </p:cNvSpPr>
          <p:nvPr>
            <p:ph type="title"/>
          </p:nvPr>
        </p:nvSpPr>
        <p:spPr>
          <a:xfrm>
            <a:off x="208500" y="221733"/>
            <a:ext cx="7716000" cy="727456"/>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1"/>
                </a:solidFill>
              </a:rPr>
              <a:t>Early Responses </a:t>
            </a:r>
            <a:endParaRPr dirty="0">
              <a:solidFill>
                <a:schemeClr val="accent1"/>
              </a:solidFill>
            </a:endParaRPr>
          </a:p>
        </p:txBody>
      </p:sp>
      <p:sp>
        <p:nvSpPr>
          <p:cNvPr id="687" name="Google Shape;687;p54">
            <a:extLst>
              <a:ext uri="{FF2B5EF4-FFF2-40B4-BE49-F238E27FC236}">
                <a16:creationId xmlns:a16="http://schemas.microsoft.com/office/drawing/2014/main" id="{BEC81B46-5BD0-CABC-73C1-C88B7EECC2E3}"/>
              </a:ext>
            </a:extLst>
          </p:cNvPr>
          <p:cNvSpPr/>
          <p:nvPr/>
        </p:nvSpPr>
        <p:spPr>
          <a:xfrm>
            <a:off x="1219500" y="1417230"/>
            <a:ext cx="822900" cy="822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88" name="Google Shape;688;p54">
            <a:extLst>
              <a:ext uri="{FF2B5EF4-FFF2-40B4-BE49-F238E27FC236}">
                <a16:creationId xmlns:a16="http://schemas.microsoft.com/office/drawing/2014/main" id="{B9651EC2-A7C2-B5D9-C9F4-0DDFC0ACE072}"/>
              </a:ext>
            </a:extLst>
          </p:cNvPr>
          <p:cNvSpPr/>
          <p:nvPr/>
        </p:nvSpPr>
        <p:spPr>
          <a:xfrm>
            <a:off x="3180200" y="716150"/>
            <a:ext cx="822900" cy="82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89" name="Google Shape;689;p54">
            <a:extLst>
              <a:ext uri="{FF2B5EF4-FFF2-40B4-BE49-F238E27FC236}">
                <a16:creationId xmlns:a16="http://schemas.microsoft.com/office/drawing/2014/main" id="{837E50F7-33B0-A231-2CEC-52331B788CB8}"/>
              </a:ext>
            </a:extLst>
          </p:cNvPr>
          <p:cNvSpPr/>
          <p:nvPr/>
        </p:nvSpPr>
        <p:spPr>
          <a:xfrm>
            <a:off x="5140900" y="1417230"/>
            <a:ext cx="822900" cy="822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90" name="Google Shape;690;p54">
            <a:extLst>
              <a:ext uri="{FF2B5EF4-FFF2-40B4-BE49-F238E27FC236}">
                <a16:creationId xmlns:a16="http://schemas.microsoft.com/office/drawing/2014/main" id="{937F936E-D754-24A9-9966-6D8E6750268A}"/>
              </a:ext>
            </a:extLst>
          </p:cNvPr>
          <p:cNvSpPr/>
          <p:nvPr/>
        </p:nvSpPr>
        <p:spPr>
          <a:xfrm>
            <a:off x="7101600" y="1722030"/>
            <a:ext cx="822900" cy="822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91" name="Google Shape;691;p54">
            <a:extLst>
              <a:ext uri="{FF2B5EF4-FFF2-40B4-BE49-F238E27FC236}">
                <a16:creationId xmlns:a16="http://schemas.microsoft.com/office/drawing/2014/main" id="{6D05C0F7-F26B-00F5-4583-A3A432C6C0F4}"/>
              </a:ext>
            </a:extLst>
          </p:cNvPr>
          <p:cNvSpPr txBox="1"/>
          <p:nvPr/>
        </p:nvSpPr>
        <p:spPr>
          <a:xfrm>
            <a:off x="711150" y="2436019"/>
            <a:ext cx="1839600" cy="247983"/>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dirty="0">
                <a:solidFill>
                  <a:schemeClr val="lt1"/>
                </a:solidFill>
                <a:latin typeface="Josefin Sans"/>
                <a:ea typeface="Josefin Sans"/>
                <a:cs typeface="Josefin Sans"/>
                <a:sym typeface="Josefin Sans"/>
              </a:rPr>
              <a:t>1952</a:t>
            </a:r>
            <a:endParaRPr sz="2500" b="1" dirty="0">
              <a:solidFill>
                <a:schemeClr val="lt1"/>
              </a:solidFill>
              <a:latin typeface="Josefin Sans"/>
              <a:ea typeface="Josefin Sans"/>
              <a:cs typeface="Josefin Sans"/>
              <a:sym typeface="Josefin Sans"/>
            </a:endParaRPr>
          </a:p>
        </p:txBody>
      </p:sp>
      <p:sp>
        <p:nvSpPr>
          <p:cNvPr id="692" name="Google Shape;692;p54">
            <a:extLst>
              <a:ext uri="{FF2B5EF4-FFF2-40B4-BE49-F238E27FC236}">
                <a16:creationId xmlns:a16="http://schemas.microsoft.com/office/drawing/2014/main" id="{5483915B-22F4-13E8-C9A0-E6C962473943}"/>
              </a:ext>
            </a:extLst>
          </p:cNvPr>
          <p:cNvSpPr txBox="1"/>
          <p:nvPr/>
        </p:nvSpPr>
        <p:spPr>
          <a:xfrm>
            <a:off x="743563" y="3291341"/>
            <a:ext cx="1839600" cy="959778"/>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dirty="0" err="1">
                <a:solidFill>
                  <a:schemeClr val="lt1"/>
                </a:solidFill>
                <a:latin typeface="Catamaran"/>
                <a:ea typeface="Catamaran"/>
                <a:cs typeface="Catamaran"/>
                <a:sym typeface="Catamaran"/>
              </a:rPr>
              <a:t>ANCemployed</a:t>
            </a:r>
            <a:r>
              <a:rPr lang="en" dirty="0">
                <a:solidFill>
                  <a:schemeClr val="lt1"/>
                </a:solidFill>
                <a:latin typeface="Catamaran"/>
                <a:ea typeface="Catamaran"/>
                <a:cs typeface="Catamaran"/>
                <a:sym typeface="Catamaran"/>
              </a:rPr>
              <a:t> passive res</a:t>
            </a:r>
            <a:r>
              <a:rPr lang="en-ZA" dirty="0">
                <a:solidFill>
                  <a:schemeClr val="lt1"/>
                </a:solidFill>
                <a:latin typeface="Catamaran"/>
                <a:ea typeface="Catamaran"/>
                <a:cs typeface="Catamaran"/>
                <a:sym typeface="Catamaran"/>
              </a:rPr>
              <a:t>is</a:t>
            </a:r>
            <a:r>
              <a:rPr lang="en" dirty="0" err="1">
                <a:solidFill>
                  <a:schemeClr val="lt1"/>
                </a:solidFill>
                <a:latin typeface="Catamaran"/>
                <a:ea typeface="Catamaran"/>
                <a:cs typeface="Catamaran"/>
                <a:sym typeface="Catamaran"/>
              </a:rPr>
              <a:t>tance</a:t>
            </a:r>
            <a:r>
              <a:rPr lang="en" dirty="0">
                <a:solidFill>
                  <a:schemeClr val="lt1"/>
                </a:solidFill>
                <a:latin typeface="Catamaran"/>
                <a:ea typeface="Catamaran"/>
                <a:cs typeface="Catamaran"/>
                <a:sym typeface="Catamaran"/>
              </a:rPr>
              <a:t> </a:t>
            </a:r>
            <a:r>
              <a:rPr lang="en" dirty="0" err="1">
                <a:solidFill>
                  <a:schemeClr val="lt1"/>
                </a:solidFill>
                <a:latin typeface="Catamaran"/>
                <a:ea typeface="Catamaran"/>
                <a:cs typeface="Catamaran"/>
                <a:sym typeface="Catamaran"/>
              </a:rPr>
              <a:t>tacitcs</a:t>
            </a:r>
            <a:r>
              <a:rPr lang="en" dirty="0">
                <a:solidFill>
                  <a:schemeClr val="lt1"/>
                </a:solidFill>
                <a:latin typeface="Catamaran"/>
                <a:ea typeface="Catamaran"/>
                <a:cs typeface="Catamaran"/>
                <a:sym typeface="Catamaran"/>
              </a:rPr>
              <a:t> to resist newly imposed legal restrictions </a:t>
            </a:r>
            <a:endParaRPr dirty="0">
              <a:solidFill>
                <a:schemeClr val="lt1"/>
              </a:solidFill>
              <a:latin typeface="Catamaran"/>
              <a:ea typeface="Catamaran"/>
              <a:cs typeface="Catamaran"/>
              <a:sym typeface="Catamaran"/>
            </a:endParaRPr>
          </a:p>
        </p:txBody>
      </p:sp>
      <p:sp>
        <p:nvSpPr>
          <p:cNvPr id="693" name="Google Shape;693;p54">
            <a:extLst>
              <a:ext uri="{FF2B5EF4-FFF2-40B4-BE49-F238E27FC236}">
                <a16:creationId xmlns:a16="http://schemas.microsoft.com/office/drawing/2014/main" id="{0A7A9C3B-62F2-A4A7-E26C-9F8B4A905367}"/>
              </a:ext>
            </a:extLst>
          </p:cNvPr>
          <p:cNvSpPr txBox="1"/>
          <p:nvPr/>
        </p:nvSpPr>
        <p:spPr>
          <a:xfrm>
            <a:off x="2667942" y="1824036"/>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dirty="0">
                <a:solidFill>
                  <a:schemeClr val="lt1"/>
                </a:solidFill>
                <a:latin typeface="Josefin Sans"/>
                <a:ea typeface="Josefin Sans"/>
                <a:cs typeface="Josefin Sans"/>
                <a:sym typeface="Josefin Sans"/>
              </a:rPr>
              <a:t>1955</a:t>
            </a:r>
            <a:endParaRPr sz="2500" b="1" dirty="0">
              <a:solidFill>
                <a:schemeClr val="lt1"/>
              </a:solidFill>
              <a:latin typeface="Josefin Sans"/>
              <a:ea typeface="Josefin Sans"/>
              <a:cs typeface="Josefin Sans"/>
              <a:sym typeface="Josefin Sans"/>
            </a:endParaRPr>
          </a:p>
        </p:txBody>
      </p:sp>
      <p:sp>
        <p:nvSpPr>
          <p:cNvPr id="694" name="Google Shape;694;p54">
            <a:extLst>
              <a:ext uri="{FF2B5EF4-FFF2-40B4-BE49-F238E27FC236}">
                <a16:creationId xmlns:a16="http://schemas.microsoft.com/office/drawing/2014/main" id="{8A817719-174C-4435-95B4-9710C93448B3}"/>
              </a:ext>
            </a:extLst>
          </p:cNvPr>
          <p:cNvSpPr txBox="1"/>
          <p:nvPr/>
        </p:nvSpPr>
        <p:spPr>
          <a:xfrm>
            <a:off x="2674888" y="3609693"/>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lt1"/>
                </a:solidFill>
                <a:latin typeface="Catamaran"/>
                <a:ea typeface="Catamaran"/>
                <a:cs typeface="Catamaran"/>
                <a:sym typeface="Catamaran"/>
              </a:rPr>
              <a:t>The Charter </a:t>
            </a:r>
            <a:r>
              <a:rPr lang="en" dirty="0" err="1">
                <a:solidFill>
                  <a:schemeClr val="lt1"/>
                </a:solidFill>
                <a:latin typeface="Catamaran"/>
                <a:ea typeface="Catamaran"/>
                <a:cs typeface="Catamaran"/>
                <a:sym typeface="Catamaran"/>
              </a:rPr>
              <a:t>conhtained</a:t>
            </a:r>
            <a:r>
              <a:rPr lang="en" dirty="0">
                <a:solidFill>
                  <a:schemeClr val="lt1"/>
                </a:solidFill>
                <a:latin typeface="Catamaran"/>
                <a:ea typeface="Catamaran"/>
                <a:cs typeface="Catamaran"/>
                <a:sym typeface="Catamaran"/>
              </a:rPr>
              <a:t> cl</a:t>
            </a:r>
            <a:r>
              <a:rPr lang="en-ZA" dirty="0">
                <a:solidFill>
                  <a:schemeClr val="lt1"/>
                </a:solidFill>
                <a:latin typeface="Catamaran"/>
                <a:ea typeface="Catamaran"/>
                <a:cs typeface="Catamaran"/>
                <a:sym typeface="Catamaran"/>
              </a:rPr>
              <a:t>ai</a:t>
            </a:r>
            <a:r>
              <a:rPr lang="en" dirty="0" err="1">
                <a:solidFill>
                  <a:schemeClr val="lt1"/>
                </a:solidFill>
                <a:latin typeface="Catamaran"/>
                <a:ea typeface="Catamaran"/>
                <a:cs typeface="Catamaran"/>
                <a:sym typeface="Catamaran"/>
              </a:rPr>
              <a:t>ms</a:t>
            </a:r>
            <a:r>
              <a:rPr lang="en" dirty="0">
                <a:solidFill>
                  <a:schemeClr val="lt1"/>
                </a:solidFill>
                <a:latin typeface="Catamaran"/>
                <a:ea typeface="Catamaran"/>
                <a:cs typeface="Catamaran"/>
                <a:sym typeface="Catamaran"/>
              </a:rPr>
              <a:t> and expressed the </a:t>
            </a:r>
            <a:r>
              <a:rPr lang="en" dirty="0" err="1">
                <a:solidFill>
                  <a:schemeClr val="lt1"/>
                </a:solidFill>
                <a:latin typeface="Catamaran"/>
                <a:ea typeface="Catamaran"/>
                <a:cs typeface="Catamaran"/>
                <a:sym typeface="Catamaran"/>
              </a:rPr>
              <a:t>asspirations</a:t>
            </a:r>
            <a:r>
              <a:rPr lang="en" dirty="0">
                <a:solidFill>
                  <a:schemeClr val="lt1"/>
                </a:solidFill>
                <a:latin typeface="Catamaran"/>
                <a:ea typeface="Catamaran"/>
                <a:cs typeface="Catamaran"/>
                <a:sym typeface="Catamaran"/>
              </a:rPr>
              <a:t> of large sections of South African Citizenry who where oppressed by the </a:t>
            </a:r>
            <a:r>
              <a:rPr lang="en" dirty="0" err="1">
                <a:solidFill>
                  <a:schemeClr val="lt1"/>
                </a:solidFill>
                <a:latin typeface="Catamaran"/>
                <a:ea typeface="Catamaran"/>
                <a:cs typeface="Catamaran"/>
                <a:sym typeface="Catamaran"/>
              </a:rPr>
              <a:t>reigime</a:t>
            </a:r>
            <a:r>
              <a:rPr lang="en" dirty="0">
                <a:solidFill>
                  <a:schemeClr val="lt1"/>
                </a:solidFill>
                <a:latin typeface="Catamaran"/>
                <a:ea typeface="Catamaran"/>
                <a:cs typeface="Catamaran"/>
                <a:sym typeface="Catamaran"/>
              </a:rPr>
              <a:t> </a:t>
            </a:r>
            <a:endParaRPr dirty="0">
              <a:solidFill>
                <a:schemeClr val="lt1"/>
              </a:solidFill>
              <a:latin typeface="Catamaran"/>
              <a:ea typeface="Catamaran"/>
              <a:cs typeface="Catamaran"/>
              <a:sym typeface="Catamaran"/>
            </a:endParaRPr>
          </a:p>
        </p:txBody>
      </p:sp>
      <p:sp>
        <p:nvSpPr>
          <p:cNvPr id="695" name="Google Shape;695;p54">
            <a:extLst>
              <a:ext uri="{FF2B5EF4-FFF2-40B4-BE49-F238E27FC236}">
                <a16:creationId xmlns:a16="http://schemas.microsoft.com/office/drawing/2014/main" id="{C1539EF1-5F35-8FE5-C682-2071D078726C}"/>
              </a:ext>
            </a:extLst>
          </p:cNvPr>
          <p:cNvSpPr txBox="1"/>
          <p:nvPr/>
        </p:nvSpPr>
        <p:spPr>
          <a:xfrm>
            <a:off x="4632550" y="2436019"/>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2500" b="1" dirty="0">
                <a:solidFill>
                  <a:schemeClr val="lt1"/>
                </a:solidFill>
                <a:latin typeface="Josefin Sans"/>
                <a:ea typeface="Josefin Sans"/>
                <a:cs typeface="Josefin Sans"/>
                <a:sym typeface="Josefin Sans"/>
              </a:rPr>
              <a:t>1960</a:t>
            </a:r>
            <a:endParaRPr sz="2500" b="1" dirty="0">
              <a:solidFill>
                <a:schemeClr val="lt1"/>
              </a:solidFill>
              <a:latin typeface="Josefin Sans"/>
              <a:ea typeface="Josefin Sans"/>
              <a:cs typeface="Josefin Sans"/>
              <a:sym typeface="Josefin Sans"/>
            </a:endParaRPr>
          </a:p>
        </p:txBody>
      </p:sp>
      <p:sp>
        <p:nvSpPr>
          <p:cNvPr id="696" name="Google Shape;696;p54">
            <a:extLst>
              <a:ext uri="{FF2B5EF4-FFF2-40B4-BE49-F238E27FC236}">
                <a16:creationId xmlns:a16="http://schemas.microsoft.com/office/drawing/2014/main" id="{A27C1786-F405-917F-64AE-55D47B1A5871}"/>
              </a:ext>
            </a:extLst>
          </p:cNvPr>
          <p:cNvSpPr txBox="1"/>
          <p:nvPr/>
        </p:nvSpPr>
        <p:spPr>
          <a:xfrm>
            <a:off x="4572000" y="3604785"/>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dirty="0" err="1">
                <a:solidFill>
                  <a:schemeClr val="lt1"/>
                </a:solidFill>
                <a:latin typeface="Catamaran"/>
                <a:ea typeface="Catamaran"/>
                <a:cs typeface="Catamaran"/>
                <a:sym typeface="Catamaran"/>
              </a:rPr>
              <a:t>Massicure</a:t>
            </a:r>
            <a:r>
              <a:rPr lang="en-US" dirty="0">
                <a:solidFill>
                  <a:schemeClr val="lt1"/>
                </a:solidFill>
                <a:latin typeface="Catamaran"/>
                <a:ea typeface="Catamaran"/>
                <a:cs typeface="Catamaran"/>
                <a:sym typeface="Catamaran"/>
              </a:rPr>
              <a:t> where 68 where killed, </a:t>
            </a:r>
            <a:r>
              <a:rPr lang="en-US" dirty="0" err="1">
                <a:solidFill>
                  <a:schemeClr val="lt1"/>
                </a:solidFill>
                <a:latin typeface="Catamaran"/>
                <a:ea typeface="Catamaran"/>
                <a:cs typeface="Catamaran"/>
                <a:sym typeface="Catamaran"/>
              </a:rPr>
              <a:t>inlcudiny</a:t>
            </a:r>
            <a:r>
              <a:rPr lang="en-US" dirty="0">
                <a:solidFill>
                  <a:schemeClr val="lt1"/>
                </a:solidFill>
                <a:latin typeface="Catamaran"/>
                <a:ea typeface="Catamaran"/>
                <a:cs typeface="Catamaran"/>
                <a:sym typeface="Catamaran"/>
              </a:rPr>
              <a:t> 8 women and 10 children </a:t>
            </a:r>
          </a:p>
          <a:p>
            <a:pPr marL="0" lvl="0" indent="0" algn="ctr" rtl="0">
              <a:spcBef>
                <a:spcPts val="0"/>
              </a:spcBef>
              <a:spcAft>
                <a:spcPts val="0"/>
              </a:spcAft>
              <a:buNone/>
            </a:pPr>
            <a:r>
              <a:rPr lang="en-US" dirty="0">
                <a:solidFill>
                  <a:schemeClr val="lt1"/>
                </a:solidFill>
                <a:latin typeface="Catamaran"/>
                <a:ea typeface="Catamaran"/>
                <a:cs typeface="Catamaran"/>
                <a:sym typeface="Catamaran"/>
              </a:rPr>
              <a:t>180 others wounded </a:t>
            </a:r>
            <a:endParaRPr dirty="0">
              <a:solidFill>
                <a:schemeClr val="lt1"/>
              </a:solidFill>
              <a:latin typeface="Catamaran"/>
              <a:ea typeface="Catamaran"/>
              <a:cs typeface="Catamaran"/>
              <a:sym typeface="Catamaran"/>
            </a:endParaRPr>
          </a:p>
        </p:txBody>
      </p:sp>
      <p:sp>
        <p:nvSpPr>
          <p:cNvPr id="697" name="Google Shape;697;p54">
            <a:extLst>
              <a:ext uri="{FF2B5EF4-FFF2-40B4-BE49-F238E27FC236}">
                <a16:creationId xmlns:a16="http://schemas.microsoft.com/office/drawing/2014/main" id="{EA74C84B-CF21-EB4E-CC4D-C997C3FF6AC4}"/>
              </a:ext>
            </a:extLst>
          </p:cNvPr>
          <p:cNvSpPr txBox="1"/>
          <p:nvPr/>
        </p:nvSpPr>
        <p:spPr>
          <a:xfrm>
            <a:off x="6593250" y="2738556"/>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dirty="0">
                <a:solidFill>
                  <a:schemeClr val="lt1"/>
                </a:solidFill>
                <a:latin typeface="Josefin Sans"/>
                <a:ea typeface="Josefin Sans"/>
                <a:cs typeface="Josefin Sans"/>
                <a:sym typeface="Josefin Sans"/>
              </a:rPr>
              <a:t>1963</a:t>
            </a:r>
            <a:endParaRPr sz="2500" b="1" dirty="0">
              <a:solidFill>
                <a:schemeClr val="lt1"/>
              </a:solidFill>
              <a:latin typeface="Josefin Sans"/>
              <a:ea typeface="Josefin Sans"/>
              <a:cs typeface="Josefin Sans"/>
              <a:sym typeface="Josefin Sans"/>
            </a:endParaRPr>
          </a:p>
        </p:txBody>
      </p:sp>
      <p:sp>
        <p:nvSpPr>
          <p:cNvPr id="698" name="Google Shape;698;p54">
            <a:extLst>
              <a:ext uri="{FF2B5EF4-FFF2-40B4-BE49-F238E27FC236}">
                <a16:creationId xmlns:a16="http://schemas.microsoft.com/office/drawing/2014/main" id="{044F5B62-3449-8B36-7E5B-1E7706C99D30}"/>
              </a:ext>
            </a:extLst>
          </p:cNvPr>
          <p:cNvSpPr txBox="1"/>
          <p:nvPr/>
        </p:nvSpPr>
        <p:spPr>
          <a:xfrm>
            <a:off x="6593250" y="3495056"/>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Neptune is the fourth-largest planet in the Solar System</a:t>
            </a:r>
            <a:endParaRPr>
              <a:solidFill>
                <a:schemeClr val="lt1"/>
              </a:solidFill>
              <a:latin typeface="Catamaran"/>
              <a:ea typeface="Catamaran"/>
              <a:cs typeface="Catamaran"/>
              <a:sym typeface="Catamaran"/>
            </a:endParaRPr>
          </a:p>
        </p:txBody>
      </p:sp>
      <p:cxnSp>
        <p:nvCxnSpPr>
          <p:cNvPr id="699" name="Google Shape;699;p54">
            <a:extLst>
              <a:ext uri="{FF2B5EF4-FFF2-40B4-BE49-F238E27FC236}">
                <a16:creationId xmlns:a16="http://schemas.microsoft.com/office/drawing/2014/main" id="{57D462A2-9556-A140-ABCE-479139A16F7B}"/>
              </a:ext>
            </a:extLst>
          </p:cNvPr>
          <p:cNvCxnSpPr>
            <a:stCxn id="687" idx="6"/>
            <a:endCxn id="688" idx="2"/>
          </p:cNvCxnSpPr>
          <p:nvPr/>
        </p:nvCxnSpPr>
        <p:spPr>
          <a:xfrm flipV="1">
            <a:off x="2042400" y="1127600"/>
            <a:ext cx="1137800" cy="701080"/>
          </a:xfrm>
          <a:prstGeom prst="bentConnector3">
            <a:avLst>
              <a:gd name="adj1" fmla="val 50000"/>
            </a:avLst>
          </a:prstGeom>
          <a:noFill/>
          <a:ln w="19050" cap="flat" cmpd="sng">
            <a:solidFill>
              <a:schemeClr val="lt1"/>
            </a:solidFill>
            <a:prstDash val="solid"/>
            <a:round/>
            <a:headEnd type="none" w="med" len="med"/>
            <a:tailEnd type="none" w="med" len="med"/>
          </a:ln>
        </p:spPr>
      </p:cxnSp>
      <p:cxnSp>
        <p:nvCxnSpPr>
          <p:cNvPr id="700" name="Google Shape;700;p54">
            <a:extLst>
              <a:ext uri="{FF2B5EF4-FFF2-40B4-BE49-F238E27FC236}">
                <a16:creationId xmlns:a16="http://schemas.microsoft.com/office/drawing/2014/main" id="{A6523A59-9BC1-F37B-9525-C0EEECD7BDE1}"/>
              </a:ext>
            </a:extLst>
          </p:cNvPr>
          <p:cNvCxnSpPr>
            <a:stCxn id="688" idx="6"/>
            <a:endCxn id="689" idx="2"/>
          </p:cNvCxnSpPr>
          <p:nvPr/>
        </p:nvCxnSpPr>
        <p:spPr>
          <a:xfrm>
            <a:off x="4003100" y="1127600"/>
            <a:ext cx="1137800" cy="701080"/>
          </a:xfrm>
          <a:prstGeom prst="bentConnector3">
            <a:avLst>
              <a:gd name="adj1" fmla="val 50000"/>
            </a:avLst>
          </a:prstGeom>
          <a:noFill/>
          <a:ln w="19050" cap="flat" cmpd="sng">
            <a:solidFill>
              <a:schemeClr val="lt1"/>
            </a:solidFill>
            <a:prstDash val="solid"/>
            <a:round/>
            <a:headEnd type="none" w="med" len="med"/>
            <a:tailEnd type="none" w="med" len="med"/>
          </a:ln>
        </p:spPr>
      </p:cxnSp>
      <p:cxnSp>
        <p:nvCxnSpPr>
          <p:cNvPr id="701" name="Google Shape;701;p54">
            <a:extLst>
              <a:ext uri="{FF2B5EF4-FFF2-40B4-BE49-F238E27FC236}">
                <a16:creationId xmlns:a16="http://schemas.microsoft.com/office/drawing/2014/main" id="{EEE9211A-7196-1614-8555-0F4653DE029B}"/>
              </a:ext>
            </a:extLst>
          </p:cNvPr>
          <p:cNvCxnSpPr>
            <a:stCxn id="689" idx="6"/>
            <a:endCxn id="690" idx="2"/>
          </p:cNvCxnSpPr>
          <p:nvPr/>
        </p:nvCxnSpPr>
        <p:spPr>
          <a:xfrm>
            <a:off x="5963800" y="1828680"/>
            <a:ext cx="1137900" cy="304800"/>
          </a:xfrm>
          <a:prstGeom prst="bentConnector3">
            <a:avLst>
              <a:gd name="adj1" fmla="val 49996"/>
            </a:avLst>
          </a:prstGeom>
          <a:noFill/>
          <a:ln w="19050" cap="flat" cmpd="sng">
            <a:solidFill>
              <a:schemeClr val="lt1"/>
            </a:solidFill>
            <a:prstDash val="solid"/>
            <a:round/>
            <a:headEnd type="none" w="med" len="med"/>
            <a:tailEnd type="none" w="med" len="med"/>
          </a:ln>
        </p:spPr>
      </p:cxnSp>
      <p:cxnSp>
        <p:nvCxnSpPr>
          <p:cNvPr id="702" name="Google Shape;702;p54">
            <a:extLst>
              <a:ext uri="{FF2B5EF4-FFF2-40B4-BE49-F238E27FC236}">
                <a16:creationId xmlns:a16="http://schemas.microsoft.com/office/drawing/2014/main" id="{465CD20D-F804-4CEF-A092-1160968C380B}"/>
              </a:ext>
            </a:extLst>
          </p:cNvPr>
          <p:cNvCxnSpPr>
            <a:cxnSpLocks/>
            <a:stCxn id="687" idx="4"/>
            <a:endCxn id="691" idx="0"/>
          </p:cNvCxnSpPr>
          <p:nvPr/>
        </p:nvCxnSpPr>
        <p:spPr>
          <a:xfrm>
            <a:off x="1630950" y="2240130"/>
            <a:ext cx="0" cy="195889"/>
          </a:xfrm>
          <a:prstGeom prst="straightConnector1">
            <a:avLst/>
          </a:prstGeom>
          <a:noFill/>
          <a:ln w="19050" cap="flat" cmpd="sng">
            <a:solidFill>
              <a:schemeClr val="lt1"/>
            </a:solidFill>
            <a:prstDash val="solid"/>
            <a:round/>
            <a:headEnd type="none" w="med" len="med"/>
            <a:tailEnd type="none" w="med" len="med"/>
          </a:ln>
        </p:spPr>
      </p:cxnSp>
      <p:cxnSp>
        <p:nvCxnSpPr>
          <p:cNvPr id="703" name="Google Shape;703;p54">
            <a:extLst>
              <a:ext uri="{FF2B5EF4-FFF2-40B4-BE49-F238E27FC236}">
                <a16:creationId xmlns:a16="http://schemas.microsoft.com/office/drawing/2014/main" id="{5D7FC4B7-2BB5-98EC-32AA-58E3001F77FD}"/>
              </a:ext>
            </a:extLst>
          </p:cNvPr>
          <p:cNvCxnSpPr>
            <a:stCxn id="688" idx="4"/>
            <a:endCxn id="693" idx="0"/>
          </p:cNvCxnSpPr>
          <p:nvPr/>
        </p:nvCxnSpPr>
        <p:spPr>
          <a:xfrm flipH="1">
            <a:off x="3587742" y="1539050"/>
            <a:ext cx="3908" cy="284986"/>
          </a:xfrm>
          <a:prstGeom prst="straightConnector1">
            <a:avLst/>
          </a:prstGeom>
          <a:noFill/>
          <a:ln w="19050" cap="flat" cmpd="sng">
            <a:solidFill>
              <a:schemeClr val="lt1"/>
            </a:solidFill>
            <a:prstDash val="solid"/>
            <a:round/>
            <a:headEnd type="none" w="med" len="med"/>
            <a:tailEnd type="none" w="med" len="med"/>
          </a:ln>
        </p:spPr>
      </p:cxnSp>
      <p:cxnSp>
        <p:nvCxnSpPr>
          <p:cNvPr id="704" name="Google Shape;704;p54">
            <a:extLst>
              <a:ext uri="{FF2B5EF4-FFF2-40B4-BE49-F238E27FC236}">
                <a16:creationId xmlns:a16="http://schemas.microsoft.com/office/drawing/2014/main" id="{6AD014B4-C4F3-9A50-0F9F-C42C66CEAF95}"/>
              </a:ext>
            </a:extLst>
          </p:cNvPr>
          <p:cNvCxnSpPr>
            <a:stCxn id="689" idx="4"/>
            <a:endCxn id="695" idx="0"/>
          </p:cNvCxnSpPr>
          <p:nvPr/>
        </p:nvCxnSpPr>
        <p:spPr>
          <a:xfrm>
            <a:off x="5552350" y="2240130"/>
            <a:ext cx="0" cy="195900"/>
          </a:xfrm>
          <a:prstGeom prst="straightConnector1">
            <a:avLst/>
          </a:prstGeom>
          <a:noFill/>
          <a:ln w="19050" cap="flat" cmpd="sng">
            <a:solidFill>
              <a:schemeClr val="lt1"/>
            </a:solidFill>
            <a:prstDash val="solid"/>
            <a:round/>
            <a:headEnd type="none" w="med" len="med"/>
            <a:tailEnd type="none" w="med" len="med"/>
          </a:ln>
        </p:spPr>
      </p:cxnSp>
      <p:cxnSp>
        <p:nvCxnSpPr>
          <p:cNvPr id="705" name="Google Shape;705;p54">
            <a:extLst>
              <a:ext uri="{FF2B5EF4-FFF2-40B4-BE49-F238E27FC236}">
                <a16:creationId xmlns:a16="http://schemas.microsoft.com/office/drawing/2014/main" id="{EE7010D9-E647-1CD6-3C0E-BDDA4EC066CD}"/>
              </a:ext>
            </a:extLst>
          </p:cNvPr>
          <p:cNvCxnSpPr>
            <a:endCxn id="697" idx="0"/>
          </p:cNvCxnSpPr>
          <p:nvPr/>
        </p:nvCxnSpPr>
        <p:spPr>
          <a:xfrm>
            <a:off x="7513050" y="2545056"/>
            <a:ext cx="0" cy="193500"/>
          </a:xfrm>
          <a:prstGeom prst="straightConnector1">
            <a:avLst/>
          </a:prstGeom>
          <a:noFill/>
          <a:ln w="19050" cap="flat" cmpd="sng">
            <a:solidFill>
              <a:schemeClr val="lt1"/>
            </a:solidFill>
            <a:prstDash val="solid"/>
            <a:round/>
            <a:headEnd type="none" w="med" len="med"/>
            <a:tailEnd type="none" w="med" len="med"/>
          </a:ln>
        </p:spPr>
      </p:cxnSp>
      <p:sp>
        <p:nvSpPr>
          <p:cNvPr id="706" name="Google Shape;706;p54">
            <a:extLst>
              <a:ext uri="{FF2B5EF4-FFF2-40B4-BE49-F238E27FC236}">
                <a16:creationId xmlns:a16="http://schemas.microsoft.com/office/drawing/2014/main" id="{D7D108AB-DA3F-999E-CEB4-08716670004D}"/>
              </a:ext>
            </a:extLst>
          </p:cNvPr>
          <p:cNvSpPr/>
          <p:nvPr/>
        </p:nvSpPr>
        <p:spPr>
          <a:xfrm>
            <a:off x="7423725" y="444575"/>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 name="Google Shape;708;p54">
            <a:extLst>
              <a:ext uri="{FF2B5EF4-FFF2-40B4-BE49-F238E27FC236}">
                <a16:creationId xmlns:a16="http://schemas.microsoft.com/office/drawing/2014/main" id="{A8B3EF9E-4ADB-2457-3C7A-1D0FE08B3579}"/>
              </a:ext>
            </a:extLst>
          </p:cNvPr>
          <p:cNvGrpSpPr/>
          <p:nvPr/>
        </p:nvGrpSpPr>
        <p:grpSpPr>
          <a:xfrm>
            <a:off x="7300930" y="1889579"/>
            <a:ext cx="425106" cy="487778"/>
            <a:chOff x="5426676" y="2751222"/>
            <a:chExt cx="348020" cy="399294"/>
          </a:xfrm>
        </p:grpSpPr>
        <p:sp>
          <p:nvSpPr>
            <p:cNvPr id="709" name="Google Shape;709;p54">
              <a:extLst>
                <a:ext uri="{FF2B5EF4-FFF2-40B4-BE49-F238E27FC236}">
                  <a16:creationId xmlns:a16="http://schemas.microsoft.com/office/drawing/2014/main" id="{F63872F3-48BC-49D0-B500-37110691E9B1}"/>
                </a:ext>
              </a:extLst>
            </p:cNvPr>
            <p:cNvSpPr/>
            <p:nvPr/>
          </p:nvSpPr>
          <p:spPr>
            <a:xfrm>
              <a:off x="5426676" y="3103987"/>
              <a:ext cx="212509" cy="46528"/>
            </a:xfrm>
            <a:custGeom>
              <a:avLst/>
              <a:gdLst/>
              <a:ahLst/>
              <a:cxnLst/>
              <a:rect l="l" t="t" r="r" b="b"/>
              <a:pathLst>
                <a:path w="6312" h="1382" extrusionOk="0">
                  <a:moveTo>
                    <a:pt x="1" y="0"/>
                  </a:moveTo>
                  <a:lnTo>
                    <a:pt x="1" y="1382"/>
                  </a:lnTo>
                  <a:lnTo>
                    <a:pt x="6311" y="1382"/>
                  </a:lnTo>
                  <a:lnTo>
                    <a:pt x="63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4">
              <a:extLst>
                <a:ext uri="{FF2B5EF4-FFF2-40B4-BE49-F238E27FC236}">
                  <a16:creationId xmlns:a16="http://schemas.microsoft.com/office/drawing/2014/main" id="{4A2EB229-46B8-CF02-F4A4-E7BEA3D490DD}"/>
                </a:ext>
              </a:extLst>
            </p:cNvPr>
            <p:cNvSpPr/>
            <p:nvPr/>
          </p:nvSpPr>
          <p:spPr>
            <a:xfrm>
              <a:off x="5426676" y="2822563"/>
              <a:ext cx="212509" cy="258196"/>
            </a:xfrm>
            <a:custGeom>
              <a:avLst/>
              <a:gdLst/>
              <a:ahLst/>
              <a:cxnLst/>
              <a:rect l="l" t="t" r="r" b="b"/>
              <a:pathLst>
                <a:path w="6312" h="7669" extrusionOk="0">
                  <a:moveTo>
                    <a:pt x="1" y="1"/>
                  </a:moveTo>
                  <a:lnTo>
                    <a:pt x="1" y="7669"/>
                  </a:lnTo>
                  <a:lnTo>
                    <a:pt x="6311" y="7669"/>
                  </a:lnTo>
                  <a:lnTo>
                    <a:pt x="6311" y="4835"/>
                  </a:lnTo>
                  <a:lnTo>
                    <a:pt x="5526" y="4835"/>
                  </a:lnTo>
                  <a:lnTo>
                    <a:pt x="3382" y="5930"/>
                  </a:lnTo>
                  <a:lnTo>
                    <a:pt x="3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4">
              <a:extLst>
                <a:ext uri="{FF2B5EF4-FFF2-40B4-BE49-F238E27FC236}">
                  <a16:creationId xmlns:a16="http://schemas.microsoft.com/office/drawing/2014/main" id="{21C19147-4A4D-F5DC-2F3D-3BB0E60868CC}"/>
                </a:ext>
              </a:extLst>
            </p:cNvPr>
            <p:cNvSpPr/>
            <p:nvPr/>
          </p:nvSpPr>
          <p:spPr>
            <a:xfrm>
              <a:off x="5620701" y="2809735"/>
              <a:ext cx="36125" cy="56157"/>
            </a:xfrm>
            <a:custGeom>
              <a:avLst/>
              <a:gdLst/>
              <a:ahLst/>
              <a:cxnLst/>
              <a:rect l="l" t="t" r="r" b="b"/>
              <a:pathLst>
                <a:path w="1073" h="1668" extrusionOk="0">
                  <a:moveTo>
                    <a:pt x="1072" y="0"/>
                  </a:moveTo>
                  <a:cubicBezTo>
                    <a:pt x="453" y="143"/>
                    <a:pt x="1" y="715"/>
                    <a:pt x="1" y="1382"/>
                  </a:cubicBezTo>
                  <a:cubicBezTo>
                    <a:pt x="1" y="1477"/>
                    <a:pt x="1" y="1572"/>
                    <a:pt x="25" y="1667"/>
                  </a:cubicBezTo>
                  <a:lnTo>
                    <a:pt x="1072" y="1096"/>
                  </a:lnTo>
                  <a:lnTo>
                    <a:pt x="10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4">
              <a:extLst>
                <a:ext uri="{FF2B5EF4-FFF2-40B4-BE49-F238E27FC236}">
                  <a16:creationId xmlns:a16="http://schemas.microsoft.com/office/drawing/2014/main" id="{D8F48C9E-27F0-AA03-ABF9-D2F552FBCBC5}"/>
                </a:ext>
              </a:extLst>
            </p:cNvPr>
            <p:cNvSpPr/>
            <p:nvPr/>
          </p:nvSpPr>
          <p:spPr>
            <a:xfrm>
              <a:off x="5631138" y="2873063"/>
              <a:ext cx="25688" cy="30503"/>
            </a:xfrm>
            <a:custGeom>
              <a:avLst/>
              <a:gdLst/>
              <a:ahLst/>
              <a:cxnLst/>
              <a:rect l="l" t="t" r="r" b="b"/>
              <a:pathLst>
                <a:path w="763" h="906" extrusionOk="0">
                  <a:moveTo>
                    <a:pt x="762" y="1"/>
                  </a:moveTo>
                  <a:lnTo>
                    <a:pt x="0" y="406"/>
                  </a:lnTo>
                  <a:cubicBezTo>
                    <a:pt x="191" y="644"/>
                    <a:pt x="453" y="834"/>
                    <a:pt x="762" y="906"/>
                  </a:cubicBezTo>
                  <a:lnTo>
                    <a:pt x="7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4">
              <a:extLst>
                <a:ext uri="{FF2B5EF4-FFF2-40B4-BE49-F238E27FC236}">
                  <a16:creationId xmlns:a16="http://schemas.microsoft.com/office/drawing/2014/main" id="{4085B4E1-4284-D58B-60B8-A30DD5F6116A}"/>
                </a:ext>
              </a:extLst>
            </p:cNvPr>
            <p:cNvSpPr/>
            <p:nvPr/>
          </p:nvSpPr>
          <p:spPr>
            <a:xfrm>
              <a:off x="5680830" y="2873063"/>
              <a:ext cx="25688" cy="30503"/>
            </a:xfrm>
            <a:custGeom>
              <a:avLst/>
              <a:gdLst/>
              <a:ahLst/>
              <a:cxnLst/>
              <a:rect l="l" t="t" r="r" b="b"/>
              <a:pathLst>
                <a:path w="763" h="906" extrusionOk="0">
                  <a:moveTo>
                    <a:pt x="1" y="1"/>
                  </a:moveTo>
                  <a:lnTo>
                    <a:pt x="1" y="906"/>
                  </a:lnTo>
                  <a:cubicBezTo>
                    <a:pt x="287" y="834"/>
                    <a:pt x="572" y="644"/>
                    <a:pt x="763" y="406"/>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4">
              <a:extLst>
                <a:ext uri="{FF2B5EF4-FFF2-40B4-BE49-F238E27FC236}">
                  <a16:creationId xmlns:a16="http://schemas.microsoft.com/office/drawing/2014/main" id="{5BF2BB8D-18DC-FACB-AB08-52CD901A2024}"/>
                </a:ext>
              </a:extLst>
            </p:cNvPr>
            <p:cNvSpPr/>
            <p:nvPr/>
          </p:nvSpPr>
          <p:spPr>
            <a:xfrm>
              <a:off x="5680830" y="2809735"/>
              <a:ext cx="40940" cy="56157"/>
            </a:xfrm>
            <a:custGeom>
              <a:avLst/>
              <a:gdLst/>
              <a:ahLst/>
              <a:cxnLst/>
              <a:rect l="l" t="t" r="r" b="b"/>
              <a:pathLst>
                <a:path w="1216" h="1668" extrusionOk="0">
                  <a:moveTo>
                    <a:pt x="1" y="0"/>
                  </a:moveTo>
                  <a:lnTo>
                    <a:pt x="1" y="1096"/>
                  </a:lnTo>
                  <a:lnTo>
                    <a:pt x="1049" y="1667"/>
                  </a:lnTo>
                  <a:cubicBezTo>
                    <a:pt x="1215" y="905"/>
                    <a:pt x="715" y="167"/>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4">
              <a:extLst>
                <a:ext uri="{FF2B5EF4-FFF2-40B4-BE49-F238E27FC236}">
                  <a16:creationId xmlns:a16="http://schemas.microsoft.com/office/drawing/2014/main" id="{DC448CFE-4E16-B474-7EC5-FA0B2034A190}"/>
                </a:ext>
              </a:extLst>
            </p:cNvPr>
            <p:cNvSpPr/>
            <p:nvPr/>
          </p:nvSpPr>
          <p:spPr>
            <a:xfrm>
              <a:off x="5563769" y="2751222"/>
              <a:ext cx="210927" cy="232541"/>
            </a:xfrm>
            <a:custGeom>
              <a:avLst/>
              <a:gdLst/>
              <a:ahLst/>
              <a:cxnLst/>
              <a:rect l="l" t="t" r="r" b="b"/>
              <a:pathLst>
                <a:path w="6265" h="6907" extrusionOk="0">
                  <a:moveTo>
                    <a:pt x="3121" y="994"/>
                  </a:moveTo>
                  <a:cubicBezTo>
                    <a:pt x="4162" y="994"/>
                    <a:pt x="5204" y="1703"/>
                    <a:pt x="5264" y="3120"/>
                  </a:cubicBezTo>
                  <a:cubicBezTo>
                    <a:pt x="5264" y="4310"/>
                    <a:pt x="4287" y="5263"/>
                    <a:pt x="3121" y="5263"/>
                  </a:cubicBezTo>
                  <a:cubicBezTo>
                    <a:pt x="1954" y="5263"/>
                    <a:pt x="977" y="4310"/>
                    <a:pt x="977" y="3120"/>
                  </a:cubicBezTo>
                  <a:cubicBezTo>
                    <a:pt x="1037" y="1703"/>
                    <a:pt x="2079" y="994"/>
                    <a:pt x="3121" y="994"/>
                  </a:cubicBezTo>
                  <a:close/>
                  <a:moveTo>
                    <a:pt x="1" y="0"/>
                  </a:moveTo>
                  <a:lnTo>
                    <a:pt x="1" y="6906"/>
                  </a:lnTo>
                  <a:lnTo>
                    <a:pt x="1287" y="6263"/>
                  </a:lnTo>
                  <a:lnTo>
                    <a:pt x="6264" y="6263"/>
                  </a:lnTo>
                  <a:lnTo>
                    <a:pt x="6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 name="Google Shape;716;p54">
            <a:extLst>
              <a:ext uri="{FF2B5EF4-FFF2-40B4-BE49-F238E27FC236}">
                <a16:creationId xmlns:a16="http://schemas.microsoft.com/office/drawing/2014/main" id="{95BFFDFA-522D-3FB5-1DC8-B9F7F1E12D73}"/>
              </a:ext>
            </a:extLst>
          </p:cNvPr>
          <p:cNvGrpSpPr/>
          <p:nvPr/>
        </p:nvGrpSpPr>
        <p:grpSpPr>
          <a:xfrm>
            <a:off x="1460035" y="1593688"/>
            <a:ext cx="341829" cy="488807"/>
            <a:chOff x="6793702" y="3382180"/>
            <a:chExt cx="279844" cy="400137"/>
          </a:xfrm>
        </p:grpSpPr>
        <p:sp>
          <p:nvSpPr>
            <p:cNvPr id="717" name="Google Shape;717;p54">
              <a:extLst>
                <a:ext uri="{FF2B5EF4-FFF2-40B4-BE49-F238E27FC236}">
                  <a16:creationId xmlns:a16="http://schemas.microsoft.com/office/drawing/2014/main" id="{DA884CD1-9BCE-44BB-C948-C54C0CBF583B}"/>
                </a:ext>
              </a:extLst>
            </p:cNvPr>
            <p:cNvSpPr/>
            <p:nvPr/>
          </p:nvSpPr>
          <p:spPr>
            <a:xfrm>
              <a:off x="6827370" y="3538363"/>
              <a:ext cx="67369" cy="37169"/>
            </a:xfrm>
            <a:custGeom>
              <a:avLst/>
              <a:gdLst/>
              <a:ahLst/>
              <a:cxnLst/>
              <a:rect l="l" t="t" r="r" b="b"/>
              <a:pathLst>
                <a:path w="2001" h="1104" extrusionOk="0">
                  <a:moveTo>
                    <a:pt x="1167" y="1"/>
                  </a:moveTo>
                  <a:cubicBezTo>
                    <a:pt x="609" y="1"/>
                    <a:pt x="63" y="394"/>
                    <a:pt x="1" y="1030"/>
                  </a:cubicBezTo>
                  <a:cubicBezTo>
                    <a:pt x="75" y="1048"/>
                    <a:pt x="304" y="1104"/>
                    <a:pt x="591" y="1104"/>
                  </a:cubicBezTo>
                  <a:cubicBezTo>
                    <a:pt x="1037" y="1104"/>
                    <a:pt x="1625" y="971"/>
                    <a:pt x="2001" y="363"/>
                  </a:cubicBezTo>
                  <a:cubicBezTo>
                    <a:pt x="1768" y="114"/>
                    <a:pt x="1466"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4">
              <a:extLst>
                <a:ext uri="{FF2B5EF4-FFF2-40B4-BE49-F238E27FC236}">
                  <a16:creationId xmlns:a16="http://schemas.microsoft.com/office/drawing/2014/main" id="{5F8B3DEB-4187-3F6B-22B2-7EE4E4D764E5}"/>
                </a:ext>
              </a:extLst>
            </p:cNvPr>
            <p:cNvSpPr/>
            <p:nvPr/>
          </p:nvSpPr>
          <p:spPr>
            <a:xfrm>
              <a:off x="6826562" y="3575430"/>
              <a:ext cx="79422" cy="102652"/>
            </a:xfrm>
            <a:custGeom>
              <a:avLst/>
              <a:gdLst/>
              <a:ahLst/>
              <a:cxnLst/>
              <a:rect l="l" t="t" r="r" b="b"/>
              <a:pathLst>
                <a:path w="2359" h="3049" extrusionOk="0">
                  <a:moveTo>
                    <a:pt x="2358" y="0"/>
                  </a:moveTo>
                  <a:cubicBezTo>
                    <a:pt x="1917" y="478"/>
                    <a:pt x="1235" y="701"/>
                    <a:pt x="574" y="701"/>
                  </a:cubicBezTo>
                  <a:cubicBezTo>
                    <a:pt x="379" y="701"/>
                    <a:pt x="185" y="681"/>
                    <a:pt x="1" y="643"/>
                  </a:cubicBezTo>
                  <a:lnTo>
                    <a:pt x="1" y="905"/>
                  </a:lnTo>
                  <a:cubicBezTo>
                    <a:pt x="1" y="1548"/>
                    <a:pt x="525" y="2072"/>
                    <a:pt x="1168" y="2072"/>
                  </a:cubicBezTo>
                  <a:cubicBezTo>
                    <a:pt x="858" y="2072"/>
                    <a:pt x="572" y="2143"/>
                    <a:pt x="310" y="2239"/>
                  </a:cubicBezTo>
                  <a:cubicBezTo>
                    <a:pt x="358" y="2691"/>
                    <a:pt x="715" y="3048"/>
                    <a:pt x="1191" y="3048"/>
                  </a:cubicBezTo>
                  <a:cubicBezTo>
                    <a:pt x="1668" y="3048"/>
                    <a:pt x="2049" y="2667"/>
                    <a:pt x="2049" y="2191"/>
                  </a:cubicBezTo>
                  <a:lnTo>
                    <a:pt x="2049" y="2072"/>
                  </a:lnTo>
                  <a:lnTo>
                    <a:pt x="1191" y="2072"/>
                  </a:lnTo>
                  <a:cubicBezTo>
                    <a:pt x="1834" y="2072"/>
                    <a:pt x="2358" y="1548"/>
                    <a:pt x="2358" y="905"/>
                  </a:cubicBezTo>
                  <a:cubicBezTo>
                    <a:pt x="2358" y="882"/>
                    <a:pt x="2358" y="23"/>
                    <a:pt x="2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4">
              <a:extLst>
                <a:ext uri="{FF2B5EF4-FFF2-40B4-BE49-F238E27FC236}">
                  <a16:creationId xmlns:a16="http://schemas.microsoft.com/office/drawing/2014/main" id="{B8D9B1EA-4CA8-7E52-9E80-80C30858586D}"/>
                </a:ext>
              </a:extLst>
            </p:cNvPr>
            <p:cNvSpPr/>
            <p:nvPr/>
          </p:nvSpPr>
          <p:spPr>
            <a:xfrm>
              <a:off x="6793702" y="3601085"/>
              <a:ext cx="206079" cy="181232"/>
            </a:xfrm>
            <a:custGeom>
              <a:avLst/>
              <a:gdLst/>
              <a:ahLst/>
              <a:cxnLst/>
              <a:rect l="l" t="t" r="r" b="b"/>
              <a:pathLst>
                <a:path w="6121" h="5383" extrusionOk="0">
                  <a:moveTo>
                    <a:pt x="4716" y="0"/>
                  </a:moveTo>
                  <a:lnTo>
                    <a:pt x="4716" y="1310"/>
                  </a:lnTo>
                  <a:lnTo>
                    <a:pt x="3715" y="1310"/>
                  </a:lnTo>
                  <a:cubicBezTo>
                    <a:pt x="3756" y="2375"/>
                    <a:pt x="2944" y="2986"/>
                    <a:pt x="2132" y="2986"/>
                  </a:cubicBezTo>
                  <a:cubicBezTo>
                    <a:pt x="1527" y="2986"/>
                    <a:pt x="921" y="2647"/>
                    <a:pt x="667" y="1905"/>
                  </a:cubicBezTo>
                  <a:cubicBezTo>
                    <a:pt x="262" y="2286"/>
                    <a:pt x="0" y="2858"/>
                    <a:pt x="0" y="3453"/>
                  </a:cubicBezTo>
                  <a:lnTo>
                    <a:pt x="0" y="5382"/>
                  </a:lnTo>
                  <a:lnTo>
                    <a:pt x="4335" y="5382"/>
                  </a:lnTo>
                  <a:lnTo>
                    <a:pt x="4335" y="3144"/>
                  </a:lnTo>
                  <a:lnTo>
                    <a:pt x="5144" y="2929"/>
                  </a:lnTo>
                  <a:cubicBezTo>
                    <a:pt x="5716" y="2787"/>
                    <a:pt x="6121" y="2286"/>
                    <a:pt x="6121" y="1691"/>
                  </a:cubicBezTo>
                  <a:lnTo>
                    <a:pt x="612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4">
              <a:extLst>
                <a:ext uri="{FF2B5EF4-FFF2-40B4-BE49-F238E27FC236}">
                  <a16:creationId xmlns:a16="http://schemas.microsoft.com/office/drawing/2014/main" id="{86CC4526-128D-5BAB-CCC8-E8EEE4C64CC4}"/>
                </a:ext>
              </a:extLst>
            </p:cNvPr>
            <p:cNvSpPr/>
            <p:nvPr/>
          </p:nvSpPr>
          <p:spPr>
            <a:xfrm>
              <a:off x="6878679" y="3382180"/>
              <a:ext cx="194867" cy="195676"/>
            </a:xfrm>
            <a:custGeom>
              <a:avLst/>
              <a:gdLst/>
              <a:ahLst/>
              <a:cxnLst/>
              <a:rect l="l" t="t" r="r" b="b"/>
              <a:pathLst>
                <a:path w="5788" h="5812" extrusionOk="0">
                  <a:moveTo>
                    <a:pt x="1" y="1"/>
                  </a:moveTo>
                  <a:lnTo>
                    <a:pt x="1" y="3811"/>
                  </a:lnTo>
                  <a:lnTo>
                    <a:pt x="2549" y="3811"/>
                  </a:lnTo>
                  <a:lnTo>
                    <a:pt x="2549" y="4859"/>
                  </a:lnTo>
                  <a:cubicBezTo>
                    <a:pt x="2334" y="4978"/>
                    <a:pt x="2192" y="5216"/>
                    <a:pt x="2192" y="5454"/>
                  </a:cubicBezTo>
                  <a:lnTo>
                    <a:pt x="2192" y="5812"/>
                  </a:lnTo>
                  <a:lnTo>
                    <a:pt x="3597" y="5812"/>
                  </a:lnTo>
                  <a:lnTo>
                    <a:pt x="3597" y="5454"/>
                  </a:lnTo>
                  <a:cubicBezTo>
                    <a:pt x="3597" y="5216"/>
                    <a:pt x="3454" y="4978"/>
                    <a:pt x="3239" y="4859"/>
                  </a:cubicBezTo>
                  <a:lnTo>
                    <a:pt x="3239" y="3811"/>
                  </a:lnTo>
                  <a:lnTo>
                    <a:pt x="5788" y="3811"/>
                  </a:lnTo>
                  <a:lnTo>
                    <a:pt x="57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 name="Google Shape;721;p54">
            <a:extLst>
              <a:ext uri="{FF2B5EF4-FFF2-40B4-BE49-F238E27FC236}">
                <a16:creationId xmlns:a16="http://schemas.microsoft.com/office/drawing/2014/main" id="{F3EEDEE8-8C30-EC6C-2101-FB4E01BF050F}"/>
              </a:ext>
            </a:extLst>
          </p:cNvPr>
          <p:cNvGrpSpPr/>
          <p:nvPr/>
        </p:nvGrpSpPr>
        <p:grpSpPr>
          <a:xfrm>
            <a:off x="3335151" y="885565"/>
            <a:ext cx="487738" cy="487781"/>
            <a:chOff x="7385405" y="2751222"/>
            <a:chExt cx="399294" cy="399297"/>
          </a:xfrm>
        </p:grpSpPr>
        <p:sp>
          <p:nvSpPr>
            <p:cNvPr id="722" name="Google Shape;722;p54">
              <a:extLst>
                <a:ext uri="{FF2B5EF4-FFF2-40B4-BE49-F238E27FC236}">
                  <a16:creationId xmlns:a16="http://schemas.microsoft.com/office/drawing/2014/main" id="{2630BBB9-4031-063A-B980-EE19C3B10177}"/>
                </a:ext>
              </a:extLst>
            </p:cNvPr>
            <p:cNvSpPr/>
            <p:nvPr/>
          </p:nvSpPr>
          <p:spPr>
            <a:xfrm>
              <a:off x="7511287" y="2907539"/>
              <a:ext cx="32085" cy="42522"/>
            </a:xfrm>
            <a:custGeom>
              <a:avLst/>
              <a:gdLst/>
              <a:ahLst/>
              <a:cxnLst/>
              <a:rect l="l" t="t" r="r" b="b"/>
              <a:pathLst>
                <a:path w="953" h="1263" extrusionOk="0">
                  <a:moveTo>
                    <a:pt x="0" y="1"/>
                  </a:moveTo>
                  <a:cubicBezTo>
                    <a:pt x="96" y="549"/>
                    <a:pt x="477" y="1025"/>
                    <a:pt x="953" y="1263"/>
                  </a:cubicBezTo>
                  <a:cubicBezTo>
                    <a:pt x="834" y="858"/>
                    <a:pt x="762" y="429"/>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4">
              <a:extLst>
                <a:ext uri="{FF2B5EF4-FFF2-40B4-BE49-F238E27FC236}">
                  <a16:creationId xmlns:a16="http://schemas.microsoft.com/office/drawing/2014/main" id="{BA3CA10F-0C2F-1A29-2393-E29CDA20D725}"/>
                </a:ext>
              </a:extLst>
            </p:cNvPr>
            <p:cNvSpPr/>
            <p:nvPr/>
          </p:nvSpPr>
          <p:spPr>
            <a:xfrm>
              <a:off x="7597879" y="2841820"/>
              <a:ext cx="32085" cy="42522"/>
            </a:xfrm>
            <a:custGeom>
              <a:avLst/>
              <a:gdLst/>
              <a:ahLst/>
              <a:cxnLst/>
              <a:rect l="l" t="t" r="r" b="b"/>
              <a:pathLst>
                <a:path w="953" h="1263" extrusionOk="0">
                  <a:moveTo>
                    <a:pt x="0" y="0"/>
                  </a:moveTo>
                  <a:cubicBezTo>
                    <a:pt x="119" y="405"/>
                    <a:pt x="191" y="834"/>
                    <a:pt x="215" y="1262"/>
                  </a:cubicBezTo>
                  <a:lnTo>
                    <a:pt x="953" y="1262"/>
                  </a:lnTo>
                  <a:cubicBezTo>
                    <a:pt x="834" y="714"/>
                    <a:pt x="477" y="26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4">
              <a:extLst>
                <a:ext uri="{FF2B5EF4-FFF2-40B4-BE49-F238E27FC236}">
                  <a16:creationId xmlns:a16="http://schemas.microsoft.com/office/drawing/2014/main" id="{DD23EC44-3D08-3499-7703-027226EF8D19}"/>
                </a:ext>
              </a:extLst>
            </p:cNvPr>
            <p:cNvSpPr/>
            <p:nvPr/>
          </p:nvSpPr>
          <p:spPr>
            <a:xfrm>
              <a:off x="7511287" y="2841820"/>
              <a:ext cx="32085" cy="42522"/>
            </a:xfrm>
            <a:custGeom>
              <a:avLst/>
              <a:gdLst/>
              <a:ahLst/>
              <a:cxnLst/>
              <a:rect l="l" t="t" r="r" b="b"/>
              <a:pathLst>
                <a:path w="953" h="1263" extrusionOk="0">
                  <a:moveTo>
                    <a:pt x="953" y="0"/>
                  </a:moveTo>
                  <a:lnTo>
                    <a:pt x="953" y="0"/>
                  </a:lnTo>
                  <a:cubicBezTo>
                    <a:pt x="477" y="262"/>
                    <a:pt x="96" y="714"/>
                    <a:pt x="0" y="1262"/>
                  </a:cubicBezTo>
                  <a:lnTo>
                    <a:pt x="739" y="1262"/>
                  </a:lnTo>
                  <a:cubicBezTo>
                    <a:pt x="762" y="834"/>
                    <a:pt x="834" y="405"/>
                    <a:pt x="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4">
              <a:extLst>
                <a:ext uri="{FF2B5EF4-FFF2-40B4-BE49-F238E27FC236}">
                  <a16:creationId xmlns:a16="http://schemas.microsoft.com/office/drawing/2014/main" id="{9FD476CE-EB3B-18A7-31A3-867DFF4D6DCD}"/>
                </a:ext>
              </a:extLst>
            </p:cNvPr>
            <p:cNvSpPr/>
            <p:nvPr/>
          </p:nvSpPr>
          <p:spPr>
            <a:xfrm>
              <a:off x="7559397" y="2835390"/>
              <a:ext cx="22456" cy="48953"/>
            </a:xfrm>
            <a:custGeom>
              <a:avLst/>
              <a:gdLst/>
              <a:ahLst/>
              <a:cxnLst/>
              <a:rect l="l" t="t" r="r" b="b"/>
              <a:pathLst>
                <a:path w="667" h="1454" extrusionOk="0">
                  <a:moveTo>
                    <a:pt x="334" y="1"/>
                  </a:moveTo>
                  <a:cubicBezTo>
                    <a:pt x="143" y="477"/>
                    <a:pt x="24" y="953"/>
                    <a:pt x="0" y="1453"/>
                  </a:cubicBezTo>
                  <a:lnTo>
                    <a:pt x="667" y="1453"/>
                  </a:lnTo>
                  <a:cubicBezTo>
                    <a:pt x="619" y="953"/>
                    <a:pt x="524" y="477"/>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4">
              <a:extLst>
                <a:ext uri="{FF2B5EF4-FFF2-40B4-BE49-F238E27FC236}">
                  <a16:creationId xmlns:a16="http://schemas.microsoft.com/office/drawing/2014/main" id="{C79B2E13-45F9-017B-65DB-1928E2C25F9B}"/>
                </a:ext>
              </a:extLst>
            </p:cNvPr>
            <p:cNvSpPr/>
            <p:nvPr/>
          </p:nvSpPr>
          <p:spPr>
            <a:xfrm>
              <a:off x="7597879" y="2907539"/>
              <a:ext cx="32085" cy="42522"/>
            </a:xfrm>
            <a:custGeom>
              <a:avLst/>
              <a:gdLst/>
              <a:ahLst/>
              <a:cxnLst/>
              <a:rect l="l" t="t" r="r" b="b"/>
              <a:pathLst>
                <a:path w="953" h="1263" extrusionOk="0">
                  <a:moveTo>
                    <a:pt x="215" y="1"/>
                  </a:moveTo>
                  <a:cubicBezTo>
                    <a:pt x="191" y="429"/>
                    <a:pt x="119" y="858"/>
                    <a:pt x="0" y="1263"/>
                  </a:cubicBezTo>
                  <a:cubicBezTo>
                    <a:pt x="477" y="1025"/>
                    <a:pt x="834" y="549"/>
                    <a:pt x="9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4">
              <a:extLst>
                <a:ext uri="{FF2B5EF4-FFF2-40B4-BE49-F238E27FC236}">
                  <a16:creationId xmlns:a16="http://schemas.microsoft.com/office/drawing/2014/main" id="{3B87B92B-7F7B-E4E9-04CB-B95CDEDBA321}"/>
                </a:ext>
              </a:extLst>
            </p:cNvPr>
            <p:cNvSpPr/>
            <p:nvPr/>
          </p:nvSpPr>
          <p:spPr>
            <a:xfrm>
              <a:off x="7559397" y="2907539"/>
              <a:ext cx="22456" cy="48953"/>
            </a:xfrm>
            <a:custGeom>
              <a:avLst/>
              <a:gdLst/>
              <a:ahLst/>
              <a:cxnLst/>
              <a:rect l="l" t="t" r="r" b="b"/>
              <a:pathLst>
                <a:path w="667" h="1454" extrusionOk="0">
                  <a:moveTo>
                    <a:pt x="0" y="1"/>
                  </a:moveTo>
                  <a:cubicBezTo>
                    <a:pt x="24" y="501"/>
                    <a:pt x="143" y="977"/>
                    <a:pt x="334" y="1454"/>
                  </a:cubicBezTo>
                  <a:cubicBezTo>
                    <a:pt x="524" y="977"/>
                    <a:pt x="619" y="501"/>
                    <a:pt x="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4">
              <a:extLst>
                <a:ext uri="{FF2B5EF4-FFF2-40B4-BE49-F238E27FC236}">
                  <a16:creationId xmlns:a16="http://schemas.microsoft.com/office/drawing/2014/main" id="{5C2F8E3A-648B-FA9E-655D-6EEC7216E995}"/>
                </a:ext>
              </a:extLst>
            </p:cNvPr>
            <p:cNvSpPr/>
            <p:nvPr/>
          </p:nvSpPr>
          <p:spPr>
            <a:xfrm>
              <a:off x="7385405" y="2751222"/>
              <a:ext cx="367245" cy="399297"/>
            </a:xfrm>
            <a:custGeom>
              <a:avLst/>
              <a:gdLst/>
              <a:ahLst/>
              <a:cxnLst/>
              <a:rect l="l" t="t" r="r" b="b"/>
              <a:pathLst>
                <a:path w="10908" h="11860" extrusionOk="0">
                  <a:moveTo>
                    <a:pt x="3072" y="1500"/>
                  </a:moveTo>
                  <a:lnTo>
                    <a:pt x="3072" y="2191"/>
                  </a:lnTo>
                  <a:lnTo>
                    <a:pt x="1382" y="2191"/>
                  </a:lnTo>
                  <a:lnTo>
                    <a:pt x="1382" y="1500"/>
                  </a:lnTo>
                  <a:close/>
                  <a:moveTo>
                    <a:pt x="2072" y="2977"/>
                  </a:moveTo>
                  <a:lnTo>
                    <a:pt x="2072" y="5620"/>
                  </a:lnTo>
                  <a:lnTo>
                    <a:pt x="1382" y="5620"/>
                  </a:lnTo>
                  <a:lnTo>
                    <a:pt x="1382" y="2977"/>
                  </a:lnTo>
                  <a:close/>
                  <a:moveTo>
                    <a:pt x="5499" y="1828"/>
                  </a:moveTo>
                  <a:cubicBezTo>
                    <a:pt x="6710" y="1828"/>
                    <a:pt x="7919" y="2655"/>
                    <a:pt x="7978" y="4310"/>
                  </a:cubicBezTo>
                  <a:cubicBezTo>
                    <a:pt x="7978" y="5668"/>
                    <a:pt x="6883" y="6787"/>
                    <a:pt x="5502" y="6787"/>
                  </a:cubicBezTo>
                  <a:cubicBezTo>
                    <a:pt x="4120" y="6787"/>
                    <a:pt x="3001" y="5668"/>
                    <a:pt x="3001" y="4310"/>
                  </a:cubicBezTo>
                  <a:cubicBezTo>
                    <a:pt x="3072" y="2655"/>
                    <a:pt x="4287" y="1828"/>
                    <a:pt x="5499" y="1828"/>
                  </a:cubicBezTo>
                  <a:close/>
                  <a:moveTo>
                    <a:pt x="3072" y="6573"/>
                  </a:moveTo>
                  <a:lnTo>
                    <a:pt x="3072" y="7263"/>
                  </a:lnTo>
                  <a:lnTo>
                    <a:pt x="1382" y="7263"/>
                  </a:lnTo>
                  <a:lnTo>
                    <a:pt x="1382" y="6573"/>
                  </a:lnTo>
                  <a:close/>
                  <a:moveTo>
                    <a:pt x="4216" y="7978"/>
                  </a:moveTo>
                  <a:lnTo>
                    <a:pt x="4216" y="8668"/>
                  </a:lnTo>
                  <a:lnTo>
                    <a:pt x="1382" y="8668"/>
                  </a:lnTo>
                  <a:lnTo>
                    <a:pt x="1382" y="7978"/>
                  </a:lnTo>
                  <a:close/>
                  <a:moveTo>
                    <a:pt x="7883" y="7978"/>
                  </a:moveTo>
                  <a:lnTo>
                    <a:pt x="7883" y="8668"/>
                  </a:lnTo>
                  <a:lnTo>
                    <a:pt x="5144" y="8668"/>
                  </a:lnTo>
                  <a:lnTo>
                    <a:pt x="5144" y="7978"/>
                  </a:lnTo>
                  <a:close/>
                  <a:moveTo>
                    <a:pt x="4216" y="9359"/>
                  </a:moveTo>
                  <a:lnTo>
                    <a:pt x="4216" y="10050"/>
                  </a:lnTo>
                  <a:lnTo>
                    <a:pt x="1382" y="10050"/>
                  </a:lnTo>
                  <a:lnTo>
                    <a:pt x="1382" y="9359"/>
                  </a:lnTo>
                  <a:close/>
                  <a:moveTo>
                    <a:pt x="7883" y="9359"/>
                  </a:moveTo>
                  <a:lnTo>
                    <a:pt x="7883" y="10050"/>
                  </a:lnTo>
                  <a:lnTo>
                    <a:pt x="5144" y="10050"/>
                  </a:lnTo>
                  <a:lnTo>
                    <a:pt x="5144" y="9359"/>
                  </a:lnTo>
                  <a:close/>
                  <a:moveTo>
                    <a:pt x="0" y="0"/>
                  </a:moveTo>
                  <a:lnTo>
                    <a:pt x="0" y="9812"/>
                  </a:lnTo>
                  <a:cubicBezTo>
                    <a:pt x="0" y="10955"/>
                    <a:pt x="905" y="11860"/>
                    <a:pt x="2048" y="11860"/>
                  </a:cubicBezTo>
                  <a:lnTo>
                    <a:pt x="10907" y="11860"/>
                  </a:lnTo>
                  <a:cubicBezTo>
                    <a:pt x="10360" y="11860"/>
                    <a:pt x="9883" y="11598"/>
                    <a:pt x="9574" y="11169"/>
                  </a:cubicBezTo>
                  <a:cubicBezTo>
                    <a:pt x="9383" y="10907"/>
                    <a:pt x="9264" y="10574"/>
                    <a:pt x="9264" y="10216"/>
                  </a:cubicBezTo>
                  <a:lnTo>
                    <a:pt x="9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4">
              <a:extLst>
                <a:ext uri="{FF2B5EF4-FFF2-40B4-BE49-F238E27FC236}">
                  <a16:creationId xmlns:a16="http://schemas.microsoft.com/office/drawing/2014/main" id="{955F5428-280A-8E5A-1732-502E092BF023}"/>
                </a:ext>
              </a:extLst>
            </p:cNvPr>
            <p:cNvSpPr/>
            <p:nvPr/>
          </p:nvSpPr>
          <p:spPr>
            <a:xfrm>
              <a:off x="7720529" y="3000561"/>
              <a:ext cx="64170" cy="126724"/>
            </a:xfrm>
            <a:custGeom>
              <a:avLst/>
              <a:gdLst/>
              <a:ahLst/>
              <a:cxnLst/>
              <a:rect l="l" t="t" r="r" b="b"/>
              <a:pathLst>
                <a:path w="1906" h="3764" extrusionOk="0">
                  <a:moveTo>
                    <a:pt x="1" y="0"/>
                  </a:moveTo>
                  <a:lnTo>
                    <a:pt x="1" y="2810"/>
                  </a:lnTo>
                  <a:cubicBezTo>
                    <a:pt x="1" y="3334"/>
                    <a:pt x="430" y="3763"/>
                    <a:pt x="930" y="3763"/>
                  </a:cubicBezTo>
                  <a:cubicBezTo>
                    <a:pt x="944" y="3764"/>
                    <a:pt x="959" y="3764"/>
                    <a:pt x="973" y="3764"/>
                  </a:cubicBezTo>
                  <a:cubicBezTo>
                    <a:pt x="1500" y="3764"/>
                    <a:pt x="1906" y="3344"/>
                    <a:pt x="1906" y="2810"/>
                  </a:cubicBezTo>
                  <a:lnTo>
                    <a:pt x="1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 name="Google Shape;730;p54">
            <a:extLst>
              <a:ext uri="{FF2B5EF4-FFF2-40B4-BE49-F238E27FC236}">
                <a16:creationId xmlns:a16="http://schemas.microsoft.com/office/drawing/2014/main" id="{D52C07E7-D300-3ACB-8181-5BA0A33CC251}"/>
              </a:ext>
            </a:extLst>
          </p:cNvPr>
          <p:cNvGrpSpPr/>
          <p:nvPr/>
        </p:nvGrpSpPr>
        <p:grpSpPr>
          <a:xfrm>
            <a:off x="5302648" y="1594070"/>
            <a:ext cx="499500" cy="488027"/>
            <a:chOff x="3412632" y="1528527"/>
            <a:chExt cx="408923" cy="399498"/>
          </a:xfrm>
        </p:grpSpPr>
        <p:sp>
          <p:nvSpPr>
            <p:cNvPr id="731" name="Google Shape;731;p54">
              <a:extLst>
                <a:ext uri="{FF2B5EF4-FFF2-40B4-BE49-F238E27FC236}">
                  <a16:creationId xmlns:a16="http://schemas.microsoft.com/office/drawing/2014/main" id="{32291D97-70F8-7C13-45C5-2C9D0A9509F5}"/>
                </a:ext>
              </a:extLst>
            </p:cNvPr>
            <p:cNvSpPr/>
            <p:nvPr/>
          </p:nvSpPr>
          <p:spPr>
            <a:xfrm>
              <a:off x="3686852" y="1528527"/>
              <a:ext cx="44104" cy="58548"/>
            </a:xfrm>
            <a:custGeom>
              <a:avLst/>
              <a:gdLst/>
              <a:ahLst/>
              <a:cxnLst/>
              <a:rect l="l" t="t" r="r" b="b"/>
              <a:pathLst>
                <a:path w="1310" h="1739" extrusionOk="0">
                  <a:moveTo>
                    <a:pt x="691" y="0"/>
                  </a:moveTo>
                  <a:lnTo>
                    <a:pt x="0" y="1429"/>
                  </a:lnTo>
                  <a:lnTo>
                    <a:pt x="619" y="1739"/>
                  </a:lnTo>
                  <a:lnTo>
                    <a:pt x="1310" y="31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4">
              <a:extLst>
                <a:ext uri="{FF2B5EF4-FFF2-40B4-BE49-F238E27FC236}">
                  <a16:creationId xmlns:a16="http://schemas.microsoft.com/office/drawing/2014/main" id="{573287DB-D3E2-7CE4-EC25-0F6ED8331E9B}"/>
                </a:ext>
              </a:extLst>
            </p:cNvPr>
            <p:cNvSpPr/>
            <p:nvPr/>
          </p:nvSpPr>
          <p:spPr>
            <a:xfrm>
              <a:off x="3762200" y="1619125"/>
              <a:ext cx="59356" cy="44104"/>
            </a:xfrm>
            <a:custGeom>
              <a:avLst/>
              <a:gdLst/>
              <a:ahLst/>
              <a:cxnLst/>
              <a:rect l="l" t="t" r="r" b="b"/>
              <a:pathLst>
                <a:path w="1763" h="1310" extrusionOk="0">
                  <a:moveTo>
                    <a:pt x="1453" y="0"/>
                  </a:moveTo>
                  <a:lnTo>
                    <a:pt x="1" y="691"/>
                  </a:lnTo>
                  <a:lnTo>
                    <a:pt x="310" y="1310"/>
                  </a:lnTo>
                  <a:lnTo>
                    <a:pt x="1763" y="619"/>
                  </a:lnTo>
                  <a:lnTo>
                    <a:pt x="1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4">
              <a:extLst>
                <a:ext uri="{FF2B5EF4-FFF2-40B4-BE49-F238E27FC236}">
                  <a16:creationId xmlns:a16="http://schemas.microsoft.com/office/drawing/2014/main" id="{DD9966E1-5F23-41E2-E42B-C6B8392108F4}"/>
                </a:ext>
              </a:extLst>
            </p:cNvPr>
            <p:cNvSpPr/>
            <p:nvPr/>
          </p:nvSpPr>
          <p:spPr>
            <a:xfrm>
              <a:off x="3728532" y="1565393"/>
              <a:ext cx="55349" cy="55349"/>
            </a:xfrm>
            <a:custGeom>
              <a:avLst/>
              <a:gdLst/>
              <a:ahLst/>
              <a:cxnLst/>
              <a:rect l="l" t="t" r="r" b="b"/>
              <a:pathLst>
                <a:path w="1644" h="1644" extrusionOk="0">
                  <a:moveTo>
                    <a:pt x="1167" y="1"/>
                  </a:moveTo>
                  <a:lnTo>
                    <a:pt x="1" y="1144"/>
                  </a:lnTo>
                  <a:lnTo>
                    <a:pt x="501" y="1644"/>
                  </a:lnTo>
                  <a:lnTo>
                    <a:pt x="1644" y="501"/>
                  </a:lnTo>
                  <a:lnTo>
                    <a:pt x="11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4">
              <a:extLst>
                <a:ext uri="{FF2B5EF4-FFF2-40B4-BE49-F238E27FC236}">
                  <a16:creationId xmlns:a16="http://schemas.microsoft.com/office/drawing/2014/main" id="{4AF42DFE-762A-28CC-3B4F-95F8EFD2DAE5}"/>
                </a:ext>
              </a:extLst>
            </p:cNvPr>
            <p:cNvSpPr/>
            <p:nvPr/>
          </p:nvSpPr>
          <p:spPr>
            <a:xfrm>
              <a:off x="3412632" y="1547751"/>
              <a:ext cx="236548" cy="254190"/>
            </a:xfrm>
            <a:custGeom>
              <a:avLst/>
              <a:gdLst/>
              <a:ahLst/>
              <a:cxnLst/>
              <a:rect l="l" t="t" r="r" b="b"/>
              <a:pathLst>
                <a:path w="7026" h="7550" extrusionOk="0">
                  <a:moveTo>
                    <a:pt x="5073" y="1"/>
                  </a:moveTo>
                  <a:cubicBezTo>
                    <a:pt x="4954" y="1"/>
                    <a:pt x="4859" y="48"/>
                    <a:pt x="4764" y="120"/>
                  </a:cubicBezTo>
                  <a:lnTo>
                    <a:pt x="1906" y="3001"/>
                  </a:lnTo>
                  <a:lnTo>
                    <a:pt x="2239" y="3001"/>
                  </a:lnTo>
                  <a:cubicBezTo>
                    <a:pt x="3049" y="3001"/>
                    <a:pt x="3739" y="3525"/>
                    <a:pt x="4001" y="4240"/>
                  </a:cubicBezTo>
                  <a:lnTo>
                    <a:pt x="6716" y="1525"/>
                  </a:lnTo>
                  <a:cubicBezTo>
                    <a:pt x="7026" y="1215"/>
                    <a:pt x="6765" y="794"/>
                    <a:pt x="6443" y="794"/>
                  </a:cubicBezTo>
                  <a:cubicBezTo>
                    <a:pt x="6345" y="794"/>
                    <a:pt x="6240" y="834"/>
                    <a:pt x="6145" y="929"/>
                  </a:cubicBezTo>
                  <a:cubicBezTo>
                    <a:pt x="5978" y="1072"/>
                    <a:pt x="4216" y="2858"/>
                    <a:pt x="4144" y="2930"/>
                  </a:cubicBezTo>
                  <a:cubicBezTo>
                    <a:pt x="4025" y="2811"/>
                    <a:pt x="3787" y="2549"/>
                    <a:pt x="3644" y="2430"/>
                  </a:cubicBezTo>
                  <a:lnTo>
                    <a:pt x="5359" y="739"/>
                  </a:lnTo>
                  <a:cubicBezTo>
                    <a:pt x="5621" y="477"/>
                    <a:pt x="5454" y="1"/>
                    <a:pt x="5073" y="1"/>
                  </a:cubicBezTo>
                  <a:close/>
                  <a:moveTo>
                    <a:pt x="1048" y="1049"/>
                  </a:moveTo>
                  <a:lnTo>
                    <a:pt x="1048" y="3835"/>
                  </a:lnTo>
                  <a:cubicBezTo>
                    <a:pt x="48" y="4740"/>
                    <a:pt x="1" y="6335"/>
                    <a:pt x="953" y="7288"/>
                  </a:cubicBezTo>
                  <a:lnTo>
                    <a:pt x="1239" y="7550"/>
                  </a:lnTo>
                  <a:cubicBezTo>
                    <a:pt x="1358" y="7121"/>
                    <a:pt x="1572" y="6716"/>
                    <a:pt x="1906" y="6359"/>
                  </a:cubicBezTo>
                  <a:lnTo>
                    <a:pt x="1906" y="3001"/>
                  </a:lnTo>
                  <a:lnTo>
                    <a:pt x="1906" y="2168"/>
                  </a:lnTo>
                  <a:cubicBezTo>
                    <a:pt x="1906" y="1668"/>
                    <a:pt x="1549" y="1191"/>
                    <a:pt x="1048" y="104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4">
              <a:extLst>
                <a:ext uri="{FF2B5EF4-FFF2-40B4-BE49-F238E27FC236}">
                  <a16:creationId xmlns:a16="http://schemas.microsoft.com/office/drawing/2014/main" id="{7E7B08E4-388B-E609-8293-101FBAF5D50D}"/>
                </a:ext>
              </a:extLst>
            </p:cNvPr>
            <p:cNvSpPr/>
            <p:nvPr/>
          </p:nvSpPr>
          <p:spPr>
            <a:xfrm>
              <a:off x="3470372" y="1642356"/>
              <a:ext cx="256580" cy="285669"/>
            </a:xfrm>
            <a:custGeom>
              <a:avLst/>
              <a:gdLst/>
              <a:ahLst/>
              <a:cxnLst/>
              <a:rect l="l" t="t" r="r" b="b"/>
              <a:pathLst>
                <a:path w="7621" h="8485" extrusionOk="0">
                  <a:moveTo>
                    <a:pt x="4889" y="0"/>
                  </a:moveTo>
                  <a:cubicBezTo>
                    <a:pt x="4793" y="0"/>
                    <a:pt x="4697" y="30"/>
                    <a:pt x="4620" y="96"/>
                  </a:cubicBezTo>
                  <a:cubicBezTo>
                    <a:pt x="4025" y="691"/>
                    <a:pt x="2334" y="2382"/>
                    <a:pt x="1715" y="3001"/>
                  </a:cubicBezTo>
                  <a:lnTo>
                    <a:pt x="1715" y="2073"/>
                  </a:lnTo>
                  <a:cubicBezTo>
                    <a:pt x="1715" y="1549"/>
                    <a:pt x="1358" y="1096"/>
                    <a:pt x="881" y="953"/>
                  </a:cubicBezTo>
                  <a:lnTo>
                    <a:pt x="881" y="3835"/>
                  </a:lnTo>
                  <a:cubicBezTo>
                    <a:pt x="453" y="4216"/>
                    <a:pt x="191" y="4716"/>
                    <a:pt x="119" y="5288"/>
                  </a:cubicBezTo>
                  <a:cubicBezTo>
                    <a:pt x="0" y="5978"/>
                    <a:pt x="238" y="6740"/>
                    <a:pt x="786" y="7288"/>
                  </a:cubicBezTo>
                  <a:lnTo>
                    <a:pt x="1286" y="7788"/>
                  </a:lnTo>
                  <a:cubicBezTo>
                    <a:pt x="1751" y="8252"/>
                    <a:pt x="2358" y="8485"/>
                    <a:pt x="2962" y="8485"/>
                  </a:cubicBezTo>
                  <a:cubicBezTo>
                    <a:pt x="3566" y="8485"/>
                    <a:pt x="4168" y="8252"/>
                    <a:pt x="4620" y="7788"/>
                  </a:cubicBezTo>
                  <a:lnTo>
                    <a:pt x="7454" y="4954"/>
                  </a:lnTo>
                  <a:cubicBezTo>
                    <a:pt x="7621" y="4787"/>
                    <a:pt x="7621" y="4525"/>
                    <a:pt x="7478" y="4359"/>
                  </a:cubicBezTo>
                  <a:cubicBezTo>
                    <a:pt x="7395" y="4275"/>
                    <a:pt x="7282" y="4234"/>
                    <a:pt x="7168" y="4234"/>
                  </a:cubicBezTo>
                  <a:cubicBezTo>
                    <a:pt x="7055" y="4234"/>
                    <a:pt x="6942" y="4275"/>
                    <a:pt x="6859" y="4359"/>
                  </a:cubicBezTo>
                  <a:lnTo>
                    <a:pt x="5811" y="5407"/>
                  </a:lnTo>
                  <a:lnTo>
                    <a:pt x="5311" y="4930"/>
                  </a:lnTo>
                  <a:lnTo>
                    <a:pt x="6930" y="3311"/>
                  </a:lnTo>
                  <a:cubicBezTo>
                    <a:pt x="7192" y="3049"/>
                    <a:pt x="7026" y="2597"/>
                    <a:pt x="6644" y="2597"/>
                  </a:cubicBezTo>
                  <a:cubicBezTo>
                    <a:pt x="6624" y="2592"/>
                    <a:pt x="6604" y="2590"/>
                    <a:pt x="6585" y="2590"/>
                  </a:cubicBezTo>
                  <a:cubicBezTo>
                    <a:pt x="6493" y="2590"/>
                    <a:pt x="6414" y="2637"/>
                    <a:pt x="6335" y="2716"/>
                  </a:cubicBezTo>
                  <a:lnTo>
                    <a:pt x="4716" y="4335"/>
                  </a:lnTo>
                  <a:lnTo>
                    <a:pt x="4239" y="3835"/>
                  </a:lnTo>
                  <a:lnTo>
                    <a:pt x="6549" y="1525"/>
                  </a:lnTo>
                  <a:cubicBezTo>
                    <a:pt x="6857" y="1199"/>
                    <a:pt x="6601" y="791"/>
                    <a:pt x="6272" y="791"/>
                  </a:cubicBezTo>
                  <a:cubicBezTo>
                    <a:pt x="6168" y="791"/>
                    <a:pt x="6057" y="832"/>
                    <a:pt x="5954" y="930"/>
                  </a:cubicBezTo>
                  <a:cubicBezTo>
                    <a:pt x="5716" y="1168"/>
                    <a:pt x="4144" y="2739"/>
                    <a:pt x="3644" y="3240"/>
                  </a:cubicBezTo>
                  <a:lnTo>
                    <a:pt x="3144" y="2763"/>
                  </a:lnTo>
                  <a:lnTo>
                    <a:pt x="5168" y="715"/>
                  </a:lnTo>
                  <a:cubicBezTo>
                    <a:pt x="5335" y="548"/>
                    <a:pt x="5359" y="287"/>
                    <a:pt x="5192" y="120"/>
                  </a:cubicBezTo>
                  <a:cubicBezTo>
                    <a:pt x="5114" y="42"/>
                    <a:pt x="5002" y="0"/>
                    <a:pt x="48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 name="Google Shape;736;p54">
            <a:extLst>
              <a:ext uri="{FF2B5EF4-FFF2-40B4-BE49-F238E27FC236}">
                <a16:creationId xmlns:a16="http://schemas.microsoft.com/office/drawing/2014/main" id="{36FA65E5-FF90-F631-0088-D10BB18AC1DE}"/>
              </a:ext>
            </a:extLst>
          </p:cNvPr>
          <p:cNvSpPr txBox="1"/>
          <p:nvPr/>
        </p:nvSpPr>
        <p:spPr>
          <a:xfrm>
            <a:off x="712572" y="2850957"/>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dirty="0">
                <a:solidFill>
                  <a:schemeClr val="lt1"/>
                </a:solidFill>
                <a:latin typeface="Josefin Sans"/>
                <a:ea typeface="Josefin Sans"/>
                <a:cs typeface="Josefin Sans"/>
                <a:sym typeface="Josefin Sans"/>
              </a:rPr>
              <a:t>Defiance Campaign </a:t>
            </a:r>
            <a:endParaRPr sz="2000" b="1" dirty="0">
              <a:solidFill>
                <a:schemeClr val="lt1"/>
              </a:solidFill>
              <a:latin typeface="Josefin Sans"/>
              <a:ea typeface="Josefin Sans"/>
              <a:cs typeface="Josefin Sans"/>
              <a:sym typeface="Josefin Sans"/>
            </a:endParaRPr>
          </a:p>
        </p:txBody>
      </p:sp>
      <p:sp>
        <p:nvSpPr>
          <p:cNvPr id="737" name="Google Shape;737;p54">
            <a:extLst>
              <a:ext uri="{FF2B5EF4-FFF2-40B4-BE49-F238E27FC236}">
                <a16:creationId xmlns:a16="http://schemas.microsoft.com/office/drawing/2014/main" id="{89552466-63E4-34DB-03DF-7D5F6514883B}"/>
              </a:ext>
            </a:extLst>
          </p:cNvPr>
          <p:cNvSpPr txBox="1"/>
          <p:nvPr/>
        </p:nvSpPr>
        <p:spPr>
          <a:xfrm>
            <a:off x="2615688" y="2506855"/>
            <a:ext cx="19580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ZA" sz="2000" b="1" dirty="0">
                <a:solidFill>
                  <a:schemeClr val="lt1"/>
                </a:solidFill>
                <a:latin typeface="Josefin Sans"/>
                <a:ea typeface="Josefin Sans"/>
                <a:cs typeface="Josefin Sans"/>
                <a:sym typeface="Josefin Sans"/>
              </a:rPr>
              <a:t>D</a:t>
            </a:r>
            <a:r>
              <a:rPr lang="en" sz="2000" b="1" dirty="0">
                <a:solidFill>
                  <a:schemeClr val="lt1"/>
                </a:solidFill>
                <a:latin typeface="Josefin Sans"/>
                <a:ea typeface="Josefin Sans"/>
                <a:cs typeface="Josefin Sans"/>
                <a:sym typeface="Josefin Sans"/>
              </a:rPr>
              <a:t>rafting the Freedom Chater </a:t>
            </a:r>
            <a:endParaRPr sz="2000" b="1" dirty="0">
              <a:solidFill>
                <a:schemeClr val="lt1"/>
              </a:solidFill>
              <a:latin typeface="Josefin Sans"/>
              <a:ea typeface="Josefin Sans"/>
              <a:cs typeface="Josefin Sans"/>
              <a:sym typeface="Josefin Sans"/>
            </a:endParaRPr>
          </a:p>
        </p:txBody>
      </p:sp>
      <p:sp>
        <p:nvSpPr>
          <p:cNvPr id="738" name="Google Shape;738;p54">
            <a:extLst>
              <a:ext uri="{FF2B5EF4-FFF2-40B4-BE49-F238E27FC236}">
                <a16:creationId xmlns:a16="http://schemas.microsoft.com/office/drawing/2014/main" id="{724A761C-1F29-6667-732A-E25AEE715773}"/>
              </a:ext>
            </a:extLst>
          </p:cNvPr>
          <p:cNvSpPr txBox="1"/>
          <p:nvPr/>
        </p:nvSpPr>
        <p:spPr>
          <a:xfrm>
            <a:off x="4633450" y="2850944"/>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2000" b="1" dirty="0">
                <a:solidFill>
                  <a:schemeClr val="lt1"/>
                </a:solidFill>
                <a:latin typeface="Josefin Sans"/>
                <a:ea typeface="Josefin Sans"/>
                <a:cs typeface="Josefin Sans"/>
                <a:sym typeface="Josefin Sans"/>
              </a:rPr>
              <a:t>Sharpeville</a:t>
            </a:r>
            <a:endParaRPr sz="2000" b="1" dirty="0">
              <a:solidFill>
                <a:schemeClr val="lt1"/>
              </a:solidFill>
              <a:latin typeface="Josefin Sans"/>
              <a:ea typeface="Josefin Sans"/>
              <a:cs typeface="Josefin Sans"/>
              <a:sym typeface="Josefin Sans"/>
            </a:endParaRPr>
          </a:p>
        </p:txBody>
      </p:sp>
      <p:sp>
        <p:nvSpPr>
          <p:cNvPr id="739" name="Google Shape;739;p54">
            <a:extLst>
              <a:ext uri="{FF2B5EF4-FFF2-40B4-BE49-F238E27FC236}">
                <a16:creationId xmlns:a16="http://schemas.microsoft.com/office/drawing/2014/main" id="{4E8DE3D7-816B-E572-03E5-57F1D549EACE}"/>
              </a:ext>
            </a:extLst>
          </p:cNvPr>
          <p:cNvSpPr txBox="1"/>
          <p:nvPr/>
        </p:nvSpPr>
        <p:spPr>
          <a:xfrm>
            <a:off x="6776700" y="3159396"/>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ZA" sz="2000" b="1" dirty="0">
                <a:solidFill>
                  <a:schemeClr val="lt1"/>
                </a:solidFill>
                <a:latin typeface="Josefin Sans"/>
                <a:ea typeface="Josefin Sans"/>
                <a:cs typeface="Josefin Sans"/>
                <a:sym typeface="Josefin Sans"/>
              </a:rPr>
              <a:t>R</a:t>
            </a:r>
            <a:r>
              <a:rPr lang="en" sz="2000" b="1" dirty="0" err="1">
                <a:solidFill>
                  <a:schemeClr val="lt1"/>
                </a:solidFill>
                <a:latin typeface="Josefin Sans"/>
                <a:ea typeface="Josefin Sans"/>
                <a:cs typeface="Josefin Sans"/>
                <a:sym typeface="Josefin Sans"/>
              </a:rPr>
              <a:t>evionia</a:t>
            </a:r>
            <a:r>
              <a:rPr lang="en" sz="2000" b="1" dirty="0">
                <a:solidFill>
                  <a:schemeClr val="lt1"/>
                </a:solidFill>
                <a:latin typeface="Josefin Sans"/>
                <a:ea typeface="Josefin Sans"/>
                <a:cs typeface="Josefin Sans"/>
                <a:sym typeface="Josefin Sans"/>
              </a:rPr>
              <a:t> trail </a:t>
            </a:r>
            <a:endParaRPr sz="2000" b="1" dirty="0">
              <a:solidFill>
                <a:schemeClr val="lt1"/>
              </a:solidFill>
              <a:latin typeface="Josefin Sans"/>
              <a:ea typeface="Josefin Sans"/>
              <a:cs typeface="Josefin Sans"/>
              <a:sym typeface="Josefin Sans"/>
            </a:endParaRPr>
          </a:p>
        </p:txBody>
      </p:sp>
    </p:spTree>
    <p:extLst>
      <p:ext uri="{BB962C8B-B14F-4D97-AF65-F5344CB8AC3E}">
        <p14:creationId xmlns:p14="http://schemas.microsoft.com/office/powerpoint/2010/main" val="136592377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0790B98F-6234-1DED-F4D3-A192FFA4A26D}"/>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A8C95463-64F1-08A8-A285-824A3CF13FE1}"/>
              </a:ext>
            </a:extLst>
          </p:cNvPr>
          <p:cNvSpPr txBox="1">
            <a:spLocks noGrp="1"/>
          </p:cNvSpPr>
          <p:nvPr>
            <p:ph type="title"/>
          </p:nvPr>
        </p:nvSpPr>
        <p:spPr>
          <a:xfrm>
            <a:off x="1130609" y="-9171"/>
            <a:ext cx="8013391"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Early Responses </a:t>
            </a:r>
            <a:endParaRPr sz="6600" dirty="0">
              <a:solidFill>
                <a:schemeClr val="accent1"/>
              </a:solidFill>
            </a:endParaRPr>
          </a:p>
        </p:txBody>
      </p:sp>
      <p:sp>
        <p:nvSpPr>
          <p:cNvPr id="1101" name="Google Shape;1101;p60">
            <a:extLst>
              <a:ext uri="{FF2B5EF4-FFF2-40B4-BE49-F238E27FC236}">
                <a16:creationId xmlns:a16="http://schemas.microsoft.com/office/drawing/2014/main" id="{3237C84F-494F-4FCA-DF81-843A7E9302A9}"/>
              </a:ext>
            </a:extLst>
          </p:cNvPr>
          <p:cNvSpPr txBox="1">
            <a:spLocks noGrp="1"/>
          </p:cNvSpPr>
          <p:nvPr>
            <p:ph type="subTitle" idx="1"/>
          </p:nvPr>
        </p:nvSpPr>
        <p:spPr>
          <a:xfrm>
            <a:off x="941789" y="1184829"/>
            <a:ext cx="726042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dirty="0">
                <a:solidFill>
                  <a:schemeClr val="bg1"/>
                </a:solidFill>
              </a:rPr>
              <a:t>ANC formed in 1912 – response to Unification </a:t>
            </a:r>
          </a:p>
          <a:p>
            <a:pPr marL="285750" lvl="0" indent="-285750" algn="l">
              <a:lnSpc>
                <a:spcPct val="150000"/>
              </a:lnSpc>
              <a:buFont typeface="Arial" panose="020B0604020202020204" pitchFamily="34" charset="0"/>
              <a:buChar char="•"/>
            </a:pPr>
            <a:endParaRPr sz="2400" dirty="0">
              <a:solidFill>
                <a:schemeClr val="bg1"/>
              </a:solidFill>
            </a:endParaRPr>
          </a:p>
        </p:txBody>
      </p:sp>
    </p:spTree>
    <p:extLst>
      <p:ext uri="{BB962C8B-B14F-4D97-AF65-F5344CB8AC3E}">
        <p14:creationId xmlns:p14="http://schemas.microsoft.com/office/powerpoint/2010/main" val="40637954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099">
          <a:extLst>
            <a:ext uri="{FF2B5EF4-FFF2-40B4-BE49-F238E27FC236}">
              <a16:creationId xmlns:a16="http://schemas.microsoft.com/office/drawing/2014/main" id="{4EB8EEE3-03FF-A2B6-3FEA-C4362B646AA5}"/>
            </a:ext>
          </a:extLst>
        </p:cNvPr>
        <p:cNvGrpSpPr/>
        <p:nvPr/>
      </p:nvGrpSpPr>
      <p:grpSpPr>
        <a:xfrm>
          <a:off x="0" y="0"/>
          <a:ext cx="0" cy="0"/>
          <a:chOff x="0" y="0"/>
          <a:chExt cx="0" cy="0"/>
        </a:xfrm>
      </p:grpSpPr>
      <p:sp>
        <p:nvSpPr>
          <p:cNvPr id="1100" name="Google Shape;1100;p60">
            <a:extLst>
              <a:ext uri="{FF2B5EF4-FFF2-40B4-BE49-F238E27FC236}">
                <a16:creationId xmlns:a16="http://schemas.microsoft.com/office/drawing/2014/main" id="{9D5370E8-8863-9E51-5334-7B20699F452C}"/>
              </a:ext>
            </a:extLst>
          </p:cNvPr>
          <p:cNvSpPr txBox="1">
            <a:spLocks noGrp="1"/>
          </p:cNvSpPr>
          <p:nvPr>
            <p:ph type="title"/>
          </p:nvPr>
        </p:nvSpPr>
        <p:spPr>
          <a:xfrm>
            <a:off x="1130609" y="-9171"/>
            <a:ext cx="8331443" cy="119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6600" dirty="0">
                <a:solidFill>
                  <a:schemeClr val="accent1"/>
                </a:solidFill>
              </a:rPr>
              <a:t>Soweto Uprising </a:t>
            </a:r>
            <a:endParaRPr sz="6600" dirty="0">
              <a:solidFill>
                <a:schemeClr val="accent1"/>
              </a:solidFill>
            </a:endParaRPr>
          </a:p>
        </p:txBody>
      </p:sp>
      <p:sp>
        <p:nvSpPr>
          <p:cNvPr id="1101" name="Google Shape;1101;p60">
            <a:extLst>
              <a:ext uri="{FF2B5EF4-FFF2-40B4-BE49-F238E27FC236}">
                <a16:creationId xmlns:a16="http://schemas.microsoft.com/office/drawing/2014/main" id="{74A7DEE9-6AFE-F9CA-487B-786B67E32E00}"/>
              </a:ext>
            </a:extLst>
          </p:cNvPr>
          <p:cNvSpPr txBox="1">
            <a:spLocks noGrp="1"/>
          </p:cNvSpPr>
          <p:nvPr>
            <p:ph type="subTitle" idx="1"/>
          </p:nvPr>
        </p:nvSpPr>
        <p:spPr>
          <a:xfrm>
            <a:off x="941789" y="1184829"/>
            <a:ext cx="7260422" cy="3357214"/>
          </a:xfrm>
          <a:prstGeom prst="rect">
            <a:avLst/>
          </a:prstGeom>
        </p:spPr>
        <p:txBody>
          <a:bodyPr spcFirstLastPara="1" wrap="square" lIns="91425" tIns="91425" rIns="91425" bIns="91425" anchor="t" anchorCtr="0">
            <a:noAutofit/>
          </a:bodyPr>
          <a:lstStyle/>
          <a:p>
            <a:pPr marL="285750" lvl="0" indent="-285750" algn="l">
              <a:lnSpc>
                <a:spcPct val="150000"/>
              </a:lnSpc>
              <a:buFont typeface="Arial" panose="020B0604020202020204" pitchFamily="34" charset="0"/>
              <a:buChar char="•"/>
            </a:pPr>
            <a:r>
              <a:rPr lang="en-US" sz="2400" dirty="0"/>
              <a:t>Constitutional Crisis brought on by Harris, I, Harris II, and Collins cemented the principle of parliamentary supremacy </a:t>
            </a:r>
          </a:p>
          <a:p>
            <a:pPr marL="285750" lvl="0" indent="-285750" algn="l">
              <a:lnSpc>
                <a:spcPct val="150000"/>
              </a:lnSpc>
              <a:buFont typeface="Arial" panose="020B0604020202020204" pitchFamily="34" charset="0"/>
              <a:buChar char="•"/>
            </a:pPr>
            <a:r>
              <a:rPr lang="en-US" sz="2400" dirty="0"/>
              <a:t>It  also ramped up the use of law enforcement of persons of </a:t>
            </a:r>
            <a:r>
              <a:rPr lang="en-US" sz="2400" dirty="0" err="1"/>
              <a:t>colour</a:t>
            </a:r>
            <a:endParaRPr lang="en-US" sz="2400" dirty="0"/>
          </a:p>
          <a:p>
            <a:pPr marL="285750" lvl="0" indent="-285750" algn="l">
              <a:lnSpc>
                <a:spcPct val="150000"/>
              </a:lnSpc>
              <a:buFont typeface="Arial" panose="020B0604020202020204" pitchFamily="34" charset="0"/>
              <a:buChar char="•"/>
            </a:pPr>
            <a:r>
              <a:rPr lang="en-US" sz="2400" dirty="0"/>
              <a:t>The introduction of </a:t>
            </a:r>
            <a:r>
              <a:rPr lang="en-US" sz="2400" b="1" dirty="0">
                <a:solidFill>
                  <a:schemeClr val="accent1"/>
                </a:solidFill>
              </a:rPr>
              <a:t>Petty Apartheid </a:t>
            </a:r>
            <a:endParaRPr sz="2400" b="1" dirty="0">
              <a:solidFill>
                <a:schemeClr val="accent1"/>
              </a:solidFill>
            </a:endParaRPr>
          </a:p>
        </p:txBody>
      </p:sp>
    </p:spTree>
    <p:extLst>
      <p:ext uri="{BB962C8B-B14F-4D97-AF65-F5344CB8AC3E}">
        <p14:creationId xmlns:p14="http://schemas.microsoft.com/office/powerpoint/2010/main" val="161061451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440">
          <a:extLst>
            <a:ext uri="{FF2B5EF4-FFF2-40B4-BE49-F238E27FC236}">
              <a16:creationId xmlns:a16="http://schemas.microsoft.com/office/drawing/2014/main" id="{09AF4C6C-7D8B-2566-EC78-7B8569DA65F1}"/>
            </a:ext>
          </a:extLst>
        </p:cNvPr>
        <p:cNvGrpSpPr/>
        <p:nvPr/>
      </p:nvGrpSpPr>
      <p:grpSpPr>
        <a:xfrm>
          <a:off x="0" y="0"/>
          <a:ext cx="0" cy="0"/>
          <a:chOff x="0" y="0"/>
          <a:chExt cx="0" cy="0"/>
        </a:xfrm>
      </p:grpSpPr>
      <p:sp>
        <p:nvSpPr>
          <p:cNvPr id="441" name="Google Shape;441;p45">
            <a:extLst>
              <a:ext uri="{FF2B5EF4-FFF2-40B4-BE49-F238E27FC236}">
                <a16:creationId xmlns:a16="http://schemas.microsoft.com/office/drawing/2014/main" id="{9B6932E5-FB43-553E-DFE4-944A4514EFB9}"/>
              </a:ext>
            </a:extLst>
          </p:cNvPr>
          <p:cNvSpPr txBox="1">
            <a:spLocks noGrp="1"/>
          </p:cNvSpPr>
          <p:nvPr>
            <p:ph type="title"/>
          </p:nvPr>
        </p:nvSpPr>
        <p:spPr>
          <a:xfrm>
            <a:off x="714000" y="296400"/>
            <a:ext cx="6755312" cy="572700"/>
          </a:xfrm>
          <a:prstGeom prst="rect">
            <a:avLst/>
          </a:prstGeom>
        </p:spPr>
        <p:txBody>
          <a:bodyPr spcFirstLastPara="1" wrap="square" lIns="91425" tIns="91425" rIns="91425" bIns="91425" anchor="t" anchorCtr="0">
            <a:noAutofit/>
          </a:bodyPr>
          <a:lstStyle/>
          <a:p>
            <a:pPr lvl="0"/>
            <a:r>
              <a:rPr lang="en-ZA" sz="3600" dirty="0"/>
              <a:t>Global Standing</a:t>
            </a:r>
            <a:endParaRPr dirty="0"/>
          </a:p>
        </p:txBody>
      </p:sp>
      <p:sp>
        <p:nvSpPr>
          <p:cNvPr id="442" name="Google Shape;442;p45">
            <a:extLst>
              <a:ext uri="{FF2B5EF4-FFF2-40B4-BE49-F238E27FC236}">
                <a16:creationId xmlns:a16="http://schemas.microsoft.com/office/drawing/2014/main" id="{A9E878D3-39A0-A0D1-29B8-C7696D8D32DE}"/>
              </a:ext>
            </a:extLst>
          </p:cNvPr>
          <p:cNvSpPr txBox="1">
            <a:spLocks noGrp="1"/>
          </p:cNvSpPr>
          <p:nvPr>
            <p:ph type="subTitle" idx="1"/>
          </p:nvPr>
        </p:nvSpPr>
        <p:spPr>
          <a:xfrm>
            <a:off x="713999" y="992625"/>
            <a:ext cx="7898691" cy="3384165"/>
          </a:xfrm>
          <a:prstGeom prst="rect">
            <a:avLst/>
          </a:prstGeom>
        </p:spPr>
        <p:txBody>
          <a:bodyPr spcFirstLastPara="1" wrap="square" lIns="91425" tIns="91425" rIns="91425" bIns="91425" anchor="t" anchorCtr="0">
            <a:noAutofit/>
          </a:bodyPr>
          <a:lstStyle/>
          <a:p>
            <a:pPr lvl="0">
              <a:lnSpc>
                <a:spcPct val="150000"/>
              </a:lnSpc>
              <a:buFont typeface="Arial" panose="020B0604020202020204" pitchFamily="34" charset="0"/>
              <a:buChar char="•"/>
            </a:pPr>
            <a:r>
              <a:rPr lang="en-US" sz="2000" dirty="0"/>
              <a:t>Constitutional Vision is grounded in the present reality faced by many South African’s </a:t>
            </a:r>
          </a:p>
          <a:p>
            <a:pPr lvl="0">
              <a:lnSpc>
                <a:spcPct val="150000"/>
              </a:lnSpc>
              <a:buFont typeface="Arial" panose="020B0604020202020204" pitchFamily="34" charset="0"/>
              <a:buChar char="•"/>
            </a:pPr>
            <a:r>
              <a:rPr lang="en-US" sz="2000" dirty="0"/>
              <a:t>Acknowledgement of </a:t>
            </a:r>
            <a:r>
              <a:rPr lang="en-US" sz="2000" b="1" dirty="0">
                <a:solidFill>
                  <a:schemeClr val="accent2"/>
                </a:solidFill>
              </a:rPr>
              <a:t>Colonial and Apartheid Past</a:t>
            </a:r>
            <a:r>
              <a:rPr lang="en-US" sz="2000" dirty="0"/>
              <a:t>, which created an unjust  and unequal Society</a:t>
            </a:r>
          </a:p>
          <a:p>
            <a:pPr lvl="0">
              <a:lnSpc>
                <a:spcPct val="150000"/>
              </a:lnSpc>
              <a:buFont typeface="Arial" panose="020B0604020202020204" pitchFamily="34" charset="0"/>
              <a:buChar char="•"/>
            </a:pPr>
            <a:r>
              <a:rPr lang="en-US" sz="2000" dirty="0"/>
              <a:t>Wealth, resources and status were based on Race, Gender and Class </a:t>
            </a:r>
          </a:p>
          <a:p>
            <a:pPr lvl="0">
              <a:lnSpc>
                <a:spcPct val="150000"/>
              </a:lnSpc>
              <a:buFont typeface="Arial" panose="020B0604020202020204" pitchFamily="34" charset="0"/>
              <a:buChar char="•"/>
            </a:pPr>
            <a:r>
              <a:rPr lang="en-US" sz="2000" dirty="0"/>
              <a:t>The Constitution seeks to </a:t>
            </a:r>
            <a:r>
              <a:rPr lang="en-US" sz="2000" b="1" dirty="0">
                <a:solidFill>
                  <a:schemeClr val="accent2"/>
                </a:solidFill>
              </a:rPr>
              <a:t>CHANGE </a:t>
            </a:r>
            <a:r>
              <a:rPr lang="en-US" sz="2000" dirty="0"/>
              <a:t>this sort of Society </a:t>
            </a:r>
          </a:p>
        </p:txBody>
      </p:sp>
      <p:sp>
        <p:nvSpPr>
          <p:cNvPr id="444" name="Google Shape;444;p45">
            <a:extLst>
              <a:ext uri="{FF2B5EF4-FFF2-40B4-BE49-F238E27FC236}">
                <a16:creationId xmlns:a16="http://schemas.microsoft.com/office/drawing/2014/main" id="{7B6A1708-3864-74FF-57F3-ECD6DFCD2E07}"/>
              </a:ext>
            </a:extLst>
          </p:cNvPr>
          <p:cNvSpPr/>
          <p:nvPr/>
        </p:nvSpPr>
        <p:spPr>
          <a:xfrm>
            <a:off x="8317200" y="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 name="Google Shape;446;p45">
            <a:extLst>
              <a:ext uri="{FF2B5EF4-FFF2-40B4-BE49-F238E27FC236}">
                <a16:creationId xmlns:a16="http://schemas.microsoft.com/office/drawing/2014/main" id="{732DCFDE-DD31-31FF-A7C1-7BB82600FF04}"/>
              </a:ext>
            </a:extLst>
          </p:cNvPr>
          <p:cNvGrpSpPr/>
          <p:nvPr/>
        </p:nvGrpSpPr>
        <p:grpSpPr>
          <a:xfrm>
            <a:off x="8612690" y="3589425"/>
            <a:ext cx="701400" cy="470850"/>
            <a:chOff x="2171175" y="41750"/>
            <a:chExt cx="701400" cy="470850"/>
          </a:xfrm>
        </p:grpSpPr>
        <p:sp>
          <p:nvSpPr>
            <p:cNvPr id="447" name="Google Shape;447;p45">
              <a:extLst>
                <a:ext uri="{FF2B5EF4-FFF2-40B4-BE49-F238E27FC236}">
                  <a16:creationId xmlns:a16="http://schemas.microsoft.com/office/drawing/2014/main" id="{51D478CC-3863-171A-17C5-26177B8361A9}"/>
                </a:ext>
              </a:extLst>
            </p:cNvPr>
            <p:cNvSpPr/>
            <p:nvPr/>
          </p:nvSpPr>
          <p:spPr>
            <a:xfrm>
              <a:off x="2171175" y="4175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5">
              <a:extLst>
                <a:ext uri="{FF2B5EF4-FFF2-40B4-BE49-F238E27FC236}">
                  <a16:creationId xmlns:a16="http://schemas.microsoft.com/office/drawing/2014/main" id="{9B9C8615-2D2C-4A3E-9377-F02B8BADC67C}"/>
                </a:ext>
              </a:extLst>
            </p:cNvPr>
            <p:cNvSpPr/>
            <p:nvPr/>
          </p:nvSpPr>
          <p:spPr>
            <a:xfrm>
              <a:off x="2171175" y="217125"/>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5">
              <a:extLst>
                <a:ext uri="{FF2B5EF4-FFF2-40B4-BE49-F238E27FC236}">
                  <a16:creationId xmlns:a16="http://schemas.microsoft.com/office/drawing/2014/main" id="{04200395-D4B9-28BC-54E6-1B9136D78145}"/>
                </a:ext>
              </a:extLst>
            </p:cNvPr>
            <p:cNvSpPr/>
            <p:nvPr/>
          </p:nvSpPr>
          <p:spPr>
            <a:xfrm>
              <a:off x="2171175" y="387200"/>
              <a:ext cx="701400" cy="125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45711795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4" name="Google Shape;454;p46"/>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GENERAL</a:t>
            </a:r>
            <a:r>
              <a:rPr lang="en"/>
              <a:t> BACKGROUND</a:t>
            </a:r>
            <a:endParaRPr>
              <a:solidFill>
                <a:schemeClr val="lt1"/>
              </a:solidFill>
            </a:endParaRPr>
          </a:p>
        </p:txBody>
      </p:sp>
      <p:sp>
        <p:nvSpPr>
          <p:cNvPr id="455" name="Google Shape;455;p46"/>
          <p:cNvSpPr txBox="1">
            <a:spLocks noGrp="1"/>
          </p:cNvSpPr>
          <p:nvPr>
            <p:ph type="subTitle" idx="1"/>
          </p:nvPr>
        </p:nvSpPr>
        <p:spPr>
          <a:xfrm>
            <a:off x="1488950" y="3287179"/>
            <a:ext cx="2748000" cy="96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456" name="Google Shape;456;p46"/>
          <p:cNvSpPr txBox="1">
            <a:spLocks noGrp="1"/>
          </p:cNvSpPr>
          <p:nvPr>
            <p:ph type="subTitle" idx="2"/>
          </p:nvPr>
        </p:nvSpPr>
        <p:spPr>
          <a:xfrm>
            <a:off x="1488950" y="2947804"/>
            <a:ext cx="27480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457" name="Google Shape;457;p46"/>
          <p:cNvSpPr txBox="1">
            <a:spLocks noGrp="1"/>
          </p:cNvSpPr>
          <p:nvPr>
            <p:ph type="subTitle" idx="3"/>
          </p:nvPr>
        </p:nvSpPr>
        <p:spPr>
          <a:xfrm>
            <a:off x="4907050" y="3287179"/>
            <a:ext cx="2748000" cy="96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 This is where we all live</a:t>
            </a:r>
            <a:endParaRPr>
              <a:solidFill>
                <a:schemeClr val="lt1"/>
              </a:solidFill>
            </a:endParaRPr>
          </a:p>
        </p:txBody>
      </p:sp>
      <p:sp>
        <p:nvSpPr>
          <p:cNvPr id="458" name="Google Shape;458;p46"/>
          <p:cNvSpPr txBox="1">
            <a:spLocks noGrp="1"/>
          </p:cNvSpPr>
          <p:nvPr>
            <p:ph type="subTitle" idx="4"/>
          </p:nvPr>
        </p:nvSpPr>
        <p:spPr>
          <a:xfrm>
            <a:off x="4907050" y="2947804"/>
            <a:ext cx="27480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a:t>
            </a:r>
            <a:endParaRPr>
              <a:solidFill>
                <a:schemeClr val="lt1"/>
              </a:solidFill>
            </a:endParaRPr>
          </a:p>
        </p:txBody>
      </p:sp>
      <p:sp>
        <p:nvSpPr>
          <p:cNvPr id="459" name="Google Shape;459;p46"/>
          <p:cNvSpPr/>
          <p:nvPr/>
        </p:nvSpPr>
        <p:spPr>
          <a:xfrm>
            <a:off x="300600" y="4092850"/>
            <a:ext cx="826800" cy="869100"/>
          </a:xfrm>
          <a:prstGeom prst="star10">
            <a:avLst>
              <a:gd name="adj" fmla="val 0"/>
              <a:gd name="hf" fmla="val 105146"/>
            </a:avLst>
          </a:prstGeom>
          <a:solidFill>
            <a:schemeClr val="l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6"/>
          <p:cNvSpPr/>
          <p:nvPr/>
        </p:nvSpPr>
        <p:spPr>
          <a:xfrm>
            <a:off x="2378298" y="1788753"/>
            <a:ext cx="969300" cy="9693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61" name="Google Shape;461;p46"/>
          <p:cNvSpPr/>
          <p:nvPr/>
        </p:nvSpPr>
        <p:spPr>
          <a:xfrm>
            <a:off x="5796398" y="1788753"/>
            <a:ext cx="969300" cy="9693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grpSp>
        <p:nvGrpSpPr>
          <p:cNvPr id="462" name="Google Shape;462;p46"/>
          <p:cNvGrpSpPr/>
          <p:nvPr/>
        </p:nvGrpSpPr>
        <p:grpSpPr>
          <a:xfrm>
            <a:off x="2556077" y="2004498"/>
            <a:ext cx="613729" cy="537803"/>
            <a:chOff x="899850" y="871450"/>
            <a:chExt cx="483175" cy="423400"/>
          </a:xfrm>
        </p:grpSpPr>
        <p:sp>
          <p:nvSpPr>
            <p:cNvPr id="463" name="Google Shape;463;p4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4" name="Google Shape;464;p4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5" name="Google Shape;465;p4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6" name="Google Shape;466;p4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67" name="Google Shape;467;p46"/>
          <p:cNvGrpSpPr/>
          <p:nvPr/>
        </p:nvGrpSpPr>
        <p:grpSpPr>
          <a:xfrm>
            <a:off x="6010969" y="2004498"/>
            <a:ext cx="540146" cy="537817"/>
            <a:chOff x="-9958475" y="3180025"/>
            <a:chExt cx="354450" cy="352875"/>
          </a:xfrm>
        </p:grpSpPr>
        <p:sp>
          <p:nvSpPr>
            <p:cNvPr id="468" name="Google Shape;468;p46"/>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6"/>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6"/>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 name="Google Shape;471;p46"/>
          <p:cNvSpPr/>
          <p:nvPr/>
        </p:nvSpPr>
        <p:spPr>
          <a:xfrm rot="5400000">
            <a:off x="378353" y="1027675"/>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385"/>
        <p:cNvGrpSpPr/>
        <p:nvPr/>
      </p:nvGrpSpPr>
      <p:grpSpPr>
        <a:xfrm>
          <a:off x="0" y="0"/>
          <a:ext cx="0" cy="0"/>
          <a:chOff x="0" y="0"/>
          <a:chExt cx="0" cy="0"/>
        </a:xfrm>
      </p:grpSpPr>
      <p:sp>
        <p:nvSpPr>
          <p:cNvPr id="386" name="Google Shape;386;p41"/>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CONTENTS</a:t>
            </a:r>
            <a:r>
              <a:rPr lang="en"/>
              <a:t> </a:t>
            </a:r>
            <a:r>
              <a:rPr lang="en">
                <a:solidFill>
                  <a:schemeClr val="accent2"/>
                </a:solidFill>
              </a:rPr>
              <a:t>OF </a:t>
            </a:r>
            <a:r>
              <a:rPr lang="en">
                <a:solidFill>
                  <a:schemeClr val="lt1"/>
                </a:solidFill>
              </a:rPr>
              <a:t>THIS TEMPLATE</a:t>
            </a:r>
            <a:endParaRPr>
              <a:solidFill>
                <a:schemeClr val="lt1"/>
              </a:solidFill>
            </a:endParaRPr>
          </a:p>
        </p:txBody>
      </p:sp>
      <p:sp>
        <p:nvSpPr>
          <p:cNvPr id="387" name="Google Shape;387;p41"/>
          <p:cNvSpPr txBox="1">
            <a:spLocks noGrp="1"/>
          </p:cNvSpPr>
          <p:nvPr>
            <p:ph type="body" idx="1"/>
          </p:nvPr>
        </p:nvSpPr>
        <p:spPr>
          <a:xfrm>
            <a:off x="714000" y="1248225"/>
            <a:ext cx="7716000" cy="53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b="1">
                <a:solidFill>
                  <a:schemeClr val="lt1"/>
                </a:solidFill>
              </a:rPr>
              <a:t>This is a slide structure based on a multi-purpose presentation</a:t>
            </a:r>
            <a:endParaRPr b="1">
              <a:solidFill>
                <a:schemeClr val="lt1"/>
              </a:solidFill>
            </a:endParaRPr>
          </a:p>
          <a:p>
            <a:pPr marL="0" lvl="0" indent="0" algn="l" rtl="0">
              <a:spcBef>
                <a:spcPts val="0"/>
              </a:spcBef>
              <a:spcAft>
                <a:spcPts val="0"/>
              </a:spcAft>
              <a:buNone/>
            </a:pPr>
            <a:r>
              <a:rPr lang="en">
                <a:solidFill>
                  <a:schemeClr val="lt1"/>
                </a:solidFill>
              </a:rPr>
              <a:t>You can delete this slide when you’re done editing the presentation</a:t>
            </a:r>
            <a:endParaRPr>
              <a:solidFill>
                <a:schemeClr val="lt1"/>
              </a:solidFill>
            </a:endParaRPr>
          </a:p>
        </p:txBody>
      </p:sp>
      <p:graphicFrame>
        <p:nvGraphicFramePr>
          <p:cNvPr id="388" name="Google Shape;388;p41"/>
          <p:cNvGraphicFramePr/>
          <p:nvPr/>
        </p:nvGraphicFramePr>
        <p:xfrm>
          <a:off x="820225" y="1925325"/>
          <a:ext cx="7503550" cy="2103000"/>
        </p:xfrm>
        <a:graphic>
          <a:graphicData uri="http://schemas.openxmlformats.org/drawingml/2006/table">
            <a:tbl>
              <a:tblPr>
                <a:noFill/>
                <a:tableStyleId>{126DD2CE-0F8D-40FD-B329-D1D671988388}</a:tableStyleId>
              </a:tblPr>
              <a:tblGrid>
                <a:gridCol w="2235725">
                  <a:extLst>
                    <a:ext uri="{9D8B030D-6E8A-4147-A177-3AD203B41FA5}">
                      <a16:colId xmlns:a16="http://schemas.microsoft.com/office/drawing/2014/main" val="20000"/>
                    </a:ext>
                  </a:extLst>
                </a:gridCol>
                <a:gridCol w="5267825">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100" b="1">
                          <a:solidFill>
                            <a:schemeClr val="hlink"/>
                          </a:solidFill>
                          <a:uFill>
                            <a:noFill/>
                          </a:uFill>
                          <a:latin typeface="Catamaran"/>
                          <a:ea typeface="Catamaran"/>
                          <a:cs typeface="Catamaran"/>
                          <a:sym typeface="Catamaran"/>
                          <a:hlinkClick r:id="rId3" action="ppaction://hlinksldjump"/>
                        </a:rPr>
                        <a:t>Fonts</a:t>
                      </a:r>
                      <a:endParaRPr sz="1100" b="1">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100">
                          <a:solidFill>
                            <a:schemeClr val="lt1"/>
                          </a:solidFill>
                          <a:latin typeface="Catamaran"/>
                          <a:ea typeface="Catamaran"/>
                          <a:cs typeface="Catamaran"/>
                          <a:sym typeface="Catamaran"/>
                        </a:rPr>
                        <a:t>To view this template correctly in PowerPoint, download and install the fonts we used</a:t>
                      </a:r>
                      <a:endParaRPr sz="1100">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100" b="1">
                          <a:solidFill>
                            <a:schemeClr val="hlink"/>
                          </a:solidFill>
                          <a:uFill>
                            <a:noFill/>
                          </a:uFill>
                          <a:latin typeface="Catamaran"/>
                          <a:ea typeface="Catamaran"/>
                          <a:cs typeface="Catamaran"/>
                          <a:sym typeface="Catamaran"/>
                          <a:hlinkClick r:id="rId4" action="ppaction://hlinksldjump"/>
                        </a:rPr>
                        <a:t>Used</a:t>
                      </a:r>
                      <a:r>
                        <a:rPr lang="en" sz="1100" b="1">
                          <a:solidFill>
                            <a:schemeClr val="lt1"/>
                          </a:solidFill>
                          <a:latin typeface="Catamaran"/>
                          <a:ea typeface="Catamaran"/>
                          <a:cs typeface="Catamaran"/>
                          <a:sym typeface="Catamaran"/>
                        </a:rPr>
                        <a:t> and </a:t>
                      </a:r>
                      <a:r>
                        <a:rPr lang="en" sz="1100" b="1">
                          <a:solidFill>
                            <a:schemeClr val="hlink"/>
                          </a:solidFill>
                          <a:uFill>
                            <a:noFill/>
                          </a:uFill>
                          <a:latin typeface="Catamaran"/>
                          <a:ea typeface="Catamaran"/>
                          <a:cs typeface="Catamaran"/>
                          <a:sym typeface="Catamaran"/>
                          <a:hlinkClick r:id="rId5" action="ppaction://hlinksldjump"/>
                        </a:rPr>
                        <a:t>alternative resources</a:t>
                      </a:r>
                      <a:endParaRPr sz="1100" b="1">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marR="0" lvl="0" indent="0" algn="l" rtl="0">
                        <a:lnSpc>
                          <a:spcPct val="100000"/>
                        </a:lnSpc>
                        <a:spcBef>
                          <a:spcPts val="0"/>
                        </a:spcBef>
                        <a:spcAft>
                          <a:spcPts val="1600"/>
                        </a:spcAft>
                        <a:buNone/>
                      </a:pPr>
                      <a:r>
                        <a:rPr lang="en" sz="1100">
                          <a:solidFill>
                            <a:schemeClr val="lt1"/>
                          </a:solidFill>
                          <a:latin typeface="Catamaran"/>
                          <a:ea typeface="Catamaran"/>
                          <a:cs typeface="Catamaran"/>
                          <a:sym typeface="Catamaran"/>
                        </a:rPr>
                        <a:t>An assortment of graphic resources that are suitable for use in this presentation</a:t>
                      </a:r>
                      <a:endParaRPr sz="1100">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b="1">
                          <a:solidFill>
                            <a:schemeClr val="hlink"/>
                          </a:solidFill>
                          <a:uFill>
                            <a:noFill/>
                          </a:uFill>
                          <a:latin typeface="Catamaran"/>
                          <a:ea typeface="Catamaran"/>
                          <a:cs typeface="Catamaran"/>
                          <a:sym typeface="Catamaran"/>
                          <a:hlinkClick r:id="rId6" action="ppaction://hlinksldjump"/>
                        </a:rPr>
                        <a:t>Thanks slide</a:t>
                      </a:r>
                      <a:endParaRPr sz="1100" b="1">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100">
                          <a:solidFill>
                            <a:schemeClr val="lt1"/>
                          </a:solidFill>
                          <a:latin typeface="Catamaran"/>
                          <a:ea typeface="Catamaran"/>
                          <a:cs typeface="Catamaran"/>
                          <a:sym typeface="Catamaran"/>
                        </a:rPr>
                        <a:t>You must keep it so that proper credits for our design are given</a:t>
                      </a:r>
                      <a:endParaRPr sz="1100">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b="1">
                          <a:solidFill>
                            <a:schemeClr val="hlink"/>
                          </a:solidFill>
                          <a:uFill>
                            <a:noFill/>
                          </a:uFill>
                          <a:latin typeface="Catamaran"/>
                          <a:ea typeface="Catamaran"/>
                          <a:cs typeface="Catamaran"/>
                          <a:sym typeface="Catamaran"/>
                          <a:hlinkClick r:id="rId3" action="ppaction://hlinksldjump"/>
                        </a:rPr>
                        <a:t>Colors</a:t>
                      </a:r>
                      <a:endParaRPr sz="1100" b="1">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100">
                          <a:solidFill>
                            <a:schemeClr val="lt1"/>
                          </a:solidFill>
                          <a:latin typeface="Catamaran"/>
                          <a:ea typeface="Catamaran"/>
                          <a:cs typeface="Catamaran"/>
                          <a:sym typeface="Catamaran"/>
                        </a:rPr>
                        <a:t>All the colors used in this presentation</a:t>
                      </a:r>
                      <a:endParaRPr sz="1100">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100" b="1">
                          <a:solidFill>
                            <a:schemeClr val="hlink"/>
                          </a:solidFill>
                          <a:uFill>
                            <a:noFill/>
                          </a:uFill>
                          <a:latin typeface="Catamaran"/>
                          <a:ea typeface="Catamaran"/>
                          <a:cs typeface="Catamaran"/>
                          <a:sym typeface="Catamaran"/>
                          <a:hlinkClick r:id="rId7" action="ppaction://hlinksldjump"/>
                        </a:rPr>
                        <a:t>Infographic resources</a:t>
                      </a:r>
                      <a:endParaRPr sz="1100" b="1">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sz="1100">
                          <a:solidFill>
                            <a:schemeClr val="lt1"/>
                          </a:solidFill>
                          <a:latin typeface="Catamaran"/>
                          <a:ea typeface="Catamaran"/>
                          <a:cs typeface="Catamaran"/>
                          <a:sym typeface="Catamaran"/>
                        </a:rPr>
                        <a:t>These can be used in the template, and their size and color can be edited</a:t>
                      </a:r>
                      <a:endParaRPr sz="1100">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100" b="1">
                          <a:solidFill>
                            <a:schemeClr val="hlink"/>
                          </a:solidFill>
                          <a:uFill>
                            <a:noFill/>
                          </a:uFill>
                          <a:latin typeface="Catamaran"/>
                          <a:ea typeface="Catamaran"/>
                          <a:cs typeface="Catamaran"/>
                          <a:sym typeface="Catamaran"/>
                          <a:hlinkClick r:id="rId8" action="ppaction://hlinksldjump"/>
                        </a:rPr>
                        <a:t>Customizable icons</a:t>
                      </a:r>
                      <a:endParaRPr sz="1100" b="1">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100">
                          <a:solidFill>
                            <a:schemeClr val="lt1"/>
                          </a:solidFill>
                          <a:latin typeface="Catamaran"/>
                          <a:ea typeface="Catamaran"/>
                          <a:cs typeface="Catamaran"/>
                          <a:sym typeface="Catamaran"/>
                        </a:rPr>
                        <a:t>They are sorted by theme so you can use them in all kinds of presentations</a:t>
                      </a:r>
                      <a:endParaRPr sz="1100">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389" name="Google Shape;389;p41"/>
          <p:cNvSpPr txBox="1"/>
          <p:nvPr/>
        </p:nvSpPr>
        <p:spPr>
          <a:xfrm>
            <a:off x="820225" y="4169325"/>
            <a:ext cx="36390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Catamaran"/>
                <a:ea typeface="Catamaran"/>
                <a:cs typeface="Catamaran"/>
                <a:sym typeface="Catamaran"/>
              </a:rPr>
              <a:t>For more info:</a:t>
            </a:r>
            <a:br>
              <a:rPr lang="en" sz="1200">
                <a:solidFill>
                  <a:schemeClr val="lt1"/>
                </a:solidFill>
                <a:latin typeface="Catamaran"/>
                <a:ea typeface="Catamaran"/>
                <a:cs typeface="Catamaran"/>
                <a:sym typeface="Catamaran"/>
              </a:rPr>
            </a:br>
            <a:r>
              <a:rPr lang="en" sz="1200" b="1">
                <a:solidFill>
                  <a:schemeClr val="accent2"/>
                </a:solidFill>
                <a:uFill>
                  <a:noFill/>
                </a:uFill>
                <a:latin typeface="Catamaran"/>
                <a:ea typeface="Catamaran"/>
                <a:cs typeface="Catamaran"/>
                <a:sym typeface="Catamaran"/>
                <a:hlinkClick r:id="rId9">
                  <a:extLst>
                    <a:ext uri="{A12FA001-AC4F-418D-AE19-62706E023703}">
                      <ahyp:hlinkClr xmlns:ahyp="http://schemas.microsoft.com/office/drawing/2018/hyperlinkcolor" val="tx"/>
                    </a:ext>
                  </a:extLst>
                </a:hlinkClick>
              </a:rPr>
              <a:t>SLIDESGO </a:t>
            </a:r>
            <a:r>
              <a:rPr lang="en" sz="1200" b="1">
                <a:solidFill>
                  <a:schemeClr val="accent2"/>
                </a:solidFill>
                <a:latin typeface="Catamaran"/>
                <a:ea typeface="Catamaran"/>
                <a:cs typeface="Catamaran"/>
                <a:sym typeface="Catamaran"/>
              </a:rPr>
              <a:t> |  </a:t>
            </a:r>
            <a:r>
              <a:rPr lang="en" sz="1200" b="1">
                <a:solidFill>
                  <a:schemeClr val="accent2"/>
                </a:solidFill>
                <a:uFill>
                  <a:noFill/>
                </a:uFill>
                <a:latin typeface="Catamaran"/>
                <a:ea typeface="Catamaran"/>
                <a:cs typeface="Catamaran"/>
                <a:sym typeface="Catamaran"/>
                <a:hlinkClick r:id="rId10">
                  <a:extLst>
                    <a:ext uri="{A12FA001-AC4F-418D-AE19-62706E023703}">
                      <ahyp:hlinkClr xmlns:ahyp="http://schemas.microsoft.com/office/drawing/2018/hyperlinkcolor" val="tx"/>
                    </a:ext>
                  </a:extLst>
                </a:hlinkClick>
              </a:rPr>
              <a:t>SLIDESGO SCHOOL</a:t>
            </a:r>
            <a:r>
              <a:rPr lang="en" sz="1200" b="1">
                <a:solidFill>
                  <a:schemeClr val="accent2"/>
                </a:solidFill>
                <a:latin typeface="Catamaran"/>
                <a:ea typeface="Catamaran"/>
                <a:cs typeface="Catamaran"/>
                <a:sym typeface="Catamaran"/>
              </a:rPr>
              <a:t>  |  </a:t>
            </a:r>
            <a:r>
              <a:rPr lang="en" sz="1200" b="1">
                <a:solidFill>
                  <a:schemeClr val="accent2"/>
                </a:solidFill>
                <a:uFill>
                  <a:noFill/>
                </a:uFill>
                <a:latin typeface="Catamaran"/>
                <a:ea typeface="Catamaran"/>
                <a:cs typeface="Catamaran"/>
                <a:sym typeface="Catamaran"/>
                <a:hlinkClick r:id="rId11">
                  <a:extLst>
                    <a:ext uri="{A12FA001-AC4F-418D-AE19-62706E023703}">
                      <ahyp:hlinkClr xmlns:ahyp="http://schemas.microsoft.com/office/drawing/2018/hyperlinkcolor" val="tx"/>
                    </a:ext>
                  </a:extLst>
                </a:hlinkClick>
              </a:rPr>
              <a:t>FAQS</a:t>
            </a:r>
            <a:endParaRPr sz="1200" b="1">
              <a:solidFill>
                <a:schemeClr val="accent2"/>
              </a:solidFill>
              <a:latin typeface="Catamaran"/>
              <a:ea typeface="Catamaran"/>
              <a:cs typeface="Catamaran"/>
              <a:sym typeface="Catamaran"/>
            </a:endParaRPr>
          </a:p>
        </p:txBody>
      </p:sp>
      <p:sp>
        <p:nvSpPr>
          <p:cNvPr id="390" name="Google Shape;390;p41"/>
          <p:cNvSpPr txBox="1"/>
          <p:nvPr/>
        </p:nvSpPr>
        <p:spPr>
          <a:xfrm>
            <a:off x="4684725" y="4169325"/>
            <a:ext cx="36390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Catamaran"/>
                <a:ea typeface="Catamaran"/>
                <a:cs typeface="Catamaran"/>
                <a:sym typeface="Catamaran"/>
              </a:rPr>
              <a:t>You can visit our sister projects:</a:t>
            </a:r>
            <a:br>
              <a:rPr lang="en" sz="1200">
                <a:solidFill>
                  <a:schemeClr val="lt1"/>
                </a:solidFill>
                <a:latin typeface="Catamaran"/>
                <a:ea typeface="Catamaran"/>
                <a:cs typeface="Catamaran"/>
                <a:sym typeface="Catamaran"/>
              </a:rPr>
            </a:br>
            <a:r>
              <a:rPr lang="en" sz="1200" b="1">
                <a:solidFill>
                  <a:schemeClr val="accent2"/>
                </a:solidFill>
                <a:uFill>
                  <a:noFill/>
                </a:uFill>
                <a:latin typeface="Catamaran"/>
                <a:ea typeface="Catamaran"/>
                <a:cs typeface="Catamaran"/>
                <a:sym typeface="Catamaran"/>
                <a:hlinkClick r:id="rId12">
                  <a:extLst>
                    <a:ext uri="{A12FA001-AC4F-418D-AE19-62706E023703}">
                      <ahyp:hlinkClr xmlns:ahyp="http://schemas.microsoft.com/office/drawing/2018/hyperlinkcolor" val="tx"/>
                    </a:ext>
                  </a:extLst>
                </a:hlinkClick>
              </a:rPr>
              <a:t>FREEPIK</a:t>
            </a:r>
            <a:r>
              <a:rPr lang="en" sz="1200" b="1">
                <a:solidFill>
                  <a:schemeClr val="accent2"/>
                </a:solidFill>
                <a:latin typeface="Catamaran"/>
                <a:ea typeface="Catamaran"/>
                <a:cs typeface="Catamaran"/>
                <a:sym typeface="Catamaran"/>
              </a:rPr>
              <a:t> | </a:t>
            </a:r>
            <a:r>
              <a:rPr lang="en" sz="1200" b="1">
                <a:solidFill>
                  <a:schemeClr val="accent2"/>
                </a:solidFill>
                <a:uFill>
                  <a:noFill/>
                </a:uFill>
                <a:latin typeface="Catamaran"/>
                <a:ea typeface="Catamaran"/>
                <a:cs typeface="Catamaran"/>
                <a:sym typeface="Catamaran"/>
                <a:hlinkClick r:id="rId13">
                  <a:extLst>
                    <a:ext uri="{A12FA001-AC4F-418D-AE19-62706E023703}">
                      <ahyp:hlinkClr xmlns:ahyp="http://schemas.microsoft.com/office/drawing/2018/hyperlinkcolor" val="tx"/>
                    </a:ext>
                  </a:extLst>
                </a:hlinkClick>
              </a:rPr>
              <a:t>FLATICON</a:t>
            </a:r>
            <a:r>
              <a:rPr lang="en" sz="1200" b="1">
                <a:solidFill>
                  <a:schemeClr val="accent2"/>
                </a:solidFill>
                <a:latin typeface="Catamaran"/>
                <a:ea typeface="Catamaran"/>
                <a:cs typeface="Catamaran"/>
                <a:sym typeface="Catamaran"/>
              </a:rPr>
              <a:t> | </a:t>
            </a:r>
            <a:r>
              <a:rPr lang="en" sz="1200" b="1">
                <a:solidFill>
                  <a:schemeClr val="accent2"/>
                </a:solidFill>
                <a:uFill>
                  <a:noFill/>
                </a:uFill>
                <a:latin typeface="Catamaran"/>
                <a:ea typeface="Catamaran"/>
                <a:cs typeface="Catamaran"/>
                <a:sym typeface="Catamaran"/>
                <a:hlinkClick r:id="rId14">
                  <a:extLst>
                    <a:ext uri="{A12FA001-AC4F-418D-AE19-62706E023703}">
                      <ahyp:hlinkClr xmlns:ahyp="http://schemas.microsoft.com/office/drawing/2018/hyperlinkcolor" val="tx"/>
                    </a:ext>
                  </a:extLst>
                </a:hlinkClick>
              </a:rPr>
              <a:t>STORYSET</a:t>
            </a:r>
            <a:r>
              <a:rPr lang="en" sz="1200" b="1">
                <a:solidFill>
                  <a:schemeClr val="accent2"/>
                </a:solidFill>
                <a:latin typeface="Catamaran"/>
                <a:ea typeface="Catamaran"/>
                <a:cs typeface="Catamaran"/>
                <a:sym typeface="Catamaran"/>
              </a:rPr>
              <a:t> | </a:t>
            </a:r>
            <a:r>
              <a:rPr lang="en" sz="1200" b="1">
                <a:solidFill>
                  <a:schemeClr val="accent2"/>
                </a:solidFill>
                <a:uFill>
                  <a:noFill/>
                </a:uFill>
                <a:latin typeface="Catamaran"/>
                <a:ea typeface="Catamaran"/>
                <a:cs typeface="Catamaran"/>
                <a:sym typeface="Catamaran"/>
                <a:hlinkClick r:id="rId15">
                  <a:extLst>
                    <a:ext uri="{A12FA001-AC4F-418D-AE19-62706E023703}">
                      <ahyp:hlinkClr xmlns:ahyp="http://schemas.microsoft.com/office/drawing/2018/hyperlinkcolor" val="tx"/>
                    </a:ext>
                  </a:extLst>
                </a:hlinkClick>
              </a:rPr>
              <a:t>WEPIK </a:t>
            </a:r>
            <a:r>
              <a:rPr lang="en" sz="1200" b="1">
                <a:solidFill>
                  <a:schemeClr val="accent2"/>
                </a:solidFill>
                <a:latin typeface="Catamaran"/>
                <a:ea typeface="Catamaran"/>
                <a:cs typeface="Catamaran"/>
                <a:sym typeface="Catamaran"/>
              </a:rPr>
              <a:t>| </a:t>
            </a:r>
            <a:r>
              <a:rPr lang="en" sz="1200" b="1">
                <a:solidFill>
                  <a:schemeClr val="accent2"/>
                </a:solidFill>
                <a:uFill>
                  <a:noFill/>
                </a:uFill>
                <a:latin typeface="Catamaran"/>
                <a:ea typeface="Catamaran"/>
                <a:cs typeface="Catamaran"/>
                <a:sym typeface="Catamaran"/>
                <a:hlinkClick r:id="rId16">
                  <a:extLst>
                    <a:ext uri="{A12FA001-AC4F-418D-AE19-62706E023703}">
                      <ahyp:hlinkClr xmlns:ahyp="http://schemas.microsoft.com/office/drawing/2018/hyperlinkcolor" val="tx"/>
                    </a:ext>
                  </a:extLst>
                </a:hlinkClick>
              </a:rPr>
              <a:t>VIDFY</a:t>
            </a:r>
            <a:endParaRPr sz="1200" b="1">
              <a:solidFill>
                <a:schemeClr val="accent2"/>
              </a:solidFill>
              <a:latin typeface="Catamaran"/>
              <a:ea typeface="Catamaran"/>
              <a:cs typeface="Catamaran"/>
              <a:sym typeface="Catamaran"/>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404"/>
        <p:cNvGrpSpPr/>
        <p:nvPr/>
      </p:nvGrpSpPr>
      <p:grpSpPr>
        <a:xfrm>
          <a:off x="0" y="0"/>
          <a:ext cx="0" cy="0"/>
          <a:chOff x="0" y="0"/>
          <a:chExt cx="0" cy="0"/>
        </a:xfrm>
      </p:grpSpPr>
      <p:sp>
        <p:nvSpPr>
          <p:cNvPr id="405" name="Google Shape;405;p43"/>
          <p:cNvSpPr/>
          <p:nvPr/>
        </p:nvSpPr>
        <p:spPr>
          <a:xfrm>
            <a:off x="5058880" y="3264258"/>
            <a:ext cx="731400" cy="7314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06" name="Google Shape;406;p43"/>
          <p:cNvSpPr/>
          <p:nvPr/>
        </p:nvSpPr>
        <p:spPr>
          <a:xfrm>
            <a:off x="5058880" y="1655058"/>
            <a:ext cx="731400" cy="7314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07" name="Google Shape;407;p43"/>
          <p:cNvSpPr/>
          <p:nvPr/>
        </p:nvSpPr>
        <p:spPr>
          <a:xfrm>
            <a:off x="1141558" y="3264258"/>
            <a:ext cx="731400" cy="7314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08" name="Google Shape;408;p43"/>
          <p:cNvSpPr/>
          <p:nvPr/>
        </p:nvSpPr>
        <p:spPr>
          <a:xfrm>
            <a:off x="1141558" y="1655058"/>
            <a:ext cx="731400" cy="7314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09" name="Google Shape;409;p4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TABLE</a:t>
            </a:r>
            <a:r>
              <a:rPr lang="en"/>
              <a:t> </a:t>
            </a:r>
            <a:r>
              <a:rPr lang="en">
                <a:solidFill>
                  <a:schemeClr val="accent2"/>
                </a:solidFill>
              </a:rPr>
              <a:t>OF </a:t>
            </a:r>
            <a:r>
              <a:rPr lang="en">
                <a:solidFill>
                  <a:schemeClr val="lt1"/>
                </a:solidFill>
              </a:rPr>
              <a:t>CONTENTS</a:t>
            </a:r>
            <a:endParaRPr>
              <a:solidFill>
                <a:schemeClr val="lt1"/>
              </a:solidFill>
            </a:endParaRPr>
          </a:p>
        </p:txBody>
      </p:sp>
      <p:sp>
        <p:nvSpPr>
          <p:cNvPr id="410" name="Google Shape;410;p43"/>
          <p:cNvSpPr txBox="1">
            <a:spLocks noGrp="1"/>
          </p:cNvSpPr>
          <p:nvPr>
            <p:ph type="title" idx="2"/>
          </p:nvPr>
        </p:nvSpPr>
        <p:spPr>
          <a:xfrm>
            <a:off x="1092808" y="1823958"/>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411" name="Google Shape;411;p43"/>
          <p:cNvSpPr txBox="1">
            <a:spLocks noGrp="1"/>
          </p:cNvSpPr>
          <p:nvPr>
            <p:ph type="subTitle" idx="1"/>
          </p:nvPr>
        </p:nvSpPr>
        <p:spPr>
          <a:xfrm>
            <a:off x="2015418" y="1552350"/>
            <a:ext cx="21192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Historical day</a:t>
            </a:r>
            <a:endParaRPr/>
          </a:p>
        </p:txBody>
      </p:sp>
      <p:sp>
        <p:nvSpPr>
          <p:cNvPr id="412" name="Google Shape;412;p43"/>
          <p:cNvSpPr txBox="1">
            <a:spLocks noGrp="1"/>
          </p:cNvSpPr>
          <p:nvPr>
            <p:ph type="subTitle" idx="3"/>
          </p:nvPr>
        </p:nvSpPr>
        <p:spPr>
          <a:xfrm>
            <a:off x="2015417" y="1937250"/>
            <a:ext cx="15597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13" name="Google Shape;413;p43"/>
          <p:cNvSpPr txBox="1">
            <a:spLocks noGrp="1"/>
          </p:cNvSpPr>
          <p:nvPr>
            <p:ph type="title" idx="4"/>
          </p:nvPr>
        </p:nvSpPr>
        <p:spPr>
          <a:xfrm>
            <a:off x="5010130" y="1823958"/>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414" name="Google Shape;414;p43"/>
          <p:cNvSpPr txBox="1">
            <a:spLocks noGrp="1"/>
          </p:cNvSpPr>
          <p:nvPr>
            <p:ph type="subTitle" idx="5"/>
          </p:nvPr>
        </p:nvSpPr>
        <p:spPr>
          <a:xfrm>
            <a:off x="5931992" y="1552350"/>
            <a:ext cx="21192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Significance</a:t>
            </a:r>
            <a:endParaRPr/>
          </a:p>
        </p:txBody>
      </p:sp>
      <p:sp>
        <p:nvSpPr>
          <p:cNvPr id="415" name="Google Shape;415;p43"/>
          <p:cNvSpPr txBox="1">
            <a:spLocks noGrp="1"/>
          </p:cNvSpPr>
          <p:nvPr>
            <p:ph type="subTitle" idx="6"/>
          </p:nvPr>
        </p:nvSpPr>
        <p:spPr>
          <a:xfrm>
            <a:off x="5931992" y="1937250"/>
            <a:ext cx="15597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16" name="Google Shape;416;p43"/>
          <p:cNvSpPr txBox="1">
            <a:spLocks noGrp="1"/>
          </p:cNvSpPr>
          <p:nvPr>
            <p:ph type="title" idx="7"/>
          </p:nvPr>
        </p:nvSpPr>
        <p:spPr>
          <a:xfrm>
            <a:off x="1092808" y="3433158"/>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417" name="Google Shape;417;p43"/>
          <p:cNvSpPr txBox="1">
            <a:spLocks noGrp="1"/>
          </p:cNvSpPr>
          <p:nvPr>
            <p:ph type="subTitle" idx="8"/>
          </p:nvPr>
        </p:nvSpPr>
        <p:spPr>
          <a:xfrm>
            <a:off x="2015417" y="3161550"/>
            <a:ext cx="21192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Analysis</a:t>
            </a:r>
            <a:endParaRPr/>
          </a:p>
        </p:txBody>
      </p:sp>
      <p:sp>
        <p:nvSpPr>
          <p:cNvPr id="418" name="Google Shape;418;p43"/>
          <p:cNvSpPr txBox="1">
            <a:spLocks noGrp="1"/>
          </p:cNvSpPr>
          <p:nvPr>
            <p:ph type="subTitle" idx="9"/>
          </p:nvPr>
        </p:nvSpPr>
        <p:spPr>
          <a:xfrm>
            <a:off x="2015417" y="3551051"/>
            <a:ext cx="15597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19" name="Google Shape;419;p43"/>
          <p:cNvSpPr txBox="1">
            <a:spLocks noGrp="1"/>
          </p:cNvSpPr>
          <p:nvPr>
            <p:ph type="title" idx="13"/>
          </p:nvPr>
        </p:nvSpPr>
        <p:spPr>
          <a:xfrm>
            <a:off x="5010130" y="3433158"/>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420" name="Google Shape;420;p43"/>
          <p:cNvSpPr txBox="1">
            <a:spLocks noGrp="1"/>
          </p:cNvSpPr>
          <p:nvPr>
            <p:ph type="subTitle" idx="14"/>
          </p:nvPr>
        </p:nvSpPr>
        <p:spPr>
          <a:xfrm>
            <a:off x="5931992" y="3161550"/>
            <a:ext cx="21192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Conclusions</a:t>
            </a:r>
            <a:endParaRPr/>
          </a:p>
        </p:txBody>
      </p:sp>
      <p:sp>
        <p:nvSpPr>
          <p:cNvPr id="421" name="Google Shape;421;p43"/>
          <p:cNvSpPr txBox="1">
            <a:spLocks noGrp="1"/>
          </p:cNvSpPr>
          <p:nvPr>
            <p:ph type="subTitle" idx="15"/>
          </p:nvPr>
        </p:nvSpPr>
        <p:spPr>
          <a:xfrm>
            <a:off x="5931992" y="3551051"/>
            <a:ext cx="15597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22" name="Google Shape;422;p43"/>
          <p:cNvSpPr/>
          <p:nvPr/>
        </p:nvSpPr>
        <p:spPr>
          <a:xfrm>
            <a:off x="3951300" y="3995650"/>
            <a:ext cx="731400" cy="768900"/>
          </a:xfrm>
          <a:prstGeom prst="star10">
            <a:avLst>
              <a:gd name="adj" fmla="val 0"/>
              <a:gd name="hf" fmla="val 105146"/>
            </a:avLst>
          </a:pr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3"/>
          <p:cNvSpPr/>
          <p:nvPr/>
        </p:nvSpPr>
        <p:spPr>
          <a:xfrm>
            <a:off x="7319403" y="38415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427"/>
        <p:cNvGrpSpPr/>
        <p:nvPr/>
      </p:nvGrpSpPr>
      <p:grpSpPr>
        <a:xfrm>
          <a:off x="0" y="0"/>
          <a:ext cx="0" cy="0"/>
          <a:chOff x="0" y="0"/>
          <a:chExt cx="0" cy="0"/>
        </a:xfrm>
      </p:grpSpPr>
      <p:sp>
        <p:nvSpPr>
          <p:cNvPr id="428" name="Google Shape;428;p44"/>
          <p:cNvSpPr/>
          <p:nvPr/>
        </p:nvSpPr>
        <p:spPr>
          <a:xfrm>
            <a:off x="4526075" y="3959453"/>
            <a:ext cx="3903900" cy="3897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4"/>
          <p:cNvSpPr/>
          <p:nvPr/>
        </p:nvSpPr>
        <p:spPr>
          <a:xfrm>
            <a:off x="7099742" y="794347"/>
            <a:ext cx="1212300" cy="12123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30" name="Google Shape;430;p44"/>
          <p:cNvSpPr txBox="1">
            <a:spLocks noGrp="1"/>
          </p:cNvSpPr>
          <p:nvPr>
            <p:ph type="title"/>
          </p:nvPr>
        </p:nvSpPr>
        <p:spPr>
          <a:xfrm>
            <a:off x="4224950" y="2230096"/>
            <a:ext cx="4205100" cy="1458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accent2"/>
                </a:solidFill>
              </a:rPr>
              <a:t>HISTORICAL</a:t>
            </a:r>
            <a:r>
              <a:rPr lang="en"/>
              <a:t> </a:t>
            </a:r>
            <a:r>
              <a:rPr lang="en">
                <a:solidFill>
                  <a:schemeClr val="lt1"/>
                </a:solidFill>
              </a:rPr>
              <a:t>DAY</a:t>
            </a:r>
            <a:endParaRPr>
              <a:solidFill>
                <a:schemeClr val="lt1"/>
              </a:solidFill>
            </a:endParaRPr>
          </a:p>
        </p:txBody>
      </p:sp>
      <p:sp>
        <p:nvSpPr>
          <p:cNvPr id="431" name="Google Shape;431;p44"/>
          <p:cNvSpPr txBox="1">
            <a:spLocks noGrp="1"/>
          </p:cNvSpPr>
          <p:nvPr>
            <p:ph type="title" idx="2"/>
          </p:nvPr>
        </p:nvSpPr>
        <p:spPr>
          <a:xfrm>
            <a:off x="7146397" y="937602"/>
            <a:ext cx="1119000" cy="92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432" name="Google Shape;432;p44"/>
          <p:cNvSpPr txBox="1">
            <a:spLocks noGrp="1"/>
          </p:cNvSpPr>
          <p:nvPr>
            <p:ph type="subTitle" idx="1"/>
          </p:nvPr>
        </p:nvSpPr>
        <p:spPr>
          <a:xfrm>
            <a:off x="4634625" y="3995303"/>
            <a:ext cx="3795300" cy="31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pic>
        <p:nvPicPr>
          <p:cNvPr id="433" name="Google Shape;433;p44"/>
          <p:cNvPicPr preferRelativeResize="0"/>
          <p:nvPr/>
        </p:nvPicPr>
        <p:blipFill rotWithShape="1">
          <a:blip r:embed="rId3">
            <a:alphaModFix/>
          </a:blip>
          <a:srcRect l="20282" r="13064" b="10466"/>
          <a:stretch/>
        </p:blipFill>
        <p:spPr>
          <a:xfrm>
            <a:off x="666750" y="0"/>
            <a:ext cx="3250476" cy="4605001"/>
          </a:xfrm>
          <a:prstGeom prst="rect">
            <a:avLst/>
          </a:prstGeom>
          <a:noFill/>
          <a:ln>
            <a:noFill/>
          </a:ln>
        </p:spPr>
      </p:pic>
      <p:sp>
        <p:nvSpPr>
          <p:cNvPr id="434" name="Google Shape;434;p44"/>
          <p:cNvSpPr/>
          <p:nvPr/>
        </p:nvSpPr>
        <p:spPr>
          <a:xfrm>
            <a:off x="3999895" y="419575"/>
            <a:ext cx="826800" cy="869100"/>
          </a:xfrm>
          <a:prstGeom prst="star10">
            <a:avLst>
              <a:gd name="adj" fmla="val 0"/>
              <a:gd name="hf" fmla="val 105146"/>
            </a:avLst>
          </a:prstGeom>
          <a:solidFill>
            <a:schemeClr val="l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35" name="Google Shape;435;p44"/>
          <p:cNvCxnSpPr/>
          <p:nvPr/>
        </p:nvCxnSpPr>
        <p:spPr>
          <a:xfrm>
            <a:off x="4463394" y="3352184"/>
            <a:ext cx="2397600" cy="0"/>
          </a:xfrm>
          <a:prstGeom prst="straightConnector1">
            <a:avLst/>
          </a:prstGeom>
          <a:noFill/>
          <a:ln w="38100" cap="flat" cmpd="sng">
            <a:solidFill>
              <a:schemeClr val="accent1"/>
            </a:solidFill>
            <a:prstDash val="solid"/>
            <a:round/>
            <a:headEnd type="none" w="med" len="med"/>
            <a:tailEnd type="none" w="med" len="med"/>
          </a:ln>
        </p:spPr>
      </p:cxnSp>
      <p:pic>
        <p:nvPicPr>
          <p:cNvPr id="436" name="Google Shape;436;p44"/>
          <p:cNvPicPr preferRelativeResize="0"/>
          <p:nvPr/>
        </p:nvPicPr>
        <p:blipFill rotWithShape="1">
          <a:blip r:embed="rId4">
            <a:alphaModFix/>
          </a:blip>
          <a:srcRect/>
          <a:stretch/>
        </p:blipFill>
        <p:spPr>
          <a:xfrm>
            <a:off x="4057406" y="3962684"/>
            <a:ext cx="845400" cy="1180815"/>
          </a:xfrm>
          <a:prstGeom prst="rect">
            <a:avLst/>
          </a:prstGeom>
          <a:noFill/>
          <a:ln>
            <a:noFill/>
          </a:ln>
        </p:spPr>
      </p:pic>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pic>
        <p:nvPicPr>
          <p:cNvPr id="476" name="Google Shape;476;p47"/>
          <p:cNvPicPr preferRelativeResize="0"/>
          <p:nvPr/>
        </p:nvPicPr>
        <p:blipFill rotWithShape="1">
          <a:blip r:embed="rId3">
            <a:alphaModFix/>
          </a:blip>
          <a:srcRect l="5420" r="5420"/>
          <a:stretch/>
        </p:blipFill>
        <p:spPr>
          <a:xfrm>
            <a:off x="576200" y="538500"/>
            <a:ext cx="3056400" cy="4605000"/>
          </a:xfrm>
          <a:prstGeom prst="rect">
            <a:avLst/>
          </a:prstGeom>
          <a:noFill/>
          <a:ln>
            <a:noFill/>
          </a:ln>
        </p:spPr>
      </p:pic>
      <p:sp>
        <p:nvSpPr>
          <p:cNvPr id="477" name="Google Shape;477;p47"/>
          <p:cNvSpPr txBox="1">
            <a:spLocks noGrp="1"/>
          </p:cNvSpPr>
          <p:nvPr>
            <p:ph type="title"/>
          </p:nvPr>
        </p:nvSpPr>
        <p:spPr>
          <a:xfrm>
            <a:off x="4308950" y="1042025"/>
            <a:ext cx="4121100" cy="100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NATIONAL </a:t>
            </a:r>
            <a:r>
              <a:rPr lang="en"/>
              <a:t>WOMEN’S DAY</a:t>
            </a:r>
            <a:endParaRPr/>
          </a:p>
        </p:txBody>
      </p:sp>
      <p:sp>
        <p:nvSpPr>
          <p:cNvPr id="478" name="Google Shape;478;p47"/>
          <p:cNvSpPr txBox="1">
            <a:spLocks noGrp="1"/>
          </p:cNvSpPr>
          <p:nvPr>
            <p:ph type="subTitle" idx="1"/>
          </p:nvPr>
        </p:nvSpPr>
        <p:spPr>
          <a:xfrm>
            <a:off x="4308950" y="2166475"/>
            <a:ext cx="4121100" cy="193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know what helps you make your point clear?</a:t>
            </a:r>
            <a:endParaRPr/>
          </a:p>
          <a:p>
            <a:pPr marL="0" lvl="0" indent="0" algn="l" rtl="0">
              <a:spcBef>
                <a:spcPts val="1000"/>
              </a:spcBef>
              <a:spcAft>
                <a:spcPts val="0"/>
              </a:spcAft>
              <a:buNone/>
            </a:pPr>
            <a:r>
              <a:rPr lang="en"/>
              <a:t>Lists like this one:</a:t>
            </a:r>
            <a:endParaRPr/>
          </a:p>
          <a:p>
            <a:pPr marL="457200" lvl="0" indent="-317500" algn="l" rtl="0">
              <a:spcBef>
                <a:spcPts val="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sp>
        <p:nvSpPr>
          <p:cNvPr id="479" name="Google Shape;479;p47"/>
          <p:cNvSpPr/>
          <p:nvPr/>
        </p:nvSpPr>
        <p:spPr>
          <a:xfrm>
            <a:off x="3215000" y="250075"/>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7"/>
          <p:cNvSpPr/>
          <p:nvPr/>
        </p:nvSpPr>
        <p:spPr>
          <a:xfrm>
            <a:off x="317378" y="4049700"/>
            <a:ext cx="1110600" cy="1110600"/>
          </a:xfrm>
          <a:prstGeom prst="blockArc">
            <a:avLst>
              <a:gd name="adj1" fmla="val 16125860"/>
              <a:gd name="adj2" fmla="val 0"/>
              <a:gd name="adj3" fmla="val 25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484"/>
        <p:cNvGrpSpPr/>
        <p:nvPr/>
      </p:nvGrpSpPr>
      <p:grpSpPr>
        <a:xfrm>
          <a:off x="0" y="0"/>
          <a:ext cx="0" cy="0"/>
          <a:chOff x="0" y="0"/>
          <a:chExt cx="0" cy="0"/>
        </a:xfrm>
      </p:grpSpPr>
      <p:sp>
        <p:nvSpPr>
          <p:cNvPr id="485" name="Google Shape;485;p48"/>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PURPOSE</a:t>
            </a:r>
            <a:r>
              <a:rPr lang="en"/>
              <a:t> </a:t>
            </a:r>
            <a:r>
              <a:rPr lang="en">
                <a:solidFill>
                  <a:schemeClr val="accent2"/>
                </a:solidFill>
              </a:rPr>
              <a:t>OF </a:t>
            </a:r>
            <a:r>
              <a:rPr lang="en"/>
              <a:t>CELEBRATING THE DAY</a:t>
            </a:r>
            <a:endParaRPr/>
          </a:p>
        </p:txBody>
      </p:sp>
      <p:sp>
        <p:nvSpPr>
          <p:cNvPr id="486" name="Google Shape;486;p48"/>
          <p:cNvSpPr txBox="1">
            <a:spLocks noGrp="1"/>
          </p:cNvSpPr>
          <p:nvPr>
            <p:ph type="subTitle" idx="3"/>
          </p:nvPr>
        </p:nvSpPr>
        <p:spPr>
          <a:xfrm>
            <a:off x="3463500" y="3287175"/>
            <a:ext cx="2217000" cy="80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in the System</a:t>
            </a:r>
            <a:endParaRPr/>
          </a:p>
        </p:txBody>
      </p:sp>
      <p:sp>
        <p:nvSpPr>
          <p:cNvPr id="487" name="Google Shape;487;p48"/>
          <p:cNvSpPr txBox="1">
            <a:spLocks noGrp="1"/>
          </p:cNvSpPr>
          <p:nvPr>
            <p:ph type="subTitle" idx="1"/>
          </p:nvPr>
        </p:nvSpPr>
        <p:spPr>
          <a:xfrm>
            <a:off x="967625" y="3287175"/>
            <a:ext cx="2217000" cy="80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488" name="Google Shape;488;p48"/>
          <p:cNvSpPr txBox="1">
            <a:spLocks noGrp="1"/>
          </p:cNvSpPr>
          <p:nvPr>
            <p:ph type="subTitle" idx="2"/>
          </p:nvPr>
        </p:nvSpPr>
        <p:spPr>
          <a:xfrm>
            <a:off x="967625" y="2947800"/>
            <a:ext cx="22170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489" name="Google Shape;489;p48"/>
          <p:cNvSpPr txBox="1">
            <a:spLocks noGrp="1"/>
          </p:cNvSpPr>
          <p:nvPr>
            <p:ph type="subTitle" idx="4"/>
          </p:nvPr>
        </p:nvSpPr>
        <p:spPr>
          <a:xfrm>
            <a:off x="3463500" y="2947800"/>
            <a:ext cx="22170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490" name="Google Shape;490;p48"/>
          <p:cNvSpPr txBox="1">
            <a:spLocks noGrp="1"/>
          </p:cNvSpPr>
          <p:nvPr>
            <p:ph type="subTitle" idx="5"/>
          </p:nvPr>
        </p:nvSpPr>
        <p:spPr>
          <a:xfrm>
            <a:off x="5959375" y="3287175"/>
            <a:ext cx="2217000" cy="80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91" name="Google Shape;491;p48"/>
          <p:cNvSpPr txBox="1">
            <a:spLocks noGrp="1"/>
          </p:cNvSpPr>
          <p:nvPr>
            <p:ph type="subTitle" idx="6"/>
          </p:nvPr>
        </p:nvSpPr>
        <p:spPr>
          <a:xfrm>
            <a:off x="5959375" y="2947800"/>
            <a:ext cx="22170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492" name="Google Shape;492;p48"/>
          <p:cNvSpPr/>
          <p:nvPr/>
        </p:nvSpPr>
        <p:spPr>
          <a:xfrm>
            <a:off x="1591473" y="1788753"/>
            <a:ext cx="969300" cy="9693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93" name="Google Shape;493;p48"/>
          <p:cNvSpPr/>
          <p:nvPr/>
        </p:nvSpPr>
        <p:spPr>
          <a:xfrm>
            <a:off x="4087348" y="1788753"/>
            <a:ext cx="969300" cy="9693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94" name="Google Shape;494;p48"/>
          <p:cNvSpPr/>
          <p:nvPr/>
        </p:nvSpPr>
        <p:spPr>
          <a:xfrm>
            <a:off x="6583223" y="1788753"/>
            <a:ext cx="969300" cy="9693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495" name="Google Shape;495;p48"/>
          <p:cNvSpPr/>
          <p:nvPr/>
        </p:nvSpPr>
        <p:spPr>
          <a:xfrm>
            <a:off x="300600" y="4092850"/>
            <a:ext cx="826800" cy="869100"/>
          </a:xfrm>
          <a:prstGeom prst="star10">
            <a:avLst>
              <a:gd name="adj" fmla="val 0"/>
              <a:gd name="hf" fmla="val 105146"/>
            </a:avLst>
          </a:prstGeom>
          <a:solidFill>
            <a:schemeClr val="l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8"/>
          <p:cNvSpPr/>
          <p:nvPr/>
        </p:nvSpPr>
        <p:spPr>
          <a:xfrm rot="10800000">
            <a:off x="8100153" y="678150"/>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 name="Google Shape;497;p48"/>
          <p:cNvGrpSpPr/>
          <p:nvPr/>
        </p:nvGrpSpPr>
        <p:grpSpPr>
          <a:xfrm>
            <a:off x="4409255" y="2004915"/>
            <a:ext cx="325477" cy="536970"/>
            <a:chOff x="5479601" y="2129622"/>
            <a:chExt cx="242170" cy="399532"/>
          </a:xfrm>
        </p:grpSpPr>
        <p:sp>
          <p:nvSpPr>
            <p:cNvPr id="498" name="Google Shape;498;p48"/>
            <p:cNvSpPr/>
            <p:nvPr/>
          </p:nvSpPr>
          <p:spPr>
            <a:xfrm>
              <a:off x="5479601" y="2129622"/>
              <a:ext cx="43330" cy="73193"/>
            </a:xfrm>
            <a:custGeom>
              <a:avLst/>
              <a:gdLst/>
              <a:ahLst/>
              <a:cxnLst/>
              <a:rect l="l" t="t" r="r" b="b"/>
              <a:pathLst>
                <a:path w="1287" h="2174" extrusionOk="0">
                  <a:moveTo>
                    <a:pt x="643" y="1"/>
                  </a:moveTo>
                  <a:cubicBezTo>
                    <a:pt x="334" y="1"/>
                    <a:pt x="24" y="209"/>
                    <a:pt x="0" y="626"/>
                  </a:cubicBezTo>
                  <a:lnTo>
                    <a:pt x="0" y="2174"/>
                  </a:lnTo>
                  <a:lnTo>
                    <a:pt x="1286" y="2174"/>
                  </a:lnTo>
                  <a:lnTo>
                    <a:pt x="1286" y="626"/>
                  </a:lnTo>
                  <a:cubicBezTo>
                    <a:pt x="1263" y="209"/>
                    <a:pt x="953" y="1"/>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8"/>
            <p:cNvSpPr/>
            <p:nvPr/>
          </p:nvSpPr>
          <p:spPr>
            <a:xfrm>
              <a:off x="5479601" y="2226854"/>
              <a:ext cx="108275" cy="54541"/>
            </a:xfrm>
            <a:custGeom>
              <a:avLst/>
              <a:gdLst/>
              <a:ahLst/>
              <a:cxnLst/>
              <a:rect l="l" t="t" r="r" b="b"/>
              <a:pathLst>
                <a:path w="3216" h="1620" extrusionOk="0">
                  <a:moveTo>
                    <a:pt x="0" y="0"/>
                  </a:moveTo>
                  <a:lnTo>
                    <a:pt x="0" y="1620"/>
                  </a:lnTo>
                  <a:lnTo>
                    <a:pt x="1286" y="1620"/>
                  </a:lnTo>
                  <a:cubicBezTo>
                    <a:pt x="2239" y="1620"/>
                    <a:pt x="3049" y="905"/>
                    <a:pt x="3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8"/>
            <p:cNvSpPr/>
            <p:nvPr/>
          </p:nvSpPr>
          <p:spPr>
            <a:xfrm>
              <a:off x="5489230" y="2235674"/>
              <a:ext cx="232541" cy="293480"/>
            </a:xfrm>
            <a:custGeom>
              <a:avLst/>
              <a:gdLst/>
              <a:ahLst/>
              <a:cxnLst/>
              <a:rect l="l" t="t" r="r" b="b"/>
              <a:pathLst>
                <a:path w="6907" h="8717" extrusionOk="0">
                  <a:moveTo>
                    <a:pt x="3596" y="0"/>
                  </a:moveTo>
                  <a:cubicBezTo>
                    <a:pt x="3453" y="524"/>
                    <a:pt x="3167" y="1001"/>
                    <a:pt x="2786" y="1358"/>
                  </a:cubicBezTo>
                  <a:cubicBezTo>
                    <a:pt x="3620" y="1810"/>
                    <a:pt x="4191" y="2763"/>
                    <a:pt x="4144" y="3739"/>
                  </a:cubicBezTo>
                  <a:lnTo>
                    <a:pt x="3453" y="3739"/>
                  </a:lnTo>
                  <a:cubicBezTo>
                    <a:pt x="3501" y="2882"/>
                    <a:pt x="2929" y="2072"/>
                    <a:pt x="2072" y="1810"/>
                  </a:cubicBezTo>
                  <a:cubicBezTo>
                    <a:pt x="1739" y="1977"/>
                    <a:pt x="1381" y="2048"/>
                    <a:pt x="1000" y="2048"/>
                  </a:cubicBezTo>
                  <a:lnTo>
                    <a:pt x="0" y="2048"/>
                  </a:lnTo>
                  <a:lnTo>
                    <a:pt x="1238" y="3954"/>
                  </a:lnTo>
                  <a:lnTo>
                    <a:pt x="1238" y="8716"/>
                  </a:lnTo>
                  <a:lnTo>
                    <a:pt x="5858" y="8716"/>
                  </a:lnTo>
                  <a:lnTo>
                    <a:pt x="5858" y="3954"/>
                  </a:lnTo>
                  <a:lnTo>
                    <a:pt x="6906" y="2453"/>
                  </a:lnTo>
                  <a:lnTo>
                    <a:pt x="6906" y="929"/>
                  </a:lnTo>
                  <a:cubicBezTo>
                    <a:pt x="6716" y="1024"/>
                    <a:pt x="6501" y="1096"/>
                    <a:pt x="6263" y="1096"/>
                  </a:cubicBezTo>
                  <a:cubicBezTo>
                    <a:pt x="5620" y="1096"/>
                    <a:pt x="5096" y="620"/>
                    <a:pt x="4954" y="24"/>
                  </a:cubicBezTo>
                  <a:cubicBezTo>
                    <a:pt x="4756" y="140"/>
                    <a:pt x="4519" y="200"/>
                    <a:pt x="4283" y="200"/>
                  </a:cubicBezTo>
                  <a:cubicBezTo>
                    <a:pt x="4036" y="200"/>
                    <a:pt x="3791" y="134"/>
                    <a:pt x="3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8"/>
            <p:cNvSpPr/>
            <p:nvPr/>
          </p:nvSpPr>
          <p:spPr>
            <a:xfrm>
              <a:off x="5546128" y="2129622"/>
              <a:ext cx="42556" cy="73193"/>
            </a:xfrm>
            <a:custGeom>
              <a:avLst/>
              <a:gdLst/>
              <a:ahLst/>
              <a:cxnLst/>
              <a:rect l="l" t="t" r="r" b="b"/>
              <a:pathLst>
                <a:path w="1264" h="2174" extrusionOk="0">
                  <a:moveTo>
                    <a:pt x="632" y="1"/>
                  </a:moveTo>
                  <a:cubicBezTo>
                    <a:pt x="322" y="1"/>
                    <a:pt x="13" y="209"/>
                    <a:pt x="1" y="626"/>
                  </a:cubicBezTo>
                  <a:lnTo>
                    <a:pt x="1" y="2174"/>
                  </a:lnTo>
                  <a:lnTo>
                    <a:pt x="1263" y="2174"/>
                  </a:lnTo>
                  <a:lnTo>
                    <a:pt x="1263" y="626"/>
                  </a:lnTo>
                  <a:cubicBezTo>
                    <a:pt x="1251" y="209"/>
                    <a:pt x="942" y="1"/>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8"/>
            <p:cNvSpPr/>
            <p:nvPr/>
          </p:nvSpPr>
          <p:spPr>
            <a:xfrm>
              <a:off x="5678440" y="2180359"/>
              <a:ext cx="43330" cy="68177"/>
            </a:xfrm>
            <a:custGeom>
              <a:avLst/>
              <a:gdLst/>
              <a:ahLst/>
              <a:cxnLst/>
              <a:rect l="l" t="t" r="r" b="b"/>
              <a:pathLst>
                <a:path w="1287" h="2025" extrusionOk="0">
                  <a:moveTo>
                    <a:pt x="643" y="0"/>
                  </a:moveTo>
                  <a:cubicBezTo>
                    <a:pt x="334" y="0"/>
                    <a:pt x="24" y="215"/>
                    <a:pt x="0" y="643"/>
                  </a:cubicBezTo>
                  <a:cubicBezTo>
                    <a:pt x="0" y="834"/>
                    <a:pt x="0" y="1215"/>
                    <a:pt x="0" y="1405"/>
                  </a:cubicBezTo>
                  <a:cubicBezTo>
                    <a:pt x="0" y="1739"/>
                    <a:pt x="286" y="2024"/>
                    <a:pt x="643" y="2024"/>
                  </a:cubicBezTo>
                  <a:cubicBezTo>
                    <a:pt x="1001" y="2024"/>
                    <a:pt x="1286" y="1739"/>
                    <a:pt x="1286" y="1405"/>
                  </a:cubicBezTo>
                  <a:lnTo>
                    <a:pt x="1286" y="643"/>
                  </a:lnTo>
                  <a:cubicBezTo>
                    <a:pt x="1263" y="215"/>
                    <a:pt x="953" y="0"/>
                    <a:pt x="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8"/>
            <p:cNvSpPr/>
            <p:nvPr/>
          </p:nvSpPr>
          <p:spPr>
            <a:xfrm>
              <a:off x="5612688" y="2139453"/>
              <a:ext cx="42522" cy="79422"/>
            </a:xfrm>
            <a:custGeom>
              <a:avLst/>
              <a:gdLst/>
              <a:ahLst/>
              <a:cxnLst/>
              <a:rect l="l" t="t" r="r" b="b"/>
              <a:pathLst>
                <a:path w="1263" h="2359" extrusionOk="0">
                  <a:moveTo>
                    <a:pt x="620" y="1"/>
                  </a:moveTo>
                  <a:cubicBezTo>
                    <a:pt x="286" y="1"/>
                    <a:pt x="1" y="286"/>
                    <a:pt x="1" y="644"/>
                  </a:cubicBezTo>
                  <a:lnTo>
                    <a:pt x="1" y="1739"/>
                  </a:lnTo>
                  <a:cubicBezTo>
                    <a:pt x="1" y="2073"/>
                    <a:pt x="286" y="2358"/>
                    <a:pt x="620" y="2358"/>
                  </a:cubicBezTo>
                  <a:cubicBezTo>
                    <a:pt x="977" y="2358"/>
                    <a:pt x="1263" y="2073"/>
                    <a:pt x="1263" y="1739"/>
                  </a:cubicBezTo>
                  <a:lnTo>
                    <a:pt x="1263" y="644"/>
                  </a:lnTo>
                  <a:cubicBezTo>
                    <a:pt x="1263" y="286"/>
                    <a:pt x="977" y="1"/>
                    <a:pt x="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48"/>
          <p:cNvGrpSpPr/>
          <p:nvPr/>
        </p:nvGrpSpPr>
        <p:grpSpPr>
          <a:xfrm>
            <a:off x="1853015" y="2004523"/>
            <a:ext cx="446201" cy="537785"/>
            <a:chOff x="2107318" y="4043641"/>
            <a:chExt cx="331995" cy="400137"/>
          </a:xfrm>
        </p:grpSpPr>
        <p:sp>
          <p:nvSpPr>
            <p:cNvPr id="505" name="Google Shape;505;p48"/>
            <p:cNvSpPr/>
            <p:nvPr/>
          </p:nvSpPr>
          <p:spPr>
            <a:xfrm>
              <a:off x="2107318" y="4047648"/>
              <a:ext cx="46562" cy="365663"/>
            </a:xfrm>
            <a:custGeom>
              <a:avLst/>
              <a:gdLst/>
              <a:ahLst/>
              <a:cxnLst/>
              <a:rect l="l" t="t" r="r" b="b"/>
              <a:pathLst>
                <a:path w="1383" h="10861" extrusionOk="0">
                  <a:moveTo>
                    <a:pt x="1383" y="1"/>
                  </a:moveTo>
                  <a:cubicBezTo>
                    <a:pt x="573" y="287"/>
                    <a:pt x="2" y="1049"/>
                    <a:pt x="2" y="1954"/>
                  </a:cubicBezTo>
                  <a:lnTo>
                    <a:pt x="2" y="10770"/>
                  </a:lnTo>
                  <a:lnTo>
                    <a:pt x="2" y="10770"/>
                  </a:lnTo>
                  <a:cubicBezTo>
                    <a:pt x="24" y="10000"/>
                    <a:pt x="626" y="9356"/>
                    <a:pt x="1383" y="9265"/>
                  </a:cubicBezTo>
                  <a:lnTo>
                    <a:pt x="1383" y="1"/>
                  </a:lnTo>
                  <a:close/>
                  <a:moveTo>
                    <a:pt x="2" y="10770"/>
                  </a:moveTo>
                  <a:lnTo>
                    <a:pt x="2" y="10770"/>
                  </a:lnTo>
                  <a:cubicBezTo>
                    <a:pt x="1" y="10800"/>
                    <a:pt x="1" y="10830"/>
                    <a:pt x="2" y="10860"/>
                  </a:cubicBezTo>
                  <a:lnTo>
                    <a:pt x="2" y="1077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8"/>
            <p:cNvSpPr/>
            <p:nvPr/>
          </p:nvSpPr>
          <p:spPr>
            <a:xfrm>
              <a:off x="2177111" y="4311431"/>
              <a:ext cx="48145" cy="48145"/>
            </a:xfrm>
            <a:custGeom>
              <a:avLst/>
              <a:gdLst/>
              <a:ahLst/>
              <a:cxnLst/>
              <a:rect l="l" t="t" r="r" b="b"/>
              <a:pathLst>
                <a:path w="1430" h="1430" extrusionOk="0">
                  <a:moveTo>
                    <a:pt x="0" y="1"/>
                  </a:moveTo>
                  <a:lnTo>
                    <a:pt x="0" y="1430"/>
                  </a:lnTo>
                  <a:lnTo>
                    <a:pt x="1429" y="1430"/>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8"/>
            <p:cNvSpPr/>
            <p:nvPr/>
          </p:nvSpPr>
          <p:spPr>
            <a:xfrm>
              <a:off x="2177111" y="4043641"/>
              <a:ext cx="212509" cy="235774"/>
            </a:xfrm>
            <a:custGeom>
              <a:avLst/>
              <a:gdLst/>
              <a:ahLst/>
              <a:cxnLst/>
              <a:rect l="l" t="t" r="r" b="b"/>
              <a:pathLst>
                <a:path w="6312" h="7003" extrusionOk="0">
                  <a:moveTo>
                    <a:pt x="0" y="1"/>
                  </a:moveTo>
                  <a:lnTo>
                    <a:pt x="0" y="7002"/>
                  </a:lnTo>
                  <a:cubicBezTo>
                    <a:pt x="323" y="6768"/>
                    <a:pt x="699" y="6650"/>
                    <a:pt x="1075" y="6650"/>
                  </a:cubicBezTo>
                  <a:cubicBezTo>
                    <a:pt x="1309" y="6650"/>
                    <a:pt x="1543" y="6696"/>
                    <a:pt x="1763" y="6788"/>
                  </a:cubicBezTo>
                  <a:lnTo>
                    <a:pt x="1763" y="4264"/>
                  </a:lnTo>
                  <a:cubicBezTo>
                    <a:pt x="1763" y="3978"/>
                    <a:pt x="1882" y="3692"/>
                    <a:pt x="2096" y="3478"/>
                  </a:cubicBezTo>
                  <a:cubicBezTo>
                    <a:pt x="2312" y="3277"/>
                    <a:pt x="2605" y="3171"/>
                    <a:pt x="2893" y="3171"/>
                  </a:cubicBezTo>
                  <a:cubicBezTo>
                    <a:pt x="3082" y="3171"/>
                    <a:pt x="3269" y="3216"/>
                    <a:pt x="3430" y="3311"/>
                  </a:cubicBezTo>
                  <a:cubicBezTo>
                    <a:pt x="3633" y="2943"/>
                    <a:pt x="3997" y="2768"/>
                    <a:pt x="4363" y="2768"/>
                  </a:cubicBezTo>
                  <a:cubicBezTo>
                    <a:pt x="4898" y="2768"/>
                    <a:pt x="5435" y="3142"/>
                    <a:pt x="5478" y="3835"/>
                  </a:cubicBezTo>
                  <a:cubicBezTo>
                    <a:pt x="5609" y="3775"/>
                    <a:pt x="5752" y="3746"/>
                    <a:pt x="5895" y="3746"/>
                  </a:cubicBezTo>
                  <a:cubicBezTo>
                    <a:pt x="6037" y="3746"/>
                    <a:pt x="6180" y="3775"/>
                    <a:pt x="6311" y="3835"/>
                  </a:cubicBezTo>
                  <a:lnTo>
                    <a:pt x="631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8"/>
            <p:cNvSpPr/>
            <p:nvPr/>
          </p:nvSpPr>
          <p:spPr>
            <a:xfrm>
              <a:off x="2122603" y="4382805"/>
              <a:ext cx="150763" cy="60972"/>
            </a:xfrm>
            <a:custGeom>
              <a:avLst/>
              <a:gdLst/>
              <a:ahLst/>
              <a:cxnLst/>
              <a:rect l="l" t="t" r="r" b="b"/>
              <a:pathLst>
                <a:path w="4478" h="1811" extrusionOk="0">
                  <a:moveTo>
                    <a:pt x="1143" y="0"/>
                  </a:moveTo>
                  <a:cubicBezTo>
                    <a:pt x="810" y="0"/>
                    <a:pt x="524" y="167"/>
                    <a:pt x="381" y="429"/>
                  </a:cubicBezTo>
                  <a:cubicBezTo>
                    <a:pt x="0" y="1000"/>
                    <a:pt x="429" y="1810"/>
                    <a:pt x="1143" y="1810"/>
                  </a:cubicBezTo>
                  <a:lnTo>
                    <a:pt x="4477" y="1810"/>
                  </a:lnTo>
                  <a:cubicBezTo>
                    <a:pt x="3929" y="1358"/>
                    <a:pt x="3548" y="715"/>
                    <a:pt x="3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8"/>
            <p:cNvSpPr/>
            <p:nvPr/>
          </p:nvSpPr>
          <p:spPr>
            <a:xfrm>
              <a:off x="2194752" y="4160197"/>
              <a:ext cx="244561" cy="283581"/>
            </a:xfrm>
            <a:custGeom>
              <a:avLst/>
              <a:gdLst/>
              <a:ahLst/>
              <a:cxnLst/>
              <a:rect l="l" t="t" r="r" b="b"/>
              <a:pathLst>
                <a:path w="7264" h="8423" extrusionOk="0">
                  <a:moveTo>
                    <a:pt x="3852" y="1"/>
                  </a:moveTo>
                  <a:cubicBezTo>
                    <a:pt x="3658" y="1"/>
                    <a:pt x="3465" y="138"/>
                    <a:pt x="3454" y="421"/>
                  </a:cubicBezTo>
                  <a:cubicBezTo>
                    <a:pt x="3454" y="754"/>
                    <a:pt x="3454" y="2921"/>
                    <a:pt x="3454" y="3635"/>
                  </a:cubicBezTo>
                  <a:lnTo>
                    <a:pt x="2763" y="3635"/>
                  </a:lnTo>
                  <a:cubicBezTo>
                    <a:pt x="2763" y="3326"/>
                    <a:pt x="2763" y="1373"/>
                    <a:pt x="2763" y="825"/>
                  </a:cubicBezTo>
                  <a:cubicBezTo>
                    <a:pt x="2763" y="578"/>
                    <a:pt x="2558" y="400"/>
                    <a:pt x="2345" y="400"/>
                  </a:cubicBezTo>
                  <a:cubicBezTo>
                    <a:pt x="2250" y="400"/>
                    <a:pt x="2153" y="435"/>
                    <a:pt x="2072" y="516"/>
                  </a:cubicBezTo>
                  <a:cubicBezTo>
                    <a:pt x="1977" y="587"/>
                    <a:pt x="1953" y="706"/>
                    <a:pt x="1953" y="802"/>
                  </a:cubicBezTo>
                  <a:lnTo>
                    <a:pt x="1953" y="4826"/>
                  </a:lnTo>
                  <a:lnTo>
                    <a:pt x="1358" y="4231"/>
                  </a:lnTo>
                  <a:cubicBezTo>
                    <a:pt x="1130" y="4003"/>
                    <a:pt x="844" y="3895"/>
                    <a:pt x="558" y="3895"/>
                  </a:cubicBezTo>
                  <a:cubicBezTo>
                    <a:pt x="365" y="3895"/>
                    <a:pt x="173" y="3944"/>
                    <a:pt x="0" y="4040"/>
                  </a:cubicBezTo>
                  <a:lnTo>
                    <a:pt x="1953" y="5969"/>
                  </a:lnTo>
                  <a:cubicBezTo>
                    <a:pt x="1858" y="7279"/>
                    <a:pt x="2930" y="8422"/>
                    <a:pt x="4263" y="8422"/>
                  </a:cubicBezTo>
                  <a:lnTo>
                    <a:pt x="4954" y="8422"/>
                  </a:lnTo>
                  <a:cubicBezTo>
                    <a:pt x="6240" y="8422"/>
                    <a:pt x="7264" y="7374"/>
                    <a:pt x="7264" y="6112"/>
                  </a:cubicBezTo>
                  <a:lnTo>
                    <a:pt x="7264" y="2183"/>
                  </a:lnTo>
                  <a:cubicBezTo>
                    <a:pt x="7264" y="1945"/>
                    <a:pt x="7097" y="1754"/>
                    <a:pt x="6883" y="1754"/>
                  </a:cubicBezTo>
                  <a:cubicBezTo>
                    <a:pt x="6645" y="1754"/>
                    <a:pt x="6454" y="1945"/>
                    <a:pt x="6454" y="2159"/>
                  </a:cubicBezTo>
                  <a:lnTo>
                    <a:pt x="6454" y="3635"/>
                  </a:lnTo>
                  <a:lnTo>
                    <a:pt x="5764" y="3635"/>
                  </a:lnTo>
                  <a:lnTo>
                    <a:pt x="5764" y="1397"/>
                  </a:lnTo>
                  <a:cubicBezTo>
                    <a:pt x="5764" y="1278"/>
                    <a:pt x="5716" y="1159"/>
                    <a:pt x="5621" y="1087"/>
                  </a:cubicBezTo>
                  <a:cubicBezTo>
                    <a:pt x="5539" y="1014"/>
                    <a:pt x="5445" y="981"/>
                    <a:pt x="5352" y="981"/>
                  </a:cubicBezTo>
                  <a:cubicBezTo>
                    <a:pt x="5147" y="981"/>
                    <a:pt x="4954" y="1143"/>
                    <a:pt x="4954" y="1373"/>
                  </a:cubicBezTo>
                  <a:lnTo>
                    <a:pt x="4954" y="3635"/>
                  </a:lnTo>
                  <a:lnTo>
                    <a:pt x="4263" y="3635"/>
                  </a:lnTo>
                  <a:lnTo>
                    <a:pt x="4263" y="421"/>
                  </a:lnTo>
                  <a:cubicBezTo>
                    <a:pt x="4251" y="144"/>
                    <a:pt x="4051" y="1"/>
                    <a:pt x="38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 name="Google Shape;510;p48"/>
          <p:cNvGrpSpPr/>
          <p:nvPr/>
        </p:nvGrpSpPr>
        <p:grpSpPr>
          <a:xfrm>
            <a:off x="6844783" y="2003655"/>
            <a:ext cx="446213" cy="539477"/>
            <a:chOff x="4742759" y="4044449"/>
            <a:chExt cx="342398" cy="398520"/>
          </a:xfrm>
        </p:grpSpPr>
        <p:sp>
          <p:nvSpPr>
            <p:cNvPr id="511" name="Google Shape;511;p48"/>
            <p:cNvSpPr/>
            <p:nvPr/>
          </p:nvSpPr>
          <p:spPr>
            <a:xfrm>
              <a:off x="4742759" y="4086129"/>
              <a:ext cx="325565" cy="238972"/>
            </a:xfrm>
            <a:custGeom>
              <a:avLst/>
              <a:gdLst/>
              <a:ahLst/>
              <a:cxnLst/>
              <a:rect l="l" t="t" r="r" b="b"/>
              <a:pathLst>
                <a:path w="9670" h="7098" extrusionOk="0">
                  <a:moveTo>
                    <a:pt x="6836" y="1"/>
                  </a:moveTo>
                  <a:lnTo>
                    <a:pt x="2763" y="2359"/>
                  </a:lnTo>
                  <a:lnTo>
                    <a:pt x="2192" y="3359"/>
                  </a:lnTo>
                  <a:cubicBezTo>
                    <a:pt x="382" y="3502"/>
                    <a:pt x="1" y="5931"/>
                    <a:pt x="1668" y="6621"/>
                  </a:cubicBezTo>
                  <a:cubicBezTo>
                    <a:pt x="1858" y="6669"/>
                    <a:pt x="2835" y="7074"/>
                    <a:pt x="3001" y="7098"/>
                  </a:cubicBezTo>
                  <a:cubicBezTo>
                    <a:pt x="3430" y="6764"/>
                    <a:pt x="3930" y="6526"/>
                    <a:pt x="4478" y="6359"/>
                  </a:cubicBezTo>
                  <a:cubicBezTo>
                    <a:pt x="3906" y="5907"/>
                    <a:pt x="3549" y="5240"/>
                    <a:pt x="3549" y="4478"/>
                  </a:cubicBezTo>
                  <a:lnTo>
                    <a:pt x="3549" y="3454"/>
                  </a:lnTo>
                  <a:cubicBezTo>
                    <a:pt x="3654" y="3459"/>
                    <a:pt x="3756" y="3462"/>
                    <a:pt x="3857" y="3462"/>
                  </a:cubicBezTo>
                  <a:cubicBezTo>
                    <a:pt x="6122" y="3462"/>
                    <a:pt x="7440" y="2228"/>
                    <a:pt x="7645" y="1978"/>
                  </a:cubicBezTo>
                  <a:lnTo>
                    <a:pt x="8360" y="1954"/>
                  </a:lnTo>
                  <a:lnTo>
                    <a:pt x="8360" y="3978"/>
                  </a:lnTo>
                  <a:cubicBezTo>
                    <a:pt x="9122" y="3764"/>
                    <a:pt x="9670" y="3049"/>
                    <a:pt x="9670" y="2239"/>
                  </a:cubicBezTo>
                  <a:lnTo>
                    <a:pt x="9670" y="1835"/>
                  </a:lnTo>
                  <a:cubicBezTo>
                    <a:pt x="9670" y="834"/>
                    <a:pt x="8836" y="1"/>
                    <a:pt x="78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8"/>
            <p:cNvSpPr/>
            <p:nvPr/>
          </p:nvSpPr>
          <p:spPr>
            <a:xfrm>
              <a:off x="4992907" y="4242480"/>
              <a:ext cx="65786" cy="79422"/>
            </a:xfrm>
            <a:custGeom>
              <a:avLst/>
              <a:gdLst/>
              <a:ahLst/>
              <a:cxnLst/>
              <a:rect l="l" t="t" r="r" b="b"/>
              <a:pathLst>
                <a:path w="1954" h="2359" extrusionOk="0">
                  <a:moveTo>
                    <a:pt x="930" y="1"/>
                  </a:moveTo>
                  <a:cubicBezTo>
                    <a:pt x="882" y="668"/>
                    <a:pt x="525" y="1311"/>
                    <a:pt x="1" y="1715"/>
                  </a:cubicBezTo>
                  <a:cubicBezTo>
                    <a:pt x="501" y="1858"/>
                    <a:pt x="954" y="2073"/>
                    <a:pt x="1358" y="2358"/>
                  </a:cubicBezTo>
                  <a:cubicBezTo>
                    <a:pt x="1954" y="1453"/>
                    <a:pt x="1668" y="525"/>
                    <a:pt x="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8"/>
            <p:cNvSpPr/>
            <p:nvPr/>
          </p:nvSpPr>
          <p:spPr>
            <a:xfrm>
              <a:off x="4885576" y="4183966"/>
              <a:ext cx="115412" cy="110227"/>
            </a:xfrm>
            <a:custGeom>
              <a:avLst/>
              <a:gdLst/>
              <a:ahLst/>
              <a:cxnLst/>
              <a:rect l="l" t="t" r="r" b="b"/>
              <a:pathLst>
                <a:path w="3428" h="3274" extrusionOk="0">
                  <a:moveTo>
                    <a:pt x="3427" y="0"/>
                  </a:moveTo>
                  <a:cubicBezTo>
                    <a:pt x="2856" y="429"/>
                    <a:pt x="1689" y="1143"/>
                    <a:pt x="22" y="1239"/>
                  </a:cubicBezTo>
                  <a:lnTo>
                    <a:pt x="22" y="1572"/>
                  </a:lnTo>
                  <a:cubicBezTo>
                    <a:pt x="0" y="2527"/>
                    <a:pt x="792" y="3274"/>
                    <a:pt x="1689" y="3274"/>
                  </a:cubicBezTo>
                  <a:cubicBezTo>
                    <a:pt x="1799" y="3274"/>
                    <a:pt x="1910" y="3262"/>
                    <a:pt x="2022" y="3239"/>
                  </a:cubicBezTo>
                  <a:cubicBezTo>
                    <a:pt x="2665" y="3120"/>
                    <a:pt x="3165" y="2667"/>
                    <a:pt x="3356" y="2048"/>
                  </a:cubicBezTo>
                  <a:cubicBezTo>
                    <a:pt x="3403" y="1905"/>
                    <a:pt x="3427" y="1739"/>
                    <a:pt x="3427" y="1572"/>
                  </a:cubicBezTo>
                  <a:lnTo>
                    <a:pt x="34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8"/>
            <p:cNvSpPr/>
            <p:nvPr/>
          </p:nvSpPr>
          <p:spPr>
            <a:xfrm>
              <a:off x="4826153" y="4044449"/>
              <a:ext cx="116288" cy="90633"/>
            </a:xfrm>
            <a:custGeom>
              <a:avLst/>
              <a:gdLst/>
              <a:ahLst/>
              <a:cxnLst/>
              <a:rect l="l" t="t" r="r" b="b"/>
              <a:pathLst>
                <a:path w="3454" h="2692" extrusionOk="0">
                  <a:moveTo>
                    <a:pt x="2406" y="1"/>
                  </a:moveTo>
                  <a:cubicBezTo>
                    <a:pt x="2287" y="1"/>
                    <a:pt x="2144" y="48"/>
                    <a:pt x="2001" y="120"/>
                  </a:cubicBezTo>
                  <a:lnTo>
                    <a:pt x="453" y="1025"/>
                  </a:lnTo>
                  <a:cubicBezTo>
                    <a:pt x="263" y="1120"/>
                    <a:pt x="120" y="1310"/>
                    <a:pt x="72" y="1501"/>
                  </a:cubicBezTo>
                  <a:cubicBezTo>
                    <a:pt x="1" y="1715"/>
                    <a:pt x="24" y="1930"/>
                    <a:pt x="143" y="2120"/>
                  </a:cubicBezTo>
                  <a:lnTo>
                    <a:pt x="477" y="2692"/>
                  </a:lnTo>
                  <a:lnTo>
                    <a:pt x="3454" y="977"/>
                  </a:lnTo>
                  <a:lnTo>
                    <a:pt x="3120" y="405"/>
                  </a:lnTo>
                  <a:cubicBezTo>
                    <a:pt x="2977" y="143"/>
                    <a:pt x="2692" y="1"/>
                    <a:pt x="2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8"/>
            <p:cNvSpPr/>
            <p:nvPr/>
          </p:nvSpPr>
          <p:spPr>
            <a:xfrm>
              <a:off x="4892713" y="4317861"/>
              <a:ext cx="101036" cy="41714"/>
            </a:xfrm>
            <a:custGeom>
              <a:avLst/>
              <a:gdLst/>
              <a:ahLst/>
              <a:cxnLst/>
              <a:rect l="l" t="t" r="r" b="b"/>
              <a:pathLst>
                <a:path w="3001" h="1239" extrusionOk="0">
                  <a:moveTo>
                    <a:pt x="1334" y="0"/>
                  </a:moveTo>
                  <a:cubicBezTo>
                    <a:pt x="857" y="0"/>
                    <a:pt x="429" y="72"/>
                    <a:pt x="0" y="215"/>
                  </a:cubicBezTo>
                  <a:cubicBezTo>
                    <a:pt x="238" y="810"/>
                    <a:pt x="834" y="1239"/>
                    <a:pt x="1500" y="1239"/>
                  </a:cubicBezTo>
                  <a:cubicBezTo>
                    <a:pt x="2167" y="1239"/>
                    <a:pt x="2763" y="810"/>
                    <a:pt x="3001" y="215"/>
                  </a:cubicBezTo>
                  <a:cubicBezTo>
                    <a:pt x="2572" y="72"/>
                    <a:pt x="2143" y="0"/>
                    <a:pt x="1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8"/>
            <p:cNvSpPr/>
            <p:nvPr/>
          </p:nvSpPr>
          <p:spPr>
            <a:xfrm>
              <a:off x="4801307" y="4334695"/>
              <a:ext cx="283851" cy="108275"/>
            </a:xfrm>
            <a:custGeom>
              <a:avLst/>
              <a:gdLst/>
              <a:ahLst/>
              <a:cxnLst/>
              <a:rect l="l" t="t" r="r" b="b"/>
              <a:pathLst>
                <a:path w="8431" h="3216" extrusionOk="0">
                  <a:moveTo>
                    <a:pt x="2096" y="0"/>
                  </a:moveTo>
                  <a:cubicBezTo>
                    <a:pt x="929" y="643"/>
                    <a:pt x="119" y="1834"/>
                    <a:pt x="0" y="3215"/>
                  </a:cubicBezTo>
                  <a:lnTo>
                    <a:pt x="8431" y="3215"/>
                  </a:lnTo>
                  <a:cubicBezTo>
                    <a:pt x="8312" y="1834"/>
                    <a:pt x="7502" y="643"/>
                    <a:pt x="6335" y="0"/>
                  </a:cubicBezTo>
                  <a:cubicBezTo>
                    <a:pt x="5954" y="941"/>
                    <a:pt x="5085" y="1411"/>
                    <a:pt x="4215" y="1411"/>
                  </a:cubicBezTo>
                  <a:cubicBezTo>
                    <a:pt x="3346" y="1411"/>
                    <a:pt x="2477" y="941"/>
                    <a:pt x="20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520"/>
        <p:cNvGrpSpPr/>
        <p:nvPr/>
      </p:nvGrpSpPr>
      <p:grpSpPr>
        <a:xfrm>
          <a:off x="0" y="0"/>
          <a:ext cx="0" cy="0"/>
          <a:chOff x="0" y="0"/>
          <a:chExt cx="0" cy="0"/>
        </a:xfrm>
      </p:grpSpPr>
      <p:sp>
        <p:nvSpPr>
          <p:cNvPr id="521" name="Google Shape;521;p49"/>
          <p:cNvSpPr/>
          <p:nvPr/>
        </p:nvSpPr>
        <p:spPr>
          <a:xfrm>
            <a:off x="714001" y="3726678"/>
            <a:ext cx="3903900" cy="3897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9"/>
          <p:cNvSpPr/>
          <p:nvPr/>
        </p:nvSpPr>
        <p:spPr>
          <a:xfrm>
            <a:off x="822542" y="1027122"/>
            <a:ext cx="1212300" cy="12123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523" name="Google Shape;523;p49"/>
          <p:cNvSpPr txBox="1">
            <a:spLocks noGrp="1"/>
          </p:cNvSpPr>
          <p:nvPr>
            <p:ph type="title"/>
          </p:nvPr>
        </p:nvSpPr>
        <p:spPr>
          <a:xfrm>
            <a:off x="718150" y="2494650"/>
            <a:ext cx="5219100" cy="97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SIGNIFICANCE</a:t>
            </a:r>
            <a:endParaRPr/>
          </a:p>
        </p:txBody>
      </p:sp>
      <p:sp>
        <p:nvSpPr>
          <p:cNvPr id="524" name="Google Shape;524;p49"/>
          <p:cNvSpPr txBox="1">
            <a:spLocks noGrp="1"/>
          </p:cNvSpPr>
          <p:nvPr>
            <p:ph type="title" idx="2"/>
          </p:nvPr>
        </p:nvSpPr>
        <p:spPr>
          <a:xfrm>
            <a:off x="869197" y="1170378"/>
            <a:ext cx="1119000" cy="92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25" name="Google Shape;525;p49"/>
          <p:cNvSpPr txBox="1">
            <a:spLocks noGrp="1"/>
          </p:cNvSpPr>
          <p:nvPr>
            <p:ph type="subTitle" idx="1"/>
          </p:nvPr>
        </p:nvSpPr>
        <p:spPr>
          <a:xfrm>
            <a:off x="822551" y="3762528"/>
            <a:ext cx="3795300" cy="31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enter a subtitle here if you need it</a:t>
            </a:r>
            <a:endParaRPr/>
          </a:p>
        </p:txBody>
      </p:sp>
      <p:pic>
        <p:nvPicPr>
          <p:cNvPr id="526" name="Google Shape;526;p49"/>
          <p:cNvPicPr preferRelativeResize="0"/>
          <p:nvPr/>
        </p:nvPicPr>
        <p:blipFill rotWithShape="1">
          <a:blip r:embed="rId3">
            <a:alphaModFix/>
          </a:blip>
          <a:srcRect l="13443" r="13451"/>
          <a:stretch/>
        </p:blipFill>
        <p:spPr>
          <a:xfrm>
            <a:off x="5999875" y="0"/>
            <a:ext cx="2506200" cy="4605000"/>
          </a:xfrm>
          <a:prstGeom prst="rect">
            <a:avLst/>
          </a:prstGeom>
          <a:noFill/>
          <a:ln>
            <a:noFill/>
          </a:ln>
        </p:spPr>
      </p:pic>
      <p:sp>
        <p:nvSpPr>
          <p:cNvPr id="527" name="Google Shape;527;p49"/>
          <p:cNvSpPr/>
          <p:nvPr/>
        </p:nvSpPr>
        <p:spPr>
          <a:xfrm>
            <a:off x="4916738" y="301275"/>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9"/>
          <p:cNvSpPr/>
          <p:nvPr/>
        </p:nvSpPr>
        <p:spPr>
          <a:xfrm rot="10800000">
            <a:off x="3263378" y="722225"/>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29" name="Google Shape;529;p49"/>
          <p:cNvPicPr preferRelativeResize="0"/>
          <p:nvPr/>
        </p:nvPicPr>
        <p:blipFill rotWithShape="1">
          <a:blip r:embed="rId4">
            <a:alphaModFix/>
          </a:blip>
          <a:srcRect/>
          <a:stretch/>
        </p:blipFill>
        <p:spPr>
          <a:xfrm>
            <a:off x="5530976" y="3962684"/>
            <a:ext cx="845400" cy="1180815"/>
          </a:xfrm>
          <a:prstGeom prst="rect">
            <a:avLst/>
          </a:prstGeom>
          <a:noFill/>
          <a:ln>
            <a:noFill/>
          </a:ln>
        </p:spPr>
      </p:pic>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533"/>
        <p:cNvGrpSpPr/>
        <p:nvPr/>
      </p:nvGrpSpPr>
      <p:grpSpPr>
        <a:xfrm>
          <a:off x="0" y="0"/>
          <a:ext cx="0" cy="0"/>
          <a:chOff x="0" y="0"/>
          <a:chExt cx="0" cy="0"/>
        </a:xfrm>
      </p:grpSpPr>
      <p:sp>
        <p:nvSpPr>
          <p:cNvPr id="534" name="Google Shape;534;p50"/>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HOW WAS THIS</a:t>
            </a:r>
            <a:r>
              <a:rPr lang="en"/>
              <a:t> DAY CREATED?</a:t>
            </a:r>
            <a:endParaRPr/>
          </a:p>
        </p:txBody>
      </p:sp>
      <p:sp>
        <p:nvSpPr>
          <p:cNvPr id="535" name="Google Shape;535;p50"/>
          <p:cNvSpPr txBox="1">
            <a:spLocks noGrp="1"/>
          </p:cNvSpPr>
          <p:nvPr>
            <p:ph type="subTitle" idx="1"/>
          </p:nvPr>
        </p:nvSpPr>
        <p:spPr>
          <a:xfrm>
            <a:off x="1231650" y="2249001"/>
            <a:ext cx="2156400" cy="830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Jupiter is a gas giant and the biggest planet in the Solar System</a:t>
            </a:r>
            <a:endParaRPr/>
          </a:p>
        </p:txBody>
      </p:sp>
      <p:sp>
        <p:nvSpPr>
          <p:cNvPr id="536" name="Google Shape;536;p50"/>
          <p:cNvSpPr txBox="1">
            <a:spLocks noGrp="1"/>
          </p:cNvSpPr>
          <p:nvPr>
            <p:ph type="subTitle" idx="2"/>
          </p:nvPr>
        </p:nvSpPr>
        <p:spPr>
          <a:xfrm>
            <a:off x="1231650" y="1909625"/>
            <a:ext cx="2156400" cy="33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Jupiter</a:t>
            </a:r>
            <a:endParaRPr/>
          </a:p>
        </p:txBody>
      </p:sp>
      <p:sp>
        <p:nvSpPr>
          <p:cNvPr id="537" name="Google Shape;537;p50"/>
          <p:cNvSpPr txBox="1">
            <a:spLocks noGrp="1"/>
          </p:cNvSpPr>
          <p:nvPr>
            <p:ph type="subTitle" idx="3"/>
          </p:nvPr>
        </p:nvSpPr>
        <p:spPr>
          <a:xfrm>
            <a:off x="5755950" y="3300026"/>
            <a:ext cx="2156400" cy="83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also the fourth largest object by diameter in the Solar System</a:t>
            </a:r>
            <a:endParaRPr/>
          </a:p>
        </p:txBody>
      </p:sp>
      <p:sp>
        <p:nvSpPr>
          <p:cNvPr id="538" name="Google Shape;538;p50"/>
          <p:cNvSpPr txBox="1">
            <a:spLocks noGrp="1"/>
          </p:cNvSpPr>
          <p:nvPr>
            <p:ph type="subTitle" idx="4"/>
          </p:nvPr>
        </p:nvSpPr>
        <p:spPr>
          <a:xfrm>
            <a:off x="5755950" y="2960650"/>
            <a:ext cx="21564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539" name="Google Shape;539;p50"/>
          <p:cNvSpPr/>
          <p:nvPr/>
        </p:nvSpPr>
        <p:spPr>
          <a:xfrm>
            <a:off x="3540453" y="1984779"/>
            <a:ext cx="822900" cy="822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540" name="Google Shape;540;p50"/>
          <p:cNvSpPr/>
          <p:nvPr/>
        </p:nvSpPr>
        <p:spPr>
          <a:xfrm>
            <a:off x="4780653" y="3035804"/>
            <a:ext cx="822900" cy="82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541" name="Google Shape;541;p50"/>
          <p:cNvSpPr/>
          <p:nvPr/>
        </p:nvSpPr>
        <p:spPr>
          <a:xfrm>
            <a:off x="1720150" y="350615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0"/>
          <p:cNvSpPr/>
          <p:nvPr/>
        </p:nvSpPr>
        <p:spPr>
          <a:xfrm rot="10800000">
            <a:off x="6688878" y="1007775"/>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 name="Google Shape;543;p50"/>
          <p:cNvGrpSpPr/>
          <p:nvPr/>
        </p:nvGrpSpPr>
        <p:grpSpPr>
          <a:xfrm>
            <a:off x="8626290" y="4169750"/>
            <a:ext cx="701400" cy="470850"/>
            <a:chOff x="2171175" y="41750"/>
            <a:chExt cx="701400" cy="470850"/>
          </a:xfrm>
        </p:grpSpPr>
        <p:sp>
          <p:nvSpPr>
            <p:cNvPr id="544" name="Google Shape;544;p50"/>
            <p:cNvSpPr/>
            <p:nvPr/>
          </p:nvSpPr>
          <p:spPr>
            <a:xfrm>
              <a:off x="2171175" y="4175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50"/>
            <p:cNvSpPr/>
            <p:nvPr/>
          </p:nvSpPr>
          <p:spPr>
            <a:xfrm>
              <a:off x="2171175" y="217125"/>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0"/>
            <p:cNvSpPr/>
            <p:nvPr/>
          </p:nvSpPr>
          <p:spPr>
            <a:xfrm>
              <a:off x="2171175" y="387200"/>
              <a:ext cx="701400" cy="1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 name="Google Shape;547;p50"/>
          <p:cNvGrpSpPr/>
          <p:nvPr/>
        </p:nvGrpSpPr>
        <p:grpSpPr>
          <a:xfrm>
            <a:off x="3726277" y="2170588"/>
            <a:ext cx="451243" cy="451285"/>
            <a:chOff x="7385405" y="2751222"/>
            <a:chExt cx="399294" cy="399297"/>
          </a:xfrm>
        </p:grpSpPr>
        <p:sp>
          <p:nvSpPr>
            <p:cNvPr id="548" name="Google Shape;548;p50"/>
            <p:cNvSpPr/>
            <p:nvPr/>
          </p:nvSpPr>
          <p:spPr>
            <a:xfrm>
              <a:off x="7511287" y="2907539"/>
              <a:ext cx="32085" cy="42522"/>
            </a:xfrm>
            <a:custGeom>
              <a:avLst/>
              <a:gdLst/>
              <a:ahLst/>
              <a:cxnLst/>
              <a:rect l="l" t="t" r="r" b="b"/>
              <a:pathLst>
                <a:path w="953" h="1263" extrusionOk="0">
                  <a:moveTo>
                    <a:pt x="0" y="1"/>
                  </a:moveTo>
                  <a:cubicBezTo>
                    <a:pt x="96" y="549"/>
                    <a:pt x="477" y="1025"/>
                    <a:pt x="953" y="1263"/>
                  </a:cubicBezTo>
                  <a:cubicBezTo>
                    <a:pt x="834" y="858"/>
                    <a:pt x="762" y="429"/>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0"/>
            <p:cNvSpPr/>
            <p:nvPr/>
          </p:nvSpPr>
          <p:spPr>
            <a:xfrm>
              <a:off x="7597879" y="2841820"/>
              <a:ext cx="32085" cy="42522"/>
            </a:xfrm>
            <a:custGeom>
              <a:avLst/>
              <a:gdLst/>
              <a:ahLst/>
              <a:cxnLst/>
              <a:rect l="l" t="t" r="r" b="b"/>
              <a:pathLst>
                <a:path w="953" h="1263" extrusionOk="0">
                  <a:moveTo>
                    <a:pt x="0" y="0"/>
                  </a:moveTo>
                  <a:cubicBezTo>
                    <a:pt x="119" y="405"/>
                    <a:pt x="191" y="834"/>
                    <a:pt x="215" y="1262"/>
                  </a:cubicBezTo>
                  <a:lnTo>
                    <a:pt x="953" y="1262"/>
                  </a:lnTo>
                  <a:cubicBezTo>
                    <a:pt x="834" y="714"/>
                    <a:pt x="477" y="26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0"/>
            <p:cNvSpPr/>
            <p:nvPr/>
          </p:nvSpPr>
          <p:spPr>
            <a:xfrm>
              <a:off x="7511287" y="2841820"/>
              <a:ext cx="32085" cy="42522"/>
            </a:xfrm>
            <a:custGeom>
              <a:avLst/>
              <a:gdLst/>
              <a:ahLst/>
              <a:cxnLst/>
              <a:rect l="l" t="t" r="r" b="b"/>
              <a:pathLst>
                <a:path w="953" h="1263" extrusionOk="0">
                  <a:moveTo>
                    <a:pt x="953" y="0"/>
                  </a:moveTo>
                  <a:lnTo>
                    <a:pt x="953" y="0"/>
                  </a:lnTo>
                  <a:cubicBezTo>
                    <a:pt x="477" y="262"/>
                    <a:pt x="96" y="714"/>
                    <a:pt x="0" y="1262"/>
                  </a:cubicBezTo>
                  <a:lnTo>
                    <a:pt x="739" y="1262"/>
                  </a:lnTo>
                  <a:cubicBezTo>
                    <a:pt x="762" y="834"/>
                    <a:pt x="834" y="405"/>
                    <a:pt x="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0"/>
            <p:cNvSpPr/>
            <p:nvPr/>
          </p:nvSpPr>
          <p:spPr>
            <a:xfrm>
              <a:off x="7559397" y="2835390"/>
              <a:ext cx="22456" cy="48953"/>
            </a:xfrm>
            <a:custGeom>
              <a:avLst/>
              <a:gdLst/>
              <a:ahLst/>
              <a:cxnLst/>
              <a:rect l="l" t="t" r="r" b="b"/>
              <a:pathLst>
                <a:path w="667" h="1454" extrusionOk="0">
                  <a:moveTo>
                    <a:pt x="334" y="1"/>
                  </a:moveTo>
                  <a:cubicBezTo>
                    <a:pt x="143" y="477"/>
                    <a:pt x="24" y="953"/>
                    <a:pt x="0" y="1453"/>
                  </a:cubicBezTo>
                  <a:lnTo>
                    <a:pt x="667" y="1453"/>
                  </a:lnTo>
                  <a:cubicBezTo>
                    <a:pt x="619" y="953"/>
                    <a:pt x="524" y="477"/>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0"/>
            <p:cNvSpPr/>
            <p:nvPr/>
          </p:nvSpPr>
          <p:spPr>
            <a:xfrm>
              <a:off x="7597879" y="2907539"/>
              <a:ext cx="32085" cy="42522"/>
            </a:xfrm>
            <a:custGeom>
              <a:avLst/>
              <a:gdLst/>
              <a:ahLst/>
              <a:cxnLst/>
              <a:rect l="l" t="t" r="r" b="b"/>
              <a:pathLst>
                <a:path w="953" h="1263" extrusionOk="0">
                  <a:moveTo>
                    <a:pt x="215" y="1"/>
                  </a:moveTo>
                  <a:cubicBezTo>
                    <a:pt x="191" y="429"/>
                    <a:pt x="119" y="858"/>
                    <a:pt x="0" y="1263"/>
                  </a:cubicBezTo>
                  <a:cubicBezTo>
                    <a:pt x="477" y="1025"/>
                    <a:pt x="834" y="549"/>
                    <a:pt x="9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50"/>
            <p:cNvSpPr/>
            <p:nvPr/>
          </p:nvSpPr>
          <p:spPr>
            <a:xfrm>
              <a:off x="7559397" y="2907539"/>
              <a:ext cx="22456" cy="48953"/>
            </a:xfrm>
            <a:custGeom>
              <a:avLst/>
              <a:gdLst/>
              <a:ahLst/>
              <a:cxnLst/>
              <a:rect l="l" t="t" r="r" b="b"/>
              <a:pathLst>
                <a:path w="667" h="1454" extrusionOk="0">
                  <a:moveTo>
                    <a:pt x="0" y="1"/>
                  </a:moveTo>
                  <a:cubicBezTo>
                    <a:pt x="24" y="501"/>
                    <a:pt x="143" y="977"/>
                    <a:pt x="334" y="1454"/>
                  </a:cubicBezTo>
                  <a:cubicBezTo>
                    <a:pt x="524" y="977"/>
                    <a:pt x="619" y="501"/>
                    <a:pt x="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50"/>
            <p:cNvSpPr/>
            <p:nvPr/>
          </p:nvSpPr>
          <p:spPr>
            <a:xfrm>
              <a:off x="7385405" y="2751222"/>
              <a:ext cx="367245" cy="399297"/>
            </a:xfrm>
            <a:custGeom>
              <a:avLst/>
              <a:gdLst/>
              <a:ahLst/>
              <a:cxnLst/>
              <a:rect l="l" t="t" r="r" b="b"/>
              <a:pathLst>
                <a:path w="10908" h="11860" extrusionOk="0">
                  <a:moveTo>
                    <a:pt x="3072" y="1500"/>
                  </a:moveTo>
                  <a:lnTo>
                    <a:pt x="3072" y="2191"/>
                  </a:lnTo>
                  <a:lnTo>
                    <a:pt x="1382" y="2191"/>
                  </a:lnTo>
                  <a:lnTo>
                    <a:pt x="1382" y="1500"/>
                  </a:lnTo>
                  <a:close/>
                  <a:moveTo>
                    <a:pt x="2072" y="2977"/>
                  </a:moveTo>
                  <a:lnTo>
                    <a:pt x="2072" y="5620"/>
                  </a:lnTo>
                  <a:lnTo>
                    <a:pt x="1382" y="5620"/>
                  </a:lnTo>
                  <a:lnTo>
                    <a:pt x="1382" y="2977"/>
                  </a:lnTo>
                  <a:close/>
                  <a:moveTo>
                    <a:pt x="5499" y="1828"/>
                  </a:moveTo>
                  <a:cubicBezTo>
                    <a:pt x="6710" y="1828"/>
                    <a:pt x="7919" y="2655"/>
                    <a:pt x="7978" y="4310"/>
                  </a:cubicBezTo>
                  <a:cubicBezTo>
                    <a:pt x="7978" y="5668"/>
                    <a:pt x="6883" y="6787"/>
                    <a:pt x="5502" y="6787"/>
                  </a:cubicBezTo>
                  <a:cubicBezTo>
                    <a:pt x="4120" y="6787"/>
                    <a:pt x="3001" y="5668"/>
                    <a:pt x="3001" y="4310"/>
                  </a:cubicBezTo>
                  <a:cubicBezTo>
                    <a:pt x="3072" y="2655"/>
                    <a:pt x="4287" y="1828"/>
                    <a:pt x="5499" y="1828"/>
                  </a:cubicBezTo>
                  <a:close/>
                  <a:moveTo>
                    <a:pt x="3072" y="6573"/>
                  </a:moveTo>
                  <a:lnTo>
                    <a:pt x="3072" y="7263"/>
                  </a:lnTo>
                  <a:lnTo>
                    <a:pt x="1382" y="7263"/>
                  </a:lnTo>
                  <a:lnTo>
                    <a:pt x="1382" y="6573"/>
                  </a:lnTo>
                  <a:close/>
                  <a:moveTo>
                    <a:pt x="4216" y="7978"/>
                  </a:moveTo>
                  <a:lnTo>
                    <a:pt x="4216" y="8668"/>
                  </a:lnTo>
                  <a:lnTo>
                    <a:pt x="1382" y="8668"/>
                  </a:lnTo>
                  <a:lnTo>
                    <a:pt x="1382" y="7978"/>
                  </a:lnTo>
                  <a:close/>
                  <a:moveTo>
                    <a:pt x="7883" y="7978"/>
                  </a:moveTo>
                  <a:lnTo>
                    <a:pt x="7883" y="8668"/>
                  </a:lnTo>
                  <a:lnTo>
                    <a:pt x="5144" y="8668"/>
                  </a:lnTo>
                  <a:lnTo>
                    <a:pt x="5144" y="7978"/>
                  </a:lnTo>
                  <a:close/>
                  <a:moveTo>
                    <a:pt x="4216" y="9359"/>
                  </a:moveTo>
                  <a:lnTo>
                    <a:pt x="4216" y="10050"/>
                  </a:lnTo>
                  <a:lnTo>
                    <a:pt x="1382" y="10050"/>
                  </a:lnTo>
                  <a:lnTo>
                    <a:pt x="1382" y="9359"/>
                  </a:lnTo>
                  <a:close/>
                  <a:moveTo>
                    <a:pt x="7883" y="9359"/>
                  </a:moveTo>
                  <a:lnTo>
                    <a:pt x="7883" y="10050"/>
                  </a:lnTo>
                  <a:lnTo>
                    <a:pt x="5144" y="10050"/>
                  </a:lnTo>
                  <a:lnTo>
                    <a:pt x="5144" y="9359"/>
                  </a:lnTo>
                  <a:close/>
                  <a:moveTo>
                    <a:pt x="0" y="0"/>
                  </a:moveTo>
                  <a:lnTo>
                    <a:pt x="0" y="9812"/>
                  </a:lnTo>
                  <a:cubicBezTo>
                    <a:pt x="0" y="10955"/>
                    <a:pt x="905" y="11860"/>
                    <a:pt x="2048" y="11860"/>
                  </a:cubicBezTo>
                  <a:lnTo>
                    <a:pt x="10907" y="11860"/>
                  </a:lnTo>
                  <a:cubicBezTo>
                    <a:pt x="10360" y="11860"/>
                    <a:pt x="9883" y="11598"/>
                    <a:pt x="9574" y="11169"/>
                  </a:cubicBezTo>
                  <a:cubicBezTo>
                    <a:pt x="9383" y="10907"/>
                    <a:pt x="9264" y="10574"/>
                    <a:pt x="9264" y="10216"/>
                  </a:cubicBezTo>
                  <a:lnTo>
                    <a:pt x="9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0"/>
            <p:cNvSpPr/>
            <p:nvPr/>
          </p:nvSpPr>
          <p:spPr>
            <a:xfrm>
              <a:off x="7720529" y="3000561"/>
              <a:ext cx="64170" cy="126724"/>
            </a:xfrm>
            <a:custGeom>
              <a:avLst/>
              <a:gdLst/>
              <a:ahLst/>
              <a:cxnLst/>
              <a:rect l="l" t="t" r="r" b="b"/>
              <a:pathLst>
                <a:path w="1906" h="3764" extrusionOk="0">
                  <a:moveTo>
                    <a:pt x="1" y="0"/>
                  </a:moveTo>
                  <a:lnTo>
                    <a:pt x="1" y="2810"/>
                  </a:lnTo>
                  <a:cubicBezTo>
                    <a:pt x="1" y="3334"/>
                    <a:pt x="430" y="3763"/>
                    <a:pt x="930" y="3763"/>
                  </a:cubicBezTo>
                  <a:cubicBezTo>
                    <a:pt x="944" y="3764"/>
                    <a:pt x="959" y="3764"/>
                    <a:pt x="973" y="3764"/>
                  </a:cubicBezTo>
                  <a:cubicBezTo>
                    <a:pt x="1500" y="3764"/>
                    <a:pt x="1906" y="3344"/>
                    <a:pt x="1906" y="2810"/>
                  </a:cubicBezTo>
                  <a:lnTo>
                    <a:pt x="1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50"/>
          <p:cNvGrpSpPr/>
          <p:nvPr/>
        </p:nvGrpSpPr>
        <p:grpSpPr>
          <a:xfrm>
            <a:off x="4966029" y="3221595"/>
            <a:ext cx="452156" cy="451322"/>
            <a:chOff x="6733573" y="2129824"/>
            <a:chExt cx="400103" cy="399329"/>
          </a:xfrm>
        </p:grpSpPr>
        <p:sp>
          <p:nvSpPr>
            <p:cNvPr id="557" name="Google Shape;557;p50"/>
            <p:cNvSpPr/>
            <p:nvPr/>
          </p:nvSpPr>
          <p:spPr>
            <a:xfrm>
              <a:off x="6876288" y="2195577"/>
              <a:ext cx="114672" cy="117904"/>
            </a:xfrm>
            <a:custGeom>
              <a:avLst/>
              <a:gdLst/>
              <a:ahLst/>
              <a:cxnLst/>
              <a:rect l="l" t="t" r="r" b="b"/>
              <a:pathLst>
                <a:path w="3406" h="3502" extrusionOk="0">
                  <a:moveTo>
                    <a:pt x="0" y="1"/>
                  </a:moveTo>
                  <a:lnTo>
                    <a:pt x="0" y="3501"/>
                  </a:lnTo>
                  <a:lnTo>
                    <a:pt x="3406" y="3501"/>
                  </a:lnTo>
                  <a:lnTo>
                    <a:pt x="34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0"/>
            <p:cNvSpPr/>
            <p:nvPr/>
          </p:nvSpPr>
          <p:spPr>
            <a:xfrm>
              <a:off x="6907531" y="2129824"/>
              <a:ext cx="52151" cy="65786"/>
            </a:xfrm>
            <a:custGeom>
              <a:avLst/>
              <a:gdLst/>
              <a:ahLst/>
              <a:cxnLst/>
              <a:rect l="l" t="t" r="r" b="b"/>
              <a:pathLst>
                <a:path w="1549" h="1954" extrusionOk="0">
                  <a:moveTo>
                    <a:pt x="787" y="1"/>
                  </a:moveTo>
                  <a:cubicBezTo>
                    <a:pt x="787" y="1"/>
                    <a:pt x="1" y="763"/>
                    <a:pt x="1" y="1192"/>
                  </a:cubicBezTo>
                  <a:cubicBezTo>
                    <a:pt x="1" y="1620"/>
                    <a:pt x="358" y="1954"/>
                    <a:pt x="787" y="1954"/>
                  </a:cubicBezTo>
                  <a:cubicBezTo>
                    <a:pt x="1192" y="1954"/>
                    <a:pt x="1549" y="1620"/>
                    <a:pt x="1549" y="1192"/>
                  </a:cubicBezTo>
                  <a:cubicBezTo>
                    <a:pt x="1549" y="763"/>
                    <a:pt x="787"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0"/>
            <p:cNvSpPr/>
            <p:nvPr/>
          </p:nvSpPr>
          <p:spPr>
            <a:xfrm>
              <a:off x="6733573" y="2313446"/>
              <a:ext cx="143525" cy="215708"/>
            </a:xfrm>
            <a:custGeom>
              <a:avLst/>
              <a:gdLst/>
              <a:ahLst/>
              <a:cxnLst/>
              <a:rect l="l" t="t" r="r" b="b"/>
              <a:pathLst>
                <a:path w="4263" h="6407" extrusionOk="0">
                  <a:moveTo>
                    <a:pt x="0" y="0"/>
                  </a:moveTo>
                  <a:lnTo>
                    <a:pt x="0" y="2310"/>
                  </a:lnTo>
                  <a:cubicBezTo>
                    <a:pt x="0" y="3525"/>
                    <a:pt x="643" y="4668"/>
                    <a:pt x="1715" y="5287"/>
                  </a:cubicBezTo>
                  <a:lnTo>
                    <a:pt x="1715" y="6406"/>
                  </a:lnTo>
                  <a:lnTo>
                    <a:pt x="4263" y="6406"/>
                  </a:lnTo>
                  <a:lnTo>
                    <a:pt x="4263" y="2310"/>
                  </a:lnTo>
                  <a:cubicBezTo>
                    <a:pt x="4263" y="1906"/>
                    <a:pt x="3930" y="1572"/>
                    <a:pt x="3525" y="1572"/>
                  </a:cubicBezTo>
                  <a:cubicBezTo>
                    <a:pt x="3120" y="1572"/>
                    <a:pt x="2787" y="1906"/>
                    <a:pt x="2787" y="2310"/>
                  </a:cubicBezTo>
                  <a:lnTo>
                    <a:pt x="2787" y="3025"/>
                  </a:lnTo>
                  <a:cubicBezTo>
                    <a:pt x="2358" y="2787"/>
                    <a:pt x="1977" y="2453"/>
                    <a:pt x="1762" y="2072"/>
                  </a:cubicBezTo>
                  <a:cubicBezTo>
                    <a:pt x="1667" y="1882"/>
                    <a:pt x="1572" y="1572"/>
                    <a:pt x="1524" y="1263"/>
                  </a:cubicBezTo>
                  <a:cubicBezTo>
                    <a:pt x="1381" y="524"/>
                    <a:pt x="73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0"/>
            <p:cNvSpPr/>
            <p:nvPr/>
          </p:nvSpPr>
          <p:spPr>
            <a:xfrm>
              <a:off x="6990117" y="2313446"/>
              <a:ext cx="143558" cy="215708"/>
            </a:xfrm>
            <a:custGeom>
              <a:avLst/>
              <a:gdLst/>
              <a:ahLst/>
              <a:cxnLst/>
              <a:rect l="l" t="t" r="r" b="b"/>
              <a:pathLst>
                <a:path w="4264" h="6407" extrusionOk="0">
                  <a:moveTo>
                    <a:pt x="4264" y="0"/>
                  </a:moveTo>
                  <a:cubicBezTo>
                    <a:pt x="3525" y="0"/>
                    <a:pt x="2882" y="524"/>
                    <a:pt x="2740" y="1263"/>
                  </a:cubicBezTo>
                  <a:cubicBezTo>
                    <a:pt x="2692" y="1572"/>
                    <a:pt x="2597" y="1882"/>
                    <a:pt x="2501" y="2072"/>
                  </a:cubicBezTo>
                  <a:cubicBezTo>
                    <a:pt x="2287" y="2453"/>
                    <a:pt x="1906" y="2787"/>
                    <a:pt x="1477" y="3025"/>
                  </a:cubicBezTo>
                  <a:lnTo>
                    <a:pt x="1477" y="2310"/>
                  </a:lnTo>
                  <a:cubicBezTo>
                    <a:pt x="1477" y="1906"/>
                    <a:pt x="1144" y="1572"/>
                    <a:pt x="739" y="1572"/>
                  </a:cubicBezTo>
                  <a:cubicBezTo>
                    <a:pt x="334" y="1572"/>
                    <a:pt x="1" y="1906"/>
                    <a:pt x="1" y="2310"/>
                  </a:cubicBezTo>
                  <a:lnTo>
                    <a:pt x="1" y="6406"/>
                  </a:lnTo>
                  <a:lnTo>
                    <a:pt x="2549" y="6406"/>
                  </a:lnTo>
                  <a:lnTo>
                    <a:pt x="2549" y="5287"/>
                  </a:lnTo>
                  <a:cubicBezTo>
                    <a:pt x="3621" y="4668"/>
                    <a:pt x="4264" y="3525"/>
                    <a:pt x="4264" y="2310"/>
                  </a:cubicBezTo>
                  <a:lnTo>
                    <a:pt x="4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564"/>
        <p:cNvGrpSpPr/>
        <p:nvPr/>
      </p:nvGrpSpPr>
      <p:grpSpPr>
        <a:xfrm>
          <a:off x="0" y="0"/>
          <a:ext cx="0" cy="0"/>
          <a:chOff x="0" y="0"/>
          <a:chExt cx="0" cy="0"/>
        </a:xfrm>
      </p:grpSpPr>
      <p:sp>
        <p:nvSpPr>
          <p:cNvPr id="565" name="Google Shape;565;p51"/>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TO </a:t>
            </a:r>
            <a:r>
              <a:rPr lang="en"/>
              <a:t>REMEMBER</a:t>
            </a:r>
            <a:endParaRPr/>
          </a:p>
        </p:txBody>
      </p:sp>
      <p:sp>
        <p:nvSpPr>
          <p:cNvPr id="566" name="Google Shape;566;p51"/>
          <p:cNvSpPr txBox="1">
            <a:spLocks noGrp="1"/>
          </p:cNvSpPr>
          <p:nvPr>
            <p:ph type="subTitle" idx="1"/>
          </p:nvPr>
        </p:nvSpPr>
        <p:spPr>
          <a:xfrm>
            <a:off x="934788" y="1956700"/>
            <a:ext cx="2217000" cy="771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 is the closest planet to the Sun and the smallest of them all</a:t>
            </a:r>
            <a:endParaRPr/>
          </a:p>
        </p:txBody>
      </p:sp>
      <p:sp>
        <p:nvSpPr>
          <p:cNvPr id="567" name="Google Shape;567;p51"/>
          <p:cNvSpPr txBox="1">
            <a:spLocks noGrp="1"/>
          </p:cNvSpPr>
          <p:nvPr>
            <p:ph type="subTitle" idx="2"/>
          </p:nvPr>
        </p:nvSpPr>
        <p:spPr>
          <a:xfrm>
            <a:off x="1620021" y="1617325"/>
            <a:ext cx="1531800" cy="33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Mercury</a:t>
            </a:r>
            <a:endParaRPr/>
          </a:p>
        </p:txBody>
      </p:sp>
      <p:sp>
        <p:nvSpPr>
          <p:cNvPr id="568" name="Google Shape;568;p51"/>
          <p:cNvSpPr txBox="1">
            <a:spLocks noGrp="1"/>
          </p:cNvSpPr>
          <p:nvPr>
            <p:ph type="subTitle" idx="3"/>
          </p:nvPr>
        </p:nvSpPr>
        <p:spPr>
          <a:xfrm>
            <a:off x="5992213" y="1956700"/>
            <a:ext cx="2217000" cy="77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full of iron oxide dust, which gives the planet its reddish cast</a:t>
            </a:r>
            <a:endParaRPr/>
          </a:p>
        </p:txBody>
      </p:sp>
      <p:sp>
        <p:nvSpPr>
          <p:cNvPr id="569" name="Google Shape;569;p51"/>
          <p:cNvSpPr txBox="1">
            <a:spLocks noGrp="1"/>
          </p:cNvSpPr>
          <p:nvPr>
            <p:ph type="subTitle" idx="4"/>
          </p:nvPr>
        </p:nvSpPr>
        <p:spPr>
          <a:xfrm>
            <a:off x="5992221" y="1617325"/>
            <a:ext cx="15318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570" name="Google Shape;570;p51"/>
          <p:cNvSpPr txBox="1">
            <a:spLocks noGrp="1"/>
          </p:cNvSpPr>
          <p:nvPr>
            <p:ph type="subTitle" idx="5"/>
          </p:nvPr>
        </p:nvSpPr>
        <p:spPr>
          <a:xfrm>
            <a:off x="934788" y="3538775"/>
            <a:ext cx="2217000" cy="771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Earth is the third planet from the Sun and the only one that harbors life</a:t>
            </a:r>
            <a:endParaRPr/>
          </a:p>
        </p:txBody>
      </p:sp>
      <p:sp>
        <p:nvSpPr>
          <p:cNvPr id="571" name="Google Shape;571;p51"/>
          <p:cNvSpPr txBox="1">
            <a:spLocks noGrp="1"/>
          </p:cNvSpPr>
          <p:nvPr>
            <p:ph type="subTitle" idx="6"/>
          </p:nvPr>
        </p:nvSpPr>
        <p:spPr>
          <a:xfrm>
            <a:off x="1620021" y="3199400"/>
            <a:ext cx="1531800" cy="33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Earth</a:t>
            </a:r>
            <a:endParaRPr/>
          </a:p>
        </p:txBody>
      </p:sp>
      <p:sp>
        <p:nvSpPr>
          <p:cNvPr id="572" name="Google Shape;572;p51"/>
          <p:cNvSpPr txBox="1">
            <a:spLocks noGrp="1"/>
          </p:cNvSpPr>
          <p:nvPr>
            <p:ph type="subTitle" idx="7"/>
          </p:nvPr>
        </p:nvSpPr>
        <p:spPr>
          <a:xfrm>
            <a:off x="5992213" y="3538775"/>
            <a:ext cx="2217000" cy="77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was named after the Roman god of the skies and lightning</a:t>
            </a:r>
            <a:endParaRPr/>
          </a:p>
        </p:txBody>
      </p:sp>
      <p:sp>
        <p:nvSpPr>
          <p:cNvPr id="573" name="Google Shape;573;p51"/>
          <p:cNvSpPr txBox="1">
            <a:spLocks noGrp="1"/>
          </p:cNvSpPr>
          <p:nvPr>
            <p:ph type="subTitle" idx="8"/>
          </p:nvPr>
        </p:nvSpPr>
        <p:spPr>
          <a:xfrm>
            <a:off x="5992221" y="3199400"/>
            <a:ext cx="15318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574" name="Google Shape;574;p51"/>
          <p:cNvSpPr/>
          <p:nvPr/>
        </p:nvSpPr>
        <p:spPr>
          <a:xfrm>
            <a:off x="3342288" y="1676824"/>
            <a:ext cx="869100" cy="8691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575" name="Google Shape;575;p51"/>
          <p:cNvSpPr/>
          <p:nvPr/>
        </p:nvSpPr>
        <p:spPr>
          <a:xfrm>
            <a:off x="4932613" y="1676824"/>
            <a:ext cx="869100" cy="8691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576" name="Google Shape;576;p51"/>
          <p:cNvSpPr/>
          <p:nvPr/>
        </p:nvSpPr>
        <p:spPr>
          <a:xfrm>
            <a:off x="3342288" y="3259899"/>
            <a:ext cx="869100" cy="8691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577" name="Google Shape;577;p51"/>
          <p:cNvSpPr/>
          <p:nvPr/>
        </p:nvSpPr>
        <p:spPr>
          <a:xfrm>
            <a:off x="4932613" y="3259899"/>
            <a:ext cx="869100" cy="8691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578" name="Google Shape;578;p51"/>
          <p:cNvSpPr/>
          <p:nvPr/>
        </p:nvSpPr>
        <p:spPr>
          <a:xfrm>
            <a:off x="4158613" y="4087250"/>
            <a:ext cx="826800" cy="869100"/>
          </a:xfrm>
          <a:prstGeom prst="star10">
            <a:avLst>
              <a:gd name="adj" fmla="val 0"/>
              <a:gd name="hf" fmla="val 10514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51"/>
          <p:cNvSpPr/>
          <p:nvPr/>
        </p:nvSpPr>
        <p:spPr>
          <a:xfrm rot="5400000">
            <a:off x="-100197" y="1047850"/>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 name="Google Shape;580;p51"/>
          <p:cNvGrpSpPr/>
          <p:nvPr/>
        </p:nvGrpSpPr>
        <p:grpSpPr>
          <a:xfrm>
            <a:off x="5177779" y="3453339"/>
            <a:ext cx="378787" cy="482204"/>
            <a:chOff x="7427893" y="4043641"/>
            <a:chExt cx="314320" cy="400136"/>
          </a:xfrm>
        </p:grpSpPr>
        <p:sp>
          <p:nvSpPr>
            <p:cNvPr id="581" name="Google Shape;581;p51"/>
            <p:cNvSpPr/>
            <p:nvPr/>
          </p:nvSpPr>
          <p:spPr>
            <a:xfrm>
              <a:off x="7556165" y="4272949"/>
              <a:ext cx="58581" cy="23298"/>
            </a:xfrm>
            <a:custGeom>
              <a:avLst/>
              <a:gdLst/>
              <a:ahLst/>
              <a:cxnLst/>
              <a:rect l="l" t="t" r="r" b="b"/>
              <a:pathLst>
                <a:path w="1740" h="692" extrusionOk="0">
                  <a:moveTo>
                    <a:pt x="858" y="1"/>
                  </a:moveTo>
                  <a:lnTo>
                    <a:pt x="1" y="691"/>
                  </a:lnTo>
                  <a:lnTo>
                    <a:pt x="1739" y="691"/>
                  </a:lnTo>
                  <a:lnTo>
                    <a:pt x="8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51"/>
            <p:cNvSpPr/>
            <p:nvPr/>
          </p:nvSpPr>
          <p:spPr>
            <a:xfrm>
              <a:off x="7427893" y="4043641"/>
              <a:ext cx="314320" cy="378490"/>
            </a:xfrm>
            <a:custGeom>
              <a:avLst/>
              <a:gdLst/>
              <a:ahLst/>
              <a:cxnLst/>
              <a:rect l="l" t="t" r="r" b="b"/>
              <a:pathLst>
                <a:path w="9336" h="11242" extrusionOk="0">
                  <a:moveTo>
                    <a:pt x="5692" y="1787"/>
                  </a:moveTo>
                  <a:lnTo>
                    <a:pt x="5692" y="2477"/>
                  </a:lnTo>
                  <a:lnTo>
                    <a:pt x="3644" y="2477"/>
                  </a:lnTo>
                  <a:lnTo>
                    <a:pt x="3644" y="1787"/>
                  </a:lnTo>
                  <a:close/>
                  <a:moveTo>
                    <a:pt x="7097" y="3549"/>
                  </a:moveTo>
                  <a:lnTo>
                    <a:pt x="7097" y="5097"/>
                  </a:lnTo>
                  <a:lnTo>
                    <a:pt x="7788" y="5097"/>
                  </a:lnTo>
                  <a:lnTo>
                    <a:pt x="7788" y="5811"/>
                  </a:lnTo>
                  <a:lnTo>
                    <a:pt x="5716" y="5811"/>
                  </a:lnTo>
                  <a:lnTo>
                    <a:pt x="5716" y="5097"/>
                  </a:lnTo>
                  <a:lnTo>
                    <a:pt x="6407" y="5097"/>
                  </a:lnTo>
                  <a:lnTo>
                    <a:pt x="6407" y="4240"/>
                  </a:lnTo>
                  <a:lnTo>
                    <a:pt x="5025" y="4240"/>
                  </a:lnTo>
                  <a:lnTo>
                    <a:pt x="5025" y="6193"/>
                  </a:lnTo>
                  <a:lnTo>
                    <a:pt x="6335" y="7240"/>
                  </a:lnTo>
                  <a:lnTo>
                    <a:pt x="6335" y="8193"/>
                  </a:lnTo>
                  <a:lnTo>
                    <a:pt x="3001" y="8193"/>
                  </a:lnTo>
                  <a:lnTo>
                    <a:pt x="3001" y="7240"/>
                  </a:lnTo>
                  <a:lnTo>
                    <a:pt x="4311" y="6193"/>
                  </a:lnTo>
                  <a:lnTo>
                    <a:pt x="4311" y="4240"/>
                  </a:lnTo>
                  <a:lnTo>
                    <a:pt x="2930" y="4240"/>
                  </a:lnTo>
                  <a:lnTo>
                    <a:pt x="2930" y="5097"/>
                  </a:lnTo>
                  <a:lnTo>
                    <a:pt x="3620" y="5097"/>
                  </a:lnTo>
                  <a:lnTo>
                    <a:pt x="3620" y="5811"/>
                  </a:lnTo>
                  <a:lnTo>
                    <a:pt x="1548" y="5811"/>
                  </a:lnTo>
                  <a:lnTo>
                    <a:pt x="1548" y="5097"/>
                  </a:lnTo>
                  <a:lnTo>
                    <a:pt x="2239" y="5097"/>
                  </a:lnTo>
                  <a:lnTo>
                    <a:pt x="2239" y="3549"/>
                  </a:lnTo>
                  <a:close/>
                  <a:moveTo>
                    <a:pt x="2072" y="1"/>
                  </a:moveTo>
                  <a:cubicBezTo>
                    <a:pt x="929" y="1"/>
                    <a:pt x="1" y="930"/>
                    <a:pt x="1" y="2073"/>
                  </a:cubicBezTo>
                  <a:lnTo>
                    <a:pt x="1" y="11241"/>
                  </a:lnTo>
                  <a:cubicBezTo>
                    <a:pt x="48" y="10598"/>
                    <a:pt x="596" y="10074"/>
                    <a:pt x="1263" y="10074"/>
                  </a:cubicBezTo>
                  <a:lnTo>
                    <a:pt x="9336" y="10074"/>
                  </a:lnTo>
                  <a:lnTo>
                    <a:pt x="93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51"/>
            <p:cNvSpPr/>
            <p:nvPr/>
          </p:nvSpPr>
          <p:spPr>
            <a:xfrm>
              <a:off x="7451157" y="4406036"/>
              <a:ext cx="291056" cy="37741"/>
            </a:xfrm>
            <a:custGeom>
              <a:avLst/>
              <a:gdLst/>
              <a:ahLst/>
              <a:cxnLst/>
              <a:rect l="l" t="t" r="r" b="b"/>
              <a:pathLst>
                <a:path w="8645" h="1121" extrusionOk="0">
                  <a:moveTo>
                    <a:pt x="572" y="1"/>
                  </a:moveTo>
                  <a:cubicBezTo>
                    <a:pt x="262" y="1"/>
                    <a:pt x="0" y="263"/>
                    <a:pt x="0" y="549"/>
                  </a:cubicBezTo>
                  <a:cubicBezTo>
                    <a:pt x="0" y="858"/>
                    <a:pt x="262" y="1120"/>
                    <a:pt x="572" y="1120"/>
                  </a:cubicBezTo>
                  <a:lnTo>
                    <a:pt x="8645" y="1120"/>
                  </a:lnTo>
                  <a:lnTo>
                    <a:pt x="86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51"/>
          <p:cNvGrpSpPr/>
          <p:nvPr/>
        </p:nvGrpSpPr>
        <p:grpSpPr>
          <a:xfrm>
            <a:off x="5126560" y="1923413"/>
            <a:ext cx="481232" cy="375905"/>
            <a:chOff x="6062483" y="4087745"/>
            <a:chExt cx="399330" cy="311929"/>
          </a:xfrm>
        </p:grpSpPr>
        <p:sp>
          <p:nvSpPr>
            <p:cNvPr id="585" name="Google Shape;585;p51"/>
            <p:cNvSpPr/>
            <p:nvPr/>
          </p:nvSpPr>
          <p:spPr>
            <a:xfrm>
              <a:off x="6132241" y="4220024"/>
              <a:ext cx="329571" cy="179650"/>
            </a:xfrm>
            <a:custGeom>
              <a:avLst/>
              <a:gdLst/>
              <a:ahLst/>
              <a:cxnLst/>
              <a:rect l="l" t="t" r="r" b="b"/>
              <a:pathLst>
                <a:path w="9789" h="5336" extrusionOk="0">
                  <a:moveTo>
                    <a:pt x="7192" y="1"/>
                  </a:moveTo>
                  <a:cubicBezTo>
                    <a:pt x="6787" y="191"/>
                    <a:pt x="6287" y="406"/>
                    <a:pt x="5906" y="596"/>
                  </a:cubicBezTo>
                  <a:cubicBezTo>
                    <a:pt x="5906" y="596"/>
                    <a:pt x="5906" y="596"/>
                    <a:pt x="5906" y="620"/>
                  </a:cubicBezTo>
                  <a:lnTo>
                    <a:pt x="5906" y="1787"/>
                  </a:lnTo>
                  <a:lnTo>
                    <a:pt x="3311" y="1787"/>
                  </a:lnTo>
                  <a:lnTo>
                    <a:pt x="2477" y="2168"/>
                  </a:lnTo>
                  <a:lnTo>
                    <a:pt x="3620" y="4645"/>
                  </a:lnTo>
                  <a:lnTo>
                    <a:pt x="0" y="4645"/>
                  </a:lnTo>
                  <a:lnTo>
                    <a:pt x="0" y="5335"/>
                  </a:lnTo>
                  <a:lnTo>
                    <a:pt x="9788" y="5335"/>
                  </a:lnTo>
                  <a:lnTo>
                    <a:pt x="9788" y="4645"/>
                  </a:lnTo>
                  <a:lnTo>
                    <a:pt x="9312" y="4645"/>
                  </a:lnTo>
                  <a:lnTo>
                    <a:pt x="71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1"/>
            <p:cNvSpPr/>
            <p:nvPr/>
          </p:nvSpPr>
          <p:spPr>
            <a:xfrm>
              <a:off x="6149075" y="4118080"/>
              <a:ext cx="213317" cy="138070"/>
            </a:xfrm>
            <a:custGeom>
              <a:avLst/>
              <a:gdLst/>
              <a:ahLst/>
              <a:cxnLst/>
              <a:rect l="l" t="t" r="r" b="b"/>
              <a:pathLst>
                <a:path w="6336" h="4101" extrusionOk="0">
                  <a:moveTo>
                    <a:pt x="2714" y="0"/>
                  </a:moveTo>
                  <a:cubicBezTo>
                    <a:pt x="2659" y="0"/>
                    <a:pt x="2604" y="2"/>
                    <a:pt x="2549" y="5"/>
                  </a:cubicBezTo>
                  <a:lnTo>
                    <a:pt x="0" y="195"/>
                  </a:lnTo>
                  <a:lnTo>
                    <a:pt x="0" y="2838"/>
                  </a:lnTo>
                  <a:lnTo>
                    <a:pt x="905" y="2838"/>
                  </a:lnTo>
                  <a:lnTo>
                    <a:pt x="1001" y="3029"/>
                  </a:lnTo>
                  <a:cubicBezTo>
                    <a:pt x="1310" y="3672"/>
                    <a:pt x="1953" y="4077"/>
                    <a:pt x="2668" y="4101"/>
                  </a:cubicBezTo>
                  <a:lnTo>
                    <a:pt x="4716" y="4101"/>
                  </a:lnTo>
                  <a:lnTo>
                    <a:pt x="4716" y="3648"/>
                  </a:lnTo>
                  <a:cubicBezTo>
                    <a:pt x="4716" y="3481"/>
                    <a:pt x="4620" y="3339"/>
                    <a:pt x="4525" y="3267"/>
                  </a:cubicBezTo>
                  <a:cubicBezTo>
                    <a:pt x="4430" y="3196"/>
                    <a:pt x="4335" y="3172"/>
                    <a:pt x="4239" y="3172"/>
                  </a:cubicBezTo>
                  <a:lnTo>
                    <a:pt x="2572" y="3172"/>
                  </a:lnTo>
                  <a:lnTo>
                    <a:pt x="2572" y="2481"/>
                  </a:lnTo>
                  <a:lnTo>
                    <a:pt x="4239" y="2481"/>
                  </a:lnTo>
                  <a:cubicBezTo>
                    <a:pt x="4620" y="2481"/>
                    <a:pt x="4978" y="2672"/>
                    <a:pt x="5168" y="2957"/>
                  </a:cubicBezTo>
                  <a:lnTo>
                    <a:pt x="6335" y="2481"/>
                  </a:lnTo>
                  <a:lnTo>
                    <a:pt x="4882" y="933"/>
                  </a:lnTo>
                  <a:cubicBezTo>
                    <a:pt x="4324" y="331"/>
                    <a:pt x="3537" y="0"/>
                    <a:pt x="27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1"/>
            <p:cNvSpPr/>
            <p:nvPr/>
          </p:nvSpPr>
          <p:spPr>
            <a:xfrm>
              <a:off x="6062483" y="4087745"/>
              <a:ext cx="63362" cy="162008"/>
            </a:xfrm>
            <a:custGeom>
              <a:avLst/>
              <a:gdLst/>
              <a:ahLst/>
              <a:cxnLst/>
              <a:rect l="l" t="t" r="r" b="b"/>
              <a:pathLst>
                <a:path w="1882" h="4812" extrusionOk="0">
                  <a:moveTo>
                    <a:pt x="0" y="1"/>
                  </a:moveTo>
                  <a:lnTo>
                    <a:pt x="0" y="4811"/>
                  </a:lnTo>
                  <a:lnTo>
                    <a:pt x="1882" y="4811"/>
                  </a:lnTo>
                  <a:lnTo>
                    <a:pt x="18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51"/>
          <p:cNvGrpSpPr/>
          <p:nvPr/>
        </p:nvGrpSpPr>
        <p:grpSpPr>
          <a:xfrm>
            <a:off x="3530451" y="3453737"/>
            <a:ext cx="492793" cy="481435"/>
            <a:chOff x="3412632" y="1528527"/>
            <a:chExt cx="408923" cy="399498"/>
          </a:xfrm>
        </p:grpSpPr>
        <p:sp>
          <p:nvSpPr>
            <p:cNvPr id="589" name="Google Shape;589;p51"/>
            <p:cNvSpPr/>
            <p:nvPr/>
          </p:nvSpPr>
          <p:spPr>
            <a:xfrm>
              <a:off x="3686852" y="1528527"/>
              <a:ext cx="44104" cy="58548"/>
            </a:xfrm>
            <a:custGeom>
              <a:avLst/>
              <a:gdLst/>
              <a:ahLst/>
              <a:cxnLst/>
              <a:rect l="l" t="t" r="r" b="b"/>
              <a:pathLst>
                <a:path w="1310" h="1739" extrusionOk="0">
                  <a:moveTo>
                    <a:pt x="691" y="0"/>
                  </a:moveTo>
                  <a:lnTo>
                    <a:pt x="0" y="1429"/>
                  </a:lnTo>
                  <a:lnTo>
                    <a:pt x="619" y="1739"/>
                  </a:lnTo>
                  <a:lnTo>
                    <a:pt x="1310" y="31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1"/>
            <p:cNvSpPr/>
            <p:nvPr/>
          </p:nvSpPr>
          <p:spPr>
            <a:xfrm>
              <a:off x="3762200" y="1619125"/>
              <a:ext cx="59356" cy="44104"/>
            </a:xfrm>
            <a:custGeom>
              <a:avLst/>
              <a:gdLst/>
              <a:ahLst/>
              <a:cxnLst/>
              <a:rect l="l" t="t" r="r" b="b"/>
              <a:pathLst>
                <a:path w="1763" h="1310" extrusionOk="0">
                  <a:moveTo>
                    <a:pt x="1453" y="0"/>
                  </a:moveTo>
                  <a:lnTo>
                    <a:pt x="1" y="691"/>
                  </a:lnTo>
                  <a:lnTo>
                    <a:pt x="310" y="1310"/>
                  </a:lnTo>
                  <a:lnTo>
                    <a:pt x="1763" y="619"/>
                  </a:lnTo>
                  <a:lnTo>
                    <a:pt x="1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51"/>
            <p:cNvSpPr/>
            <p:nvPr/>
          </p:nvSpPr>
          <p:spPr>
            <a:xfrm>
              <a:off x="3728532" y="1565393"/>
              <a:ext cx="55349" cy="55349"/>
            </a:xfrm>
            <a:custGeom>
              <a:avLst/>
              <a:gdLst/>
              <a:ahLst/>
              <a:cxnLst/>
              <a:rect l="l" t="t" r="r" b="b"/>
              <a:pathLst>
                <a:path w="1644" h="1644" extrusionOk="0">
                  <a:moveTo>
                    <a:pt x="1167" y="1"/>
                  </a:moveTo>
                  <a:lnTo>
                    <a:pt x="1" y="1144"/>
                  </a:lnTo>
                  <a:lnTo>
                    <a:pt x="501" y="1644"/>
                  </a:lnTo>
                  <a:lnTo>
                    <a:pt x="1644" y="501"/>
                  </a:lnTo>
                  <a:lnTo>
                    <a:pt x="11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51"/>
            <p:cNvSpPr/>
            <p:nvPr/>
          </p:nvSpPr>
          <p:spPr>
            <a:xfrm>
              <a:off x="3412632" y="1547751"/>
              <a:ext cx="236548" cy="254190"/>
            </a:xfrm>
            <a:custGeom>
              <a:avLst/>
              <a:gdLst/>
              <a:ahLst/>
              <a:cxnLst/>
              <a:rect l="l" t="t" r="r" b="b"/>
              <a:pathLst>
                <a:path w="7026" h="7550" extrusionOk="0">
                  <a:moveTo>
                    <a:pt x="5073" y="1"/>
                  </a:moveTo>
                  <a:cubicBezTo>
                    <a:pt x="4954" y="1"/>
                    <a:pt x="4859" y="48"/>
                    <a:pt x="4764" y="120"/>
                  </a:cubicBezTo>
                  <a:lnTo>
                    <a:pt x="1906" y="3001"/>
                  </a:lnTo>
                  <a:lnTo>
                    <a:pt x="2239" y="3001"/>
                  </a:lnTo>
                  <a:cubicBezTo>
                    <a:pt x="3049" y="3001"/>
                    <a:pt x="3739" y="3525"/>
                    <a:pt x="4001" y="4240"/>
                  </a:cubicBezTo>
                  <a:lnTo>
                    <a:pt x="6716" y="1525"/>
                  </a:lnTo>
                  <a:cubicBezTo>
                    <a:pt x="7026" y="1215"/>
                    <a:pt x="6765" y="794"/>
                    <a:pt x="6443" y="794"/>
                  </a:cubicBezTo>
                  <a:cubicBezTo>
                    <a:pt x="6345" y="794"/>
                    <a:pt x="6240" y="834"/>
                    <a:pt x="6145" y="929"/>
                  </a:cubicBezTo>
                  <a:cubicBezTo>
                    <a:pt x="5978" y="1072"/>
                    <a:pt x="4216" y="2858"/>
                    <a:pt x="4144" y="2930"/>
                  </a:cubicBezTo>
                  <a:cubicBezTo>
                    <a:pt x="4025" y="2811"/>
                    <a:pt x="3787" y="2549"/>
                    <a:pt x="3644" y="2430"/>
                  </a:cubicBezTo>
                  <a:lnTo>
                    <a:pt x="5359" y="739"/>
                  </a:lnTo>
                  <a:cubicBezTo>
                    <a:pt x="5621" y="477"/>
                    <a:pt x="5454" y="1"/>
                    <a:pt x="5073" y="1"/>
                  </a:cubicBezTo>
                  <a:close/>
                  <a:moveTo>
                    <a:pt x="1048" y="1049"/>
                  </a:moveTo>
                  <a:lnTo>
                    <a:pt x="1048" y="3835"/>
                  </a:lnTo>
                  <a:cubicBezTo>
                    <a:pt x="48" y="4740"/>
                    <a:pt x="1" y="6335"/>
                    <a:pt x="953" y="7288"/>
                  </a:cubicBezTo>
                  <a:lnTo>
                    <a:pt x="1239" y="7550"/>
                  </a:lnTo>
                  <a:cubicBezTo>
                    <a:pt x="1358" y="7121"/>
                    <a:pt x="1572" y="6716"/>
                    <a:pt x="1906" y="6359"/>
                  </a:cubicBezTo>
                  <a:lnTo>
                    <a:pt x="1906" y="3001"/>
                  </a:lnTo>
                  <a:lnTo>
                    <a:pt x="1906" y="2168"/>
                  </a:lnTo>
                  <a:cubicBezTo>
                    <a:pt x="1906" y="1668"/>
                    <a:pt x="1549" y="1191"/>
                    <a:pt x="1048" y="104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51"/>
            <p:cNvSpPr/>
            <p:nvPr/>
          </p:nvSpPr>
          <p:spPr>
            <a:xfrm>
              <a:off x="3470372" y="1642356"/>
              <a:ext cx="256580" cy="285669"/>
            </a:xfrm>
            <a:custGeom>
              <a:avLst/>
              <a:gdLst/>
              <a:ahLst/>
              <a:cxnLst/>
              <a:rect l="l" t="t" r="r" b="b"/>
              <a:pathLst>
                <a:path w="7621" h="8485" extrusionOk="0">
                  <a:moveTo>
                    <a:pt x="4889" y="0"/>
                  </a:moveTo>
                  <a:cubicBezTo>
                    <a:pt x="4793" y="0"/>
                    <a:pt x="4697" y="30"/>
                    <a:pt x="4620" y="96"/>
                  </a:cubicBezTo>
                  <a:cubicBezTo>
                    <a:pt x="4025" y="691"/>
                    <a:pt x="2334" y="2382"/>
                    <a:pt x="1715" y="3001"/>
                  </a:cubicBezTo>
                  <a:lnTo>
                    <a:pt x="1715" y="2073"/>
                  </a:lnTo>
                  <a:cubicBezTo>
                    <a:pt x="1715" y="1549"/>
                    <a:pt x="1358" y="1096"/>
                    <a:pt x="881" y="953"/>
                  </a:cubicBezTo>
                  <a:lnTo>
                    <a:pt x="881" y="3835"/>
                  </a:lnTo>
                  <a:cubicBezTo>
                    <a:pt x="453" y="4216"/>
                    <a:pt x="191" y="4716"/>
                    <a:pt x="119" y="5288"/>
                  </a:cubicBezTo>
                  <a:cubicBezTo>
                    <a:pt x="0" y="5978"/>
                    <a:pt x="238" y="6740"/>
                    <a:pt x="786" y="7288"/>
                  </a:cubicBezTo>
                  <a:lnTo>
                    <a:pt x="1286" y="7788"/>
                  </a:lnTo>
                  <a:cubicBezTo>
                    <a:pt x="1751" y="8252"/>
                    <a:pt x="2358" y="8485"/>
                    <a:pt x="2962" y="8485"/>
                  </a:cubicBezTo>
                  <a:cubicBezTo>
                    <a:pt x="3566" y="8485"/>
                    <a:pt x="4168" y="8252"/>
                    <a:pt x="4620" y="7788"/>
                  </a:cubicBezTo>
                  <a:lnTo>
                    <a:pt x="7454" y="4954"/>
                  </a:lnTo>
                  <a:cubicBezTo>
                    <a:pt x="7621" y="4787"/>
                    <a:pt x="7621" y="4525"/>
                    <a:pt x="7478" y="4359"/>
                  </a:cubicBezTo>
                  <a:cubicBezTo>
                    <a:pt x="7395" y="4275"/>
                    <a:pt x="7282" y="4234"/>
                    <a:pt x="7168" y="4234"/>
                  </a:cubicBezTo>
                  <a:cubicBezTo>
                    <a:pt x="7055" y="4234"/>
                    <a:pt x="6942" y="4275"/>
                    <a:pt x="6859" y="4359"/>
                  </a:cubicBezTo>
                  <a:lnTo>
                    <a:pt x="5811" y="5407"/>
                  </a:lnTo>
                  <a:lnTo>
                    <a:pt x="5311" y="4930"/>
                  </a:lnTo>
                  <a:lnTo>
                    <a:pt x="6930" y="3311"/>
                  </a:lnTo>
                  <a:cubicBezTo>
                    <a:pt x="7192" y="3049"/>
                    <a:pt x="7026" y="2597"/>
                    <a:pt x="6644" y="2597"/>
                  </a:cubicBezTo>
                  <a:cubicBezTo>
                    <a:pt x="6624" y="2592"/>
                    <a:pt x="6604" y="2590"/>
                    <a:pt x="6585" y="2590"/>
                  </a:cubicBezTo>
                  <a:cubicBezTo>
                    <a:pt x="6493" y="2590"/>
                    <a:pt x="6414" y="2637"/>
                    <a:pt x="6335" y="2716"/>
                  </a:cubicBezTo>
                  <a:lnTo>
                    <a:pt x="4716" y="4335"/>
                  </a:lnTo>
                  <a:lnTo>
                    <a:pt x="4239" y="3835"/>
                  </a:lnTo>
                  <a:lnTo>
                    <a:pt x="6549" y="1525"/>
                  </a:lnTo>
                  <a:cubicBezTo>
                    <a:pt x="6857" y="1199"/>
                    <a:pt x="6601" y="791"/>
                    <a:pt x="6272" y="791"/>
                  </a:cubicBezTo>
                  <a:cubicBezTo>
                    <a:pt x="6168" y="791"/>
                    <a:pt x="6057" y="832"/>
                    <a:pt x="5954" y="930"/>
                  </a:cubicBezTo>
                  <a:cubicBezTo>
                    <a:pt x="5716" y="1168"/>
                    <a:pt x="4144" y="2739"/>
                    <a:pt x="3644" y="3240"/>
                  </a:cubicBezTo>
                  <a:lnTo>
                    <a:pt x="3144" y="2763"/>
                  </a:lnTo>
                  <a:lnTo>
                    <a:pt x="5168" y="715"/>
                  </a:lnTo>
                  <a:cubicBezTo>
                    <a:pt x="5335" y="548"/>
                    <a:pt x="5359" y="287"/>
                    <a:pt x="5192" y="120"/>
                  </a:cubicBezTo>
                  <a:cubicBezTo>
                    <a:pt x="5114" y="42"/>
                    <a:pt x="5002" y="0"/>
                    <a:pt x="48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 name="Google Shape;594;p51"/>
          <p:cNvGrpSpPr/>
          <p:nvPr/>
        </p:nvGrpSpPr>
        <p:grpSpPr>
          <a:xfrm>
            <a:off x="3535763" y="1870785"/>
            <a:ext cx="482166" cy="481190"/>
            <a:chOff x="2739960" y="1528527"/>
            <a:chExt cx="400105" cy="399294"/>
          </a:xfrm>
        </p:grpSpPr>
        <p:sp>
          <p:nvSpPr>
            <p:cNvPr id="595" name="Google Shape;595;p51"/>
            <p:cNvSpPr/>
            <p:nvPr/>
          </p:nvSpPr>
          <p:spPr>
            <a:xfrm>
              <a:off x="2775243" y="1699287"/>
              <a:ext cx="69759" cy="111473"/>
            </a:xfrm>
            <a:custGeom>
              <a:avLst/>
              <a:gdLst/>
              <a:ahLst/>
              <a:cxnLst/>
              <a:rect l="l" t="t" r="r" b="b"/>
              <a:pathLst>
                <a:path w="2072" h="3311" extrusionOk="0">
                  <a:moveTo>
                    <a:pt x="286" y="1"/>
                  </a:moveTo>
                  <a:lnTo>
                    <a:pt x="0" y="3311"/>
                  </a:lnTo>
                  <a:lnTo>
                    <a:pt x="2072" y="3311"/>
                  </a:lnTo>
                  <a:lnTo>
                    <a:pt x="18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51"/>
            <p:cNvSpPr/>
            <p:nvPr/>
          </p:nvSpPr>
          <p:spPr>
            <a:xfrm>
              <a:off x="2905132" y="1699287"/>
              <a:ext cx="69759" cy="111473"/>
            </a:xfrm>
            <a:custGeom>
              <a:avLst/>
              <a:gdLst/>
              <a:ahLst/>
              <a:cxnLst/>
              <a:rect l="l" t="t" r="r" b="b"/>
              <a:pathLst>
                <a:path w="2072" h="3311" extrusionOk="0">
                  <a:moveTo>
                    <a:pt x="262" y="1"/>
                  </a:moveTo>
                  <a:lnTo>
                    <a:pt x="0" y="3311"/>
                  </a:lnTo>
                  <a:lnTo>
                    <a:pt x="2072" y="3311"/>
                  </a:lnTo>
                  <a:lnTo>
                    <a:pt x="17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1"/>
            <p:cNvSpPr/>
            <p:nvPr/>
          </p:nvSpPr>
          <p:spPr>
            <a:xfrm>
              <a:off x="3034212" y="1699287"/>
              <a:ext cx="70567" cy="111473"/>
            </a:xfrm>
            <a:custGeom>
              <a:avLst/>
              <a:gdLst/>
              <a:ahLst/>
              <a:cxnLst/>
              <a:rect l="l" t="t" r="r" b="b"/>
              <a:pathLst>
                <a:path w="2096" h="3311" extrusionOk="0">
                  <a:moveTo>
                    <a:pt x="286" y="1"/>
                  </a:moveTo>
                  <a:lnTo>
                    <a:pt x="0" y="3311"/>
                  </a:lnTo>
                  <a:lnTo>
                    <a:pt x="2096" y="3311"/>
                  </a:lnTo>
                  <a:lnTo>
                    <a:pt x="18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51"/>
            <p:cNvSpPr/>
            <p:nvPr/>
          </p:nvSpPr>
          <p:spPr>
            <a:xfrm>
              <a:off x="2739960" y="1881293"/>
              <a:ext cx="400105" cy="46528"/>
            </a:xfrm>
            <a:custGeom>
              <a:avLst/>
              <a:gdLst/>
              <a:ahLst/>
              <a:cxnLst/>
              <a:rect l="l" t="t" r="r" b="b"/>
              <a:pathLst>
                <a:path w="11884" h="1382" extrusionOk="0">
                  <a:moveTo>
                    <a:pt x="0" y="0"/>
                  </a:moveTo>
                  <a:lnTo>
                    <a:pt x="0" y="1382"/>
                  </a:lnTo>
                  <a:lnTo>
                    <a:pt x="11884" y="1382"/>
                  </a:lnTo>
                  <a:lnTo>
                    <a:pt x="11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51"/>
            <p:cNvSpPr/>
            <p:nvPr/>
          </p:nvSpPr>
          <p:spPr>
            <a:xfrm>
              <a:off x="2763191" y="1833990"/>
              <a:ext cx="93865" cy="23298"/>
            </a:xfrm>
            <a:custGeom>
              <a:avLst/>
              <a:gdLst/>
              <a:ahLst/>
              <a:cxnLst/>
              <a:rect l="l" t="t" r="r" b="b"/>
              <a:pathLst>
                <a:path w="2788" h="692" extrusionOk="0">
                  <a:moveTo>
                    <a:pt x="1" y="0"/>
                  </a:moveTo>
                  <a:lnTo>
                    <a:pt x="1" y="691"/>
                  </a:lnTo>
                  <a:lnTo>
                    <a:pt x="2787" y="691"/>
                  </a:ln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51"/>
            <p:cNvSpPr/>
            <p:nvPr/>
          </p:nvSpPr>
          <p:spPr>
            <a:xfrm>
              <a:off x="2740768" y="1528527"/>
              <a:ext cx="397714" cy="146757"/>
            </a:xfrm>
            <a:custGeom>
              <a:avLst/>
              <a:gdLst/>
              <a:ahLst/>
              <a:cxnLst/>
              <a:rect l="l" t="t" r="r" b="b"/>
              <a:pathLst>
                <a:path w="11813" h="4359" extrusionOk="0">
                  <a:moveTo>
                    <a:pt x="5906" y="0"/>
                  </a:moveTo>
                  <a:lnTo>
                    <a:pt x="0" y="3406"/>
                  </a:lnTo>
                  <a:lnTo>
                    <a:pt x="357" y="4001"/>
                  </a:lnTo>
                  <a:lnTo>
                    <a:pt x="1334" y="3429"/>
                  </a:lnTo>
                  <a:lnTo>
                    <a:pt x="1334" y="4358"/>
                  </a:lnTo>
                  <a:lnTo>
                    <a:pt x="2786" y="4358"/>
                  </a:lnTo>
                  <a:lnTo>
                    <a:pt x="2786" y="3239"/>
                  </a:lnTo>
                  <a:lnTo>
                    <a:pt x="5192" y="3239"/>
                  </a:lnTo>
                  <a:lnTo>
                    <a:pt x="5192" y="4358"/>
                  </a:lnTo>
                  <a:lnTo>
                    <a:pt x="6621" y="4358"/>
                  </a:lnTo>
                  <a:lnTo>
                    <a:pt x="6621" y="3239"/>
                  </a:lnTo>
                  <a:lnTo>
                    <a:pt x="9050" y="3239"/>
                  </a:lnTo>
                  <a:lnTo>
                    <a:pt x="9050" y="4358"/>
                  </a:lnTo>
                  <a:lnTo>
                    <a:pt x="10478" y="4358"/>
                  </a:lnTo>
                  <a:lnTo>
                    <a:pt x="10478" y="3429"/>
                  </a:lnTo>
                  <a:lnTo>
                    <a:pt x="11455" y="4001"/>
                  </a:lnTo>
                  <a:lnTo>
                    <a:pt x="11812" y="3406"/>
                  </a:lnTo>
                  <a:lnTo>
                    <a:pt x="5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1"/>
            <p:cNvSpPr/>
            <p:nvPr/>
          </p:nvSpPr>
          <p:spPr>
            <a:xfrm>
              <a:off x="2893079" y="1833990"/>
              <a:ext cx="93865" cy="23298"/>
            </a:xfrm>
            <a:custGeom>
              <a:avLst/>
              <a:gdLst/>
              <a:ahLst/>
              <a:cxnLst/>
              <a:rect l="l" t="t" r="r" b="b"/>
              <a:pathLst>
                <a:path w="2788" h="692" extrusionOk="0">
                  <a:moveTo>
                    <a:pt x="1" y="0"/>
                  </a:moveTo>
                  <a:lnTo>
                    <a:pt x="1" y="691"/>
                  </a:lnTo>
                  <a:lnTo>
                    <a:pt x="2787" y="691"/>
                  </a:ln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51"/>
            <p:cNvSpPr/>
            <p:nvPr/>
          </p:nvSpPr>
          <p:spPr>
            <a:xfrm>
              <a:off x="3022159" y="1833990"/>
              <a:ext cx="93865" cy="23298"/>
            </a:xfrm>
            <a:custGeom>
              <a:avLst/>
              <a:gdLst/>
              <a:ahLst/>
              <a:cxnLst/>
              <a:rect l="l" t="t" r="r" b="b"/>
              <a:pathLst>
                <a:path w="2788" h="692" extrusionOk="0">
                  <a:moveTo>
                    <a:pt x="1" y="0"/>
                  </a:moveTo>
                  <a:lnTo>
                    <a:pt x="1" y="691"/>
                  </a:lnTo>
                  <a:lnTo>
                    <a:pt x="2787" y="691"/>
                  </a:ln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606"/>
        <p:cNvGrpSpPr/>
        <p:nvPr/>
      </p:nvGrpSpPr>
      <p:grpSpPr>
        <a:xfrm>
          <a:off x="0" y="0"/>
          <a:ext cx="0" cy="0"/>
          <a:chOff x="0" y="0"/>
          <a:chExt cx="0" cy="0"/>
        </a:xfrm>
      </p:grpSpPr>
      <p:sp>
        <p:nvSpPr>
          <p:cNvPr id="607" name="Google Shape;607;p52"/>
          <p:cNvSpPr txBox="1">
            <a:spLocks noGrp="1"/>
          </p:cNvSpPr>
          <p:nvPr>
            <p:ph type="body" idx="1"/>
          </p:nvPr>
        </p:nvSpPr>
        <p:spPr>
          <a:xfrm>
            <a:off x="773499" y="657497"/>
            <a:ext cx="2934300" cy="200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a:t>
            </a:r>
            <a:r>
              <a:rPr lang="en">
                <a:solidFill>
                  <a:schemeClr val="dk1"/>
                </a:solidFill>
              </a:rPr>
              <a:t> </a:t>
            </a:r>
            <a:r>
              <a:rPr lang="en"/>
              <a:t>A</a:t>
            </a:r>
            <a:r>
              <a:rPr lang="en">
                <a:solidFill>
                  <a:schemeClr val="dk1"/>
                </a:solidFill>
              </a:rPr>
              <a:t> THOUSAND WORDS</a:t>
            </a:r>
            <a:endParaRPr>
              <a:solidFill>
                <a:schemeClr val="dk1"/>
              </a:solidFill>
            </a:endParaRPr>
          </a:p>
        </p:txBody>
      </p:sp>
      <p:sp>
        <p:nvSpPr>
          <p:cNvPr id="608" name="Google Shape;608;p52"/>
          <p:cNvSpPr/>
          <p:nvPr/>
        </p:nvSpPr>
        <p:spPr>
          <a:xfrm>
            <a:off x="3745200" y="3090775"/>
            <a:ext cx="826800" cy="869100"/>
          </a:xfrm>
          <a:prstGeom prst="star10">
            <a:avLst>
              <a:gd name="adj" fmla="val 0"/>
              <a:gd name="hf" fmla="val 105146"/>
            </a:avLst>
          </a:prstGeom>
          <a:solidFill>
            <a:schemeClr val="l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52"/>
          <p:cNvSpPr/>
          <p:nvPr/>
        </p:nvSpPr>
        <p:spPr>
          <a:xfrm rot="5400000">
            <a:off x="7269303" y="3494400"/>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0" name="Google Shape;610;p52"/>
          <p:cNvCxnSpPr/>
          <p:nvPr/>
        </p:nvCxnSpPr>
        <p:spPr>
          <a:xfrm>
            <a:off x="2501023" y="2360635"/>
            <a:ext cx="872700" cy="0"/>
          </a:xfrm>
          <a:prstGeom prst="straightConnector1">
            <a:avLst/>
          </a:prstGeom>
          <a:noFill/>
          <a:ln w="38100" cap="flat" cmpd="sng">
            <a:solidFill>
              <a:schemeClr val="accent1"/>
            </a:solidFill>
            <a:prstDash val="solid"/>
            <a:round/>
            <a:headEnd type="none" w="med" len="med"/>
            <a:tailEnd type="none" w="med" len="med"/>
          </a:ln>
        </p:spPr>
      </p:cxn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614"/>
        <p:cNvGrpSpPr/>
        <p:nvPr/>
      </p:nvGrpSpPr>
      <p:grpSpPr>
        <a:xfrm>
          <a:off x="0" y="0"/>
          <a:ext cx="0" cy="0"/>
          <a:chOff x="0" y="0"/>
          <a:chExt cx="0" cy="0"/>
        </a:xfrm>
      </p:grpSpPr>
      <p:sp>
        <p:nvSpPr>
          <p:cNvPr id="615" name="Google Shape;615;p5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NATIONAL</a:t>
            </a:r>
            <a:r>
              <a:rPr lang="en"/>
              <a:t> </a:t>
            </a:r>
            <a:r>
              <a:rPr lang="en">
                <a:solidFill>
                  <a:schemeClr val="accent2"/>
                </a:solidFill>
              </a:rPr>
              <a:t>WOMEN’S </a:t>
            </a:r>
            <a:r>
              <a:rPr lang="en"/>
              <a:t>DAY FACTS</a:t>
            </a:r>
            <a:endParaRPr/>
          </a:p>
        </p:txBody>
      </p:sp>
      <p:sp>
        <p:nvSpPr>
          <p:cNvPr id="616" name="Google Shape;616;p53"/>
          <p:cNvSpPr txBox="1">
            <a:spLocks noGrp="1"/>
          </p:cNvSpPr>
          <p:nvPr>
            <p:ph type="subTitle" idx="1"/>
          </p:nvPr>
        </p:nvSpPr>
        <p:spPr>
          <a:xfrm>
            <a:off x="991644" y="2336656"/>
            <a:ext cx="2040600" cy="53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617" name="Google Shape;617;p53"/>
          <p:cNvSpPr txBox="1">
            <a:spLocks noGrp="1"/>
          </p:cNvSpPr>
          <p:nvPr>
            <p:ph type="subTitle" idx="2"/>
          </p:nvPr>
        </p:nvSpPr>
        <p:spPr>
          <a:xfrm>
            <a:off x="991644" y="1997281"/>
            <a:ext cx="20406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618" name="Google Shape;618;p53"/>
          <p:cNvSpPr txBox="1">
            <a:spLocks noGrp="1"/>
          </p:cNvSpPr>
          <p:nvPr>
            <p:ph type="subTitle" idx="3"/>
          </p:nvPr>
        </p:nvSpPr>
        <p:spPr>
          <a:xfrm>
            <a:off x="3551694" y="2336656"/>
            <a:ext cx="2040600" cy="53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619" name="Google Shape;619;p53"/>
          <p:cNvSpPr txBox="1">
            <a:spLocks noGrp="1"/>
          </p:cNvSpPr>
          <p:nvPr>
            <p:ph type="subTitle" idx="4"/>
          </p:nvPr>
        </p:nvSpPr>
        <p:spPr>
          <a:xfrm>
            <a:off x="3551694" y="1997281"/>
            <a:ext cx="20406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620" name="Google Shape;620;p53"/>
          <p:cNvSpPr txBox="1">
            <a:spLocks noGrp="1"/>
          </p:cNvSpPr>
          <p:nvPr>
            <p:ph type="subTitle" idx="7"/>
          </p:nvPr>
        </p:nvSpPr>
        <p:spPr>
          <a:xfrm>
            <a:off x="991644" y="4071129"/>
            <a:ext cx="2040600" cy="53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621" name="Google Shape;621;p53"/>
          <p:cNvSpPr txBox="1">
            <a:spLocks noGrp="1"/>
          </p:cNvSpPr>
          <p:nvPr>
            <p:ph type="subTitle" idx="8"/>
          </p:nvPr>
        </p:nvSpPr>
        <p:spPr>
          <a:xfrm>
            <a:off x="991644" y="3731756"/>
            <a:ext cx="20406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622" name="Google Shape;622;p53"/>
          <p:cNvSpPr txBox="1">
            <a:spLocks noGrp="1"/>
          </p:cNvSpPr>
          <p:nvPr>
            <p:ph type="subTitle" idx="9"/>
          </p:nvPr>
        </p:nvSpPr>
        <p:spPr>
          <a:xfrm>
            <a:off x="3551706" y="4071129"/>
            <a:ext cx="2040600" cy="53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623" name="Google Shape;623;p53"/>
          <p:cNvSpPr txBox="1">
            <a:spLocks noGrp="1"/>
          </p:cNvSpPr>
          <p:nvPr>
            <p:ph type="subTitle" idx="13"/>
          </p:nvPr>
        </p:nvSpPr>
        <p:spPr>
          <a:xfrm>
            <a:off x="3551694" y="3731756"/>
            <a:ext cx="20406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624" name="Google Shape;624;p53"/>
          <p:cNvSpPr txBox="1">
            <a:spLocks noGrp="1"/>
          </p:cNvSpPr>
          <p:nvPr>
            <p:ph type="subTitle" idx="5"/>
          </p:nvPr>
        </p:nvSpPr>
        <p:spPr>
          <a:xfrm>
            <a:off x="6111769" y="2336656"/>
            <a:ext cx="2040600" cy="53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625" name="Google Shape;625;p53"/>
          <p:cNvSpPr txBox="1">
            <a:spLocks noGrp="1"/>
          </p:cNvSpPr>
          <p:nvPr>
            <p:ph type="subTitle" idx="6"/>
          </p:nvPr>
        </p:nvSpPr>
        <p:spPr>
          <a:xfrm>
            <a:off x="6111769" y="1997281"/>
            <a:ext cx="20406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626" name="Google Shape;626;p53"/>
          <p:cNvSpPr txBox="1">
            <a:spLocks noGrp="1"/>
          </p:cNvSpPr>
          <p:nvPr>
            <p:ph type="subTitle" idx="14"/>
          </p:nvPr>
        </p:nvSpPr>
        <p:spPr>
          <a:xfrm>
            <a:off x="6111769" y="4071129"/>
            <a:ext cx="2040600" cy="53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very cold place</a:t>
            </a:r>
            <a:endParaRPr/>
          </a:p>
        </p:txBody>
      </p:sp>
      <p:sp>
        <p:nvSpPr>
          <p:cNvPr id="627" name="Google Shape;627;p53"/>
          <p:cNvSpPr txBox="1">
            <a:spLocks noGrp="1"/>
          </p:cNvSpPr>
          <p:nvPr>
            <p:ph type="subTitle" idx="15"/>
          </p:nvPr>
        </p:nvSpPr>
        <p:spPr>
          <a:xfrm>
            <a:off x="6111769" y="3731756"/>
            <a:ext cx="2040600" cy="33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628" name="Google Shape;628;p53"/>
          <p:cNvSpPr/>
          <p:nvPr/>
        </p:nvSpPr>
        <p:spPr>
          <a:xfrm>
            <a:off x="1690644" y="3038947"/>
            <a:ext cx="642600" cy="6426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629" name="Google Shape;629;p53"/>
          <p:cNvSpPr/>
          <p:nvPr/>
        </p:nvSpPr>
        <p:spPr>
          <a:xfrm>
            <a:off x="4250694" y="3038947"/>
            <a:ext cx="642600" cy="6426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630" name="Google Shape;630;p53"/>
          <p:cNvSpPr/>
          <p:nvPr/>
        </p:nvSpPr>
        <p:spPr>
          <a:xfrm>
            <a:off x="6810769" y="3038947"/>
            <a:ext cx="642600" cy="6426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631" name="Google Shape;631;p53"/>
          <p:cNvSpPr/>
          <p:nvPr/>
        </p:nvSpPr>
        <p:spPr>
          <a:xfrm>
            <a:off x="1690644" y="1304576"/>
            <a:ext cx="642600" cy="6426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632" name="Google Shape;632;p53"/>
          <p:cNvSpPr/>
          <p:nvPr/>
        </p:nvSpPr>
        <p:spPr>
          <a:xfrm>
            <a:off x="4250694" y="1304576"/>
            <a:ext cx="642600" cy="6426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633" name="Google Shape;633;p53"/>
          <p:cNvSpPr/>
          <p:nvPr/>
        </p:nvSpPr>
        <p:spPr>
          <a:xfrm>
            <a:off x="6810769" y="1304576"/>
            <a:ext cx="642600" cy="6426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634" name="Google Shape;634;p53"/>
          <p:cNvSpPr/>
          <p:nvPr/>
        </p:nvSpPr>
        <p:spPr>
          <a:xfrm rot="5400000">
            <a:off x="-164447" y="303560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 name="Google Shape;635;p53"/>
          <p:cNvGrpSpPr/>
          <p:nvPr/>
        </p:nvGrpSpPr>
        <p:grpSpPr>
          <a:xfrm>
            <a:off x="1811898" y="3189857"/>
            <a:ext cx="400105" cy="340781"/>
            <a:chOff x="2739960" y="4073302"/>
            <a:chExt cx="400105" cy="340781"/>
          </a:xfrm>
        </p:grpSpPr>
        <p:sp>
          <p:nvSpPr>
            <p:cNvPr id="636" name="Google Shape;636;p53"/>
            <p:cNvSpPr/>
            <p:nvPr/>
          </p:nvSpPr>
          <p:spPr>
            <a:xfrm>
              <a:off x="2847392" y="4361965"/>
              <a:ext cx="185239" cy="52117"/>
            </a:xfrm>
            <a:custGeom>
              <a:avLst/>
              <a:gdLst/>
              <a:ahLst/>
              <a:cxnLst/>
              <a:rect l="l" t="t" r="r" b="b"/>
              <a:pathLst>
                <a:path w="5502" h="1548" extrusionOk="0">
                  <a:moveTo>
                    <a:pt x="1906" y="0"/>
                  </a:moveTo>
                  <a:lnTo>
                    <a:pt x="1358" y="857"/>
                  </a:lnTo>
                  <a:lnTo>
                    <a:pt x="0" y="857"/>
                  </a:lnTo>
                  <a:lnTo>
                    <a:pt x="0" y="1548"/>
                  </a:lnTo>
                  <a:lnTo>
                    <a:pt x="5502" y="1548"/>
                  </a:lnTo>
                  <a:lnTo>
                    <a:pt x="5502" y="857"/>
                  </a:lnTo>
                  <a:lnTo>
                    <a:pt x="4144" y="857"/>
                  </a:lnTo>
                  <a:lnTo>
                    <a:pt x="35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3"/>
            <p:cNvSpPr/>
            <p:nvPr/>
          </p:nvSpPr>
          <p:spPr>
            <a:xfrm>
              <a:off x="2739960" y="4300220"/>
              <a:ext cx="400105" cy="37708"/>
            </a:xfrm>
            <a:custGeom>
              <a:avLst/>
              <a:gdLst/>
              <a:ahLst/>
              <a:cxnLst/>
              <a:rect l="l" t="t" r="r" b="b"/>
              <a:pathLst>
                <a:path w="11884" h="1120" extrusionOk="0">
                  <a:moveTo>
                    <a:pt x="0" y="0"/>
                  </a:moveTo>
                  <a:lnTo>
                    <a:pt x="0" y="1120"/>
                  </a:lnTo>
                  <a:lnTo>
                    <a:pt x="11884" y="1120"/>
                  </a:lnTo>
                  <a:lnTo>
                    <a:pt x="11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3"/>
            <p:cNvSpPr/>
            <p:nvPr/>
          </p:nvSpPr>
          <p:spPr>
            <a:xfrm>
              <a:off x="2784839" y="4073302"/>
              <a:ext cx="47337" cy="47337"/>
            </a:xfrm>
            <a:custGeom>
              <a:avLst/>
              <a:gdLst/>
              <a:ahLst/>
              <a:cxnLst/>
              <a:rect l="l" t="t" r="r" b="b"/>
              <a:pathLst>
                <a:path w="1406" h="1406" extrusionOk="0">
                  <a:moveTo>
                    <a:pt x="715" y="1"/>
                  </a:moveTo>
                  <a:cubicBezTo>
                    <a:pt x="334" y="1"/>
                    <a:pt x="1" y="310"/>
                    <a:pt x="1" y="692"/>
                  </a:cubicBezTo>
                  <a:cubicBezTo>
                    <a:pt x="1" y="1096"/>
                    <a:pt x="334" y="1406"/>
                    <a:pt x="715" y="1406"/>
                  </a:cubicBezTo>
                  <a:cubicBezTo>
                    <a:pt x="1096" y="1406"/>
                    <a:pt x="1406" y="1096"/>
                    <a:pt x="1406" y="692"/>
                  </a:cubicBezTo>
                  <a:cubicBezTo>
                    <a:pt x="1406" y="310"/>
                    <a:pt x="1096" y="1"/>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3"/>
            <p:cNvSpPr/>
            <p:nvPr/>
          </p:nvSpPr>
          <p:spPr>
            <a:xfrm>
              <a:off x="2776018" y="4120605"/>
              <a:ext cx="65786" cy="77806"/>
            </a:xfrm>
            <a:custGeom>
              <a:avLst/>
              <a:gdLst/>
              <a:ahLst/>
              <a:cxnLst/>
              <a:rect l="l" t="t" r="r" b="b"/>
              <a:pathLst>
                <a:path w="1954" h="2311" extrusionOk="0">
                  <a:moveTo>
                    <a:pt x="977" y="1"/>
                  </a:moveTo>
                  <a:cubicBezTo>
                    <a:pt x="430" y="1"/>
                    <a:pt x="1" y="430"/>
                    <a:pt x="1" y="977"/>
                  </a:cubicBezTo>
                  <a:lnTo>
                    <a:pt x="1" y="2311"/>
                  </a:lnTo>
                  <a:lnTo>
                    <a:pt x="1954" y="2311"/>
                  </a:lnTo>
                  <a:lnTo>
                    <a:pt x="1954" y="977"/>
                  </a:lnTo>
                  <a:cubicBezTo>
                    <a:pt x="1954" y="430"/>
                    <a:pt x="1501"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3"/>
            <p:cNvSpPr/>
            <p:nvPr/>
          </p:nvSpPr>
          <p:spPr>
            <a:xfrm>
              <a:off x="2776018" y="4221640"/>
              <a:ext cx="65786" cy="54541"/>
            </a:xfrm>
            <a:custGeom>
              <a:avLst/>
              <a:gdLst/>
              <a:ahLst/>
              <a:cxnLst/>
              <a:rect l="l" t="t" r="r" b="b"/>
              <a:pathLst>
                <a:path w="1954" h="1620" extrusionOk="0">
                  <a:moveTo>
                    <a:pt x="1" y="1"/>
                  </a:moveTo>
                  <a:lnTo>
                    <a:pt x="1" y="1620"/>
                  </a:lnTo>
                  <a:lnTo>
                    <a:pt x="1954" y="1620"/>
                  </a:lnTo>
                  <a:lnTo>
                    <a:pt x="1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3"/>
            <p:cNvSpPr/>
            <p:nvPr/>
          </p:nvSpPr>
          <p:spPr>
            <a:xfrm>
              <a:off x="2906714" y="4137472"/>
              <a:ext cx="65786" cy="23264"/>
            </a:xfrm>
            <a:custGeom>
              <a:avLst/>
              <a:gdLst/>
              <a:ahLst/>
              <a:cxnLst/>
              <a:rect l="l" t="t" r="r" b="b"/>
              <a:pathLst>
                <a:path w="1954" h="691" extrusionOk="0">
                  <a:moveTo>
                    <a:pt x="1" y="0"/>
                  </a:moveTo>
                  <a:lnTo>
                    <a:pt x="1" y="691"/>
                  </a:lnTo>
                  <a:lnTo>
                    <a:pt x="1953" y="691"/>
                  </a:lnTo>
                  <a:lnTo>
                    <a:pt x="1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3"/>
            <p:cNvSpPr/>
            <p:nvPr/>
          </p:nvSpPr>
          <p:spPr>
            <a:xfrm>
              <a:off x="2906714" y="4183966"/>
              <a:ext cx="65786" cy="24072"/>
            </a:xfrm>
            <a:custGeom>
              <a:avLst/>
              <a:gdLst/>
              <a:ahLst/>
              <a:cxnLst/>
              <a:rect l="l" t="t" r="r" b="b"/>
              <a:pathLst>
                <a:path w="1954" h="715" extrusionOk="0">
                  <a:moveTo>
                    <a:pt x="1" y="0"/>
                  </a:moveTo>
                  <a:lnTo>
                    <a:pt x="1" y="715"/>
                  </a:lnTo>
                  <a:lnTo>
                    <a:pt x="1953" y="715"/>
                  </a:lnTo>
                  <a:lnTo>
                    <a:pt x="1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3"/>
            <p:cNvSpPr/>
            <p:nvPr/>
          </p:nvSpPr>
          <p:spPr>
            <a:xfrm>
              <a:off x="3047847" y="4073302"/>
              <a:ext cx="46528" cy="47337"/>
            </a:xfrm>
            <a:custGeom>
              <a:avLst/>
              <a:gdLst/>
              <a:ahLst/>
              <a:cxnLst/>
              <a:rect l="l" t="t" r="r" b="b"/>
              <a:pathLst>
                <a:path w="1382" h="1406" extrusionOk="0">
                  <a:moveTo>
                    <a:pt x="691" y="1"/>
                  </a:moveTo>
                  <a:cubicBezTo>
                    <a:pt x="310" y="1"/>
                    <a:pt x="0" y="310"/>
                    <a:pt x="0" y="692"/>
                  </a:cubicBezTo>
                  <a:cubicBezTo>
                    <a:pt x="0" y="1096"/>
                    <a:pt x="310" y="1406"/>
                    <a:pt x="691" y="1406"/>
                  </a:cubicBezTo>
                  <a:cubicBezTo>
                    <a:pt x="1072" y="1406"/>
                    <a:pt x="1381" y="1096"/>
                    <a:pt x="1381" y="692"/>
                  </a:cubicBezTo>
                  <a:cubicBezTo>
                    <a:pt x="1381" y="310"/>
                    <a:pt x="1072"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3"/>
            <p:cNvSpPr/>
            <p:nvPr/>
          </p:nvSpPr>
          <p:spPr>
            <a:xfrm>
              <a:off x="3038219" y="4120605"/>
              <a:ext cx="65786" cy="77806"/>
            </a:xfrm>
            <a:custGeom>
              <a:avLst/>
              <a:gdLst/>
              <a:ahLst/>
              <a:cxnLst/>
              <a:rect l="l" t="t" r="r" b="b"/>
              <a:pathLst>
                <a:path w="1954" h="2311" extrusionOk="0">
                  <a:moveTo>
                    <a:pt x="977" y="1"/>
                  </a:moveTo>
                  <a:cubicBezTo>
                    <a:pt x="429" y="1"/>
                    <a:pt x="0" y="430"/>
                    <a:pt x="0" y="977"/>
                  </a:cubicBezTo>
                  <a:lnTo>
                    <a:pt x="0" y="2311"/>
                  </a:lnTo>
                  <a:lnTo>
                    <a:pt x="1953" y="2311"/>
                  </a:lnTo>
                  <a:lnTo>
                    <a:pt x="1953" y="977"/>
                  </a:lnTo>
                  <a:cubicBezTo>
                    <a:pt x="1953" y="430"/>
                    <a:pt x="1501"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3"/>
            <p:cNvSpPr/>
            <p:nvPr/>
          </p:nvSpPr>
          <p:spPr>
            <a:xfrm>
              <a:off x="3038219" y="4221640"/>
              <a:ext cx="65786" cy="54541"/>
            </a:xfrm>
            <a:custGeom>
              <a:avLst/>
              <a:gdLst/>
              <a:ahLst/>
              <a:cxnLst/>
              <a:rect l="l" t="t" r="r" b="b"/>
              <a:pathLst>
                <a:path w="1954" h="1620" extrusionOk="0">
                  <a:moveTo>
                    <a:pt x="0" y="1"/>
                  </a:moveTo>
                  <a:lnTo>
                    <a:pt x="0" y="1620"/>
                  </a:lnTo>
                  <a:lnTo>
                    <a:pt x="1953" y="1620"/>
                  </a:lnTo>
                  <a:lnTo>
                    <a:pt x="19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 name="Google Shape;646;p53"/>
          <p:cNvGrpSpPr/>
          <p:nvPr/>
        </p:nvGrpSpPr>
        <p:grpSpPr>
          <a:xfrm>
            <a:off x="4360445" y="3166811"/>
            <a:ext cx="400138" cy="386872"/>
            <a:chOff x="4047631" y="2757618"/>
            <a:chExt cx="400138" cy="386872"/>
          </a:xfrm>
        </p:grpSpPr>
        <p:sp>
          <p:nvSpPr>
            <p:cNvPr id="647" name="Google Shape;647;p53"/>
            <p:cNvSpPr/>
            <p:nvPr/>
          </p:nvSpPr>
          <p:spPr>
            <a:xfrm>
              <a:off x="4047631" y="2757618"/>
              <a:ext cx="400138" cy="354418"/>
            </a:xfrm>
            <a:custGeom>
              <a:avLst/>
              <a:gdLst/>
              <a:ahLst/>
              <a:cxnLst/>
              <a:rect l="l" t="t" r="r" b="b"/>
              <a:pathLst>
                <a:path w="11885" h="10527" extrusionOk="0">
                  <a:moveTo>
                    <a:pt x="5359" y="2834"/>
                  </a:moveTo>
                  <a:cubicBezTo>
                    <a:pt x="5716" y="3287"/>
                    <a:pt x="5930" y="3858"/>
                    <a:pt x="5930" y="4478"/>
                  </a:cubicBezTo>
                  <a:cubicBezTo>
                    <a:pt x="5930" y="5097"/>
                    <a:pt x="5716" y="5668"/>
                    <a:pt x="5359" y="6121"/>
                  </a:cubicBezTo>
                  <a:cubicBezTo>
                    <a:pt x="4597" y="5216"/>
                    <a:pt x="4597" y="3739"/>
                    <a:pt x="5359" y="2834"/>
                  </a:cubicBezTo>
                  <a:close/>
                  <a:moveTo>
                    <a:pt x="3358" y="1865"/>
                  </a:moveTo>
                  <a:cubicBezTo>
                    <a:pt x="3872" y="1865"/>
                    <a:pt x="4395" y="2019"/>
                    <a:pt x="4859" y="2358"/>
                  </a:cubicBezTo>
                  <a:cubicBezTo>
                    <a:pt x="3835" y="3525"/>
                    <a:pt x="3835" y="5430"/>
                    <a:pt x="4859" y="6597"/>
                  </a:cubicBezTo>
                  <a:cubicBezTo>
                    <a:pt x="4430" y="6907"/>
                    <a:pt x="3882" y="7097"/>
                    <a:pt x="3311" y="7097"/>
                  </a:cubicBezTo>
                  <a:cubicBezTo>
                    <a:pt x="1882" y="7097"/>
                    <a:pt x="691" y="5930"/>
                    <a:pt x="691" y="4478"/>
                  </a:cubicBezTo>
                  <a:cubicBezTo>
                    <a:pt x="691" y="2939"/>
                    <a:pt x="1996" y="1865"/>
                    <a:pt x="3358" y="1865"/>
                  </a:cubicBezTo>
                  <a:close/>
                  <a:moveTo>
                    <a:pt x="9241" y="1"/>
                  </a:moveTo>
                  <a:lnTo>
                    <a:pt x="9241" y="691"/>
                  </a:lnTo>
                  <a:lnTo>
                    <a:pt x="10693" y="691"/>
                  </a:lnTo>
                  <a:lnTo>
                    <a:pt x="9479" y="1906"/>
                  </a:lnTo>
                  <a:cubicBezTo>
                    <a:pt x="8900" y="1423"/>
                    <a:pt x="8144" y="1179"/>
                    <a:pt x="7391" y="1179"/>
                  </a:cubicBezTo>
                  <a:cubicBezTo>
                    <a:pt x="6656" y="1179"/>
                    <a:pt x="5923" y="1412"/>
                    <a:pt x="5359" y="1882"/>
                  </a:cubicBezTo>
                  <a:cubicBezTo>
                    <a:pt x="4750" y="1389"/>
                    <a:pt x="4048" y="1168"/>
                    <a:pt x="3357" y="1168"/>
                  </a:cubicBezTo>
                  <a:cubicBezTo>
                    <a:pt x="1645" y="1168"/>
                    <a:pt x="1" y="2526"/>
                    <a:pt x="1" y="4478"/>
                  </a:cubicBezTo>
                  <a:cubicBezTo>
                    <a:pt x="1" y="6192"/>
                    <a:pt x="1310" y="7597"/>
                    <a:pt x="2977" y="7764"/>
                  </a:cubicBezTo>
                  <a:lnTo>
                    <a:pt x="2977" y="8788"/>
                  </a:lnTo>
                  <a:lnTo>
                    <a:pt x="1953" y="8788"/>
                  </a:lnTo>
                  <a:lnTo>
                    <a:pt x="1953" y="9479"/>
                  </a:lnTo>
                  <a:lnTo>
                    <a:pt x="2977" y="9479"/>
                  </a:lnTo>
                  <a:lnTo>
                    <a:pt x="2977" y="10526"/>
                  </a:lnTo>
                  <a:lnTo>
                    <a:pt x="3668" y="10526"/>
                  </a:lnTo>
                  <a:lnTo>
                    <a:pt x="3668" y="9479"/>
                  </a:lnTo>
                  <a:lnTo>
                    <a:pt x="4668" y="9479"/>
                  </a:lnTo>
                  <a:lnTo>
                    <a:pt x="4668" y="8788"/>
                  </a:lnTo>
                  <a:lnTo>
                    <a:pt x="3668" y="8788"/>
                  </a:lnTo>
                  <a:lnTo>
                    <a:pt x="3668" y="7764"/>
                  </a:lnTo>
                  <a:cubicBezTo>
                    <a:pt x="4287" y="7716"/>
                    <a:pt x="4883" y="7478"/>
                    <a:pt x="5359" y="7097"/>
                  </a:cubicBezTo>
                  <a:cubicBezTo>
                    <a:pt x="5788" y="7431"/>
                    <a:pt x="6312" y="7669"/>
                    <a:pt x="6883" y="7740"/>
                  </a:cubicBezTo>
                  <a:cubicBezTo>
                    <a:pt x="7002" y="7502"/>
                    <a:pt x="7169" y="7288"/>
                    <a:pt x="7336" y="7097"/>
                  </a:cubicBezTo>
                  <a:cubicBezTo>
                    <a:pt x="6788" y="7073"/>
                    <a:pt x="6288" y="6907"/>
                    <a:pt x="5859" y="6597"/>
                  </a:cubicBezTo>
                  <a:cubicBezTo>
                    <a:pt x="6883" y="5430"/>
                    <a:pt x="6883" y="3525"/>
                    <a:pt x="5859" y="2358"/>
                  </a:cubicBezTo>
                  <a:cubicBezTo>
                    <a:pt x="6372" y="2005"/>
                    <a:pt x="6902" y="1851"/>
                    <a:pt x="7405" y="1851"/>
                  </a:cubicBezTo>
                  <a:cubicBezTo>
                    <a:pt x="9375" y="1851"/>
                    <a:pt x="10925" y="4209"/>
                    <a:pt x="9407" y="6145"/>
                  </a:cubicBezTo>
                  <a:cubicBezTo>
                    <a:pt x="9479" y="6139"/>
                    <a:pt x="9549" y="6136"/>
                    <a:pt x="9618" y="6136"/>
                  </a:cubicBezTo>
                  <a:cubicBezTo>
                    <a:pt x="9824" y="6136"/>
                    <a:pt x="10021" y="6163"/>
                    <a:pt x="10217" y="6216"/>
                  </a:cubicBezTo>
                  <a:cubicBezTo>
                    <a:pt x="10955" y="5073"/>
                    <a:pt x="10836" y="3406"/>
                    <a:pt x="9979" y="2406"/>
                  </a:cubicBezTo>
                  <a:lnTo>
                    <a:pt x="11193" y="1191"/>
                  </a:lnTo>
                  <a:lnTo>
                    <a:pt x="11193" y="2620"/>
                  </a:lnTo>
                  <a:lnTo>
                    <a:pt x="11884" y="2620"/>
                  </a:lnTo>
                  <a:lnTo>
                    <a:pt x="118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3"/>
            <p:cNvSpPr/>
            <p:nvPr/>
          </p:nvSpPr>
          <p:spPr>
            <a:xfrm>
              <a:off x="4290574" y="2987734"/>
              <a:ext cx="157194" cy="156756"/>
            </a:xfrm>
            <a:custGeom>
              <a:avLst/>
              <a:gdLst/>
              <a:ahLst/>
              <a:cxnLst/>
              <a:rect l="l" t="t" r="r" b="b"/>
              <a:pathLst>
                <a:path w="4669" h="4656" extrusionOk="0">
                  <a:moveTo>
                    <a:pt x="3311" y="1286"/>
                  </a:moveTo>
                  <a:lnTo>
                    <a:pt x="3311" y="1977"/>
                  </a:lnTo>
                  <a:lnTo>
                    <a:pt x="1358" y="1977"/>
                  </a:lnTo>
                  <a:lnTo>
                    <a:pt x="1358" y="1286"/>
                  </a:lnTo>
                  <a:close/>
                  <a:moveTo>
                    <a:pt x="3311" y="2691"/>
                  </a:moveTo>
                  <a:lnTo>
                    <a:pt x="3311" y="3382"/>
                  </a:lnTo>
                  <a:lnTo>
                    <a:pt x="1358" y="3382"/>
                  </a:lnTo>
                  <a:lnTo>
                    <a:pt x="1358" y="2691"/>
                  </a:lnTo>
                  <a:close/>
                  <a:moveTo>
                    <a:pt x="2334" y="0"/>
                  </a:moveTo>
                  <a:cubicBezTo>
                    <a:pt x="1048" y="0"/>
                    <a:pt x="0" y="1048"/>
                    <a:pt x="0" y="2334"/>
                  </a:cubicBezTo>
                  <a:cubicBezTo>
                    <a:pt x="60" y="3882"/>
                    <a:pt x="1191" y="4656"/>
                    <a:pt x="2325" y="4656"/>
                  </a:cubicBezTo>
                  <a:cubicBezTo>
                    <a:pt x="3460" y="4656"/>
                    <a:pt x="4597" y="3882"/>
                    <a:pt x="4668" y="2334"/>
                  </a:cubicBezTo>
                  <a:cubicBezTo>
                    <a:pt x="4668" y="1048"/>
                    <a:pt x="3620" y="0"/>
                    <a:pt x="2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 name="Google Shape;649;p53"/>
          <p:cNvGrpSpPr/>
          <p:nvPr/>
        </p:nvGrpSpPr>
        <p:grpSpPr>
          <a:xfrm>
            <a:off x="4389351" y="1433433"/>
            <a:ext cx="411348" cy="384885"/>
            <a:chOff x="2739960" y="2758426"/>
            <a:chExt cx="411348" cy="384885"/>
          </a:xfrm>
        </p:grpSpPr>
        <p:sp>
          <p:nvSpPr>
            <p:cNvPr id="650" name="Google Shape;650;p53"/>
            <p:cNvSpPr/>
            <p:nvPr/>
          </p:nvSpPr>
          <p:spPr>
            <a:xfrm>
              <a:off x="2792077" y="2830575"/>
              <a:ext cx="203688" cy="69793"/>
            </a:xfrm>
            <a:custGeom>
              <a:avLst/>
              <a:gdLst/>
              <a:ahLst/>
              <a:cxnLst/>
              <a:rect l="l" t="t" r="r" b="b"/>
              <a:pathLst>
                <a:path w="6050" h="2073" extrusionOk="0">
                  <a:moveTo>
                    <a:pt x="4668" y="1"/>
                  </a:moveTo>
                  <a:lnTo>
                    <a:pt x="4668" y="691"/>
                  </a:lnTo>
                  <a:lnTo>
                    <a:pt x="2906" y="691"/>
                  </a:lnTo>
                  <a:lnTo>
                    <a:pt x="2906" y="24"/>
                  </a:lnTo>
                  <a:lnTo>
                    <a:pt x="0" y="24"/>
                  </a:lnTo>
                  <a:lnTo>
                    <a:pt x="0" y="2049"/>
                  </a:lnTo>
                  <a:lnTo>
                    <a:pt x="2906" y="2049"/>
                  </a:lnTo>
                  <a:lnTo>
                    <a:pt x="2906" y="1382"/>
                  </a:lnTo>
                  <a:lnTo>
                    <a:pt x="4668" y="1382"/>
                  </a:lnTo>
                  <a:lnTo>
                    <a:pt x="4668" y="2072"/>
                  </a:lnTo>
                  <a:lnTo>
                    <a:pt x="6049" y="2072"/>
                  </a:lnTo>
                  <a:lnTo>
                    <a:pt x="60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3"/>
            <p:cNvSpPr/>
            <p:nvPr/>
          </p:nvSpPr>
          <p:spPr>
            <a:xfrm>
              <a:off x="3019769" y="2830575"/>
              <a:ext cx="131539" cy="69793"/>
            </a:xfrm>
            <a:custGeom>
              <a:avLst/>
              <a:gdLst/>
              <a:ahLst/>
              <a:cxnLst/>
              <a:rect l="l" t="t" r="r" b="b"/>
              <a:pathLst>
                <a:path w="3907" h="2073" extrusionOk="0">
                  <a:moveTo>
                    <a:pt x="1" y="1"/>
                  </a:moveTo>
                  <a:lnTo>
                    <a:pt x="1" y="2072"/>
                  </a:lnTo>
                  <a:lnTo>
                    <a:pt x="2525" y="2072"/>
                  </a:lnTo>
                  <a:cubicBezTo>
                    <a:pt x="3906" y="2025"/>
                    <a:pt x="3906" y="48"/>
                    <a:pt x="2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3"/>
            <p:cNvSpPr/>
            <p:nvPr/>
          </p:nvSpPr>
          <p:spPr>
            <a:xfrm>
              <a:off x="2759184" y="2758426"/>
              <a:ext cx="163590" cy="48953"/>
            </a:xfrm>
            <a:custGeom>
              <a:avLst/>
              <a:gdLst/>
              <a:ahLst/>
              <a:cxnLst/>
              <a:rect l="l" t="t" r="r" b="b"/>
              <a:pathLst>
                <a:path w="4859" h="1454" extrusionOk="0">
                  <a:moveTo>
                    <a:pt x="1" y="0"/>
                  </a:moveTo>
                  <a:lnTo>
                    <a:pt x="1" y="1453"/>
                  </a:lnTo>
                  <a:lnTo>
                    <a:pt x="4859" y="1453"/>
                  </a:lnTo>
                  <a:lnTo>
                    <a:pt x="48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3"/>
            <p:cNvSpPr/>
            <p:nvPr/>
          </p:nvSpPr>
          <p:spPr>
            <a:xfrm>
              <a:off x="2759184" y="2922790"/>
              <a:ext cx="163590" cy="49727"/>
            </a:xfrm>
            <a:custGeom>
              <a:avLst/>
              <a:gdLst/>
              <a:ahLst/>
              <a:cxnLst/>
              <a:rect l="l" t="t" r="r" b="b"/>
              <a:pathLst>
                <a:path w="4859" h="1477" extrusionOk="0">
                  <a:moveTo>
                    <a:pt x="1" y="0"/>
                  </a:moveTo>
                  <a:lnTo>
                    <a:pt x="1" y="1477"/>
                  </a:lnTo>
                  <a:lnTo>
                    <a:pt x="4859" y="1477"/>
                  </a:lnTo>
                  <a:lnTo>
                    <a:pt x="48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3"/>
            <p:cNvSpPr/>
            <p:nvPr/>
          </p:nvSpPr>
          <p:spPr>
            <a:xfrm>
              <a:off x="2771237" y="3026216"/>
              <a:ext cx="140326" cy="46528"/>
            </a:xfrm>
            <a:custGeom>
              <a:avLst/>
              <a:gdLst/>
              <a:ahLst/>
              <a:cxnLst/>
              <a:rect l="l" t="t" r="r" b="b"/>
              <a:pathLst>
                <a:path w="4168" h="1382" extrusionOk="0">
                  <a:moveTo>
                    <a:pt x="1691" y="0"/>
                  </a:moveTo>
                  <a:cubicBezTo>
                    <a:pt x="857" y="0"/>
                    <a:pt x="143" y="596"/>
                    <a:pt x="0" y="1382"/>
                  </a:cubicBezTo>
                  <a:lnTo>
                    <a:pt x="4168" y="1382"/>
                  </a:lnTo>
                  <a:cubicBezTo>
                    <a:pt x="4001" y="596"/>
                    <a:pt x="3310" y="0"/>
                    <a:pt x="2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3"/>
            <p:cNvSpPr/>
            <p:nvPr/>
          </p:nvSpPr>
          <p:spPr>
            <a:xfrm>
              <a:off x="2739960" y="3096783"/>
              <a:ext cx="202072" cy="46528"/>
            </a:xfrm>
            <a:custGeom>
              <a:avLst/>
              <a:gdLst/>
              <a:ahLst/>
              <a:cxnLst/>
              <a:rect l="l" t="t" r="r" b="b"/>
              <a:pathLst>
                <a:path w="6002" h="1382" extrusionOk="0">
                  <a:moveTo>
                    <a:pt x="0" y="0"/>
                  </a:moveTo>
                  <a:lnTo>
                    <a:pt x="0" y="1381"/>
                  </a:lnTo>
                  <a:lnTo>
                    <a:pt x="6002" y="1381"/>
                  </a:lnTo>
                  <a:lnTo>
                    <a:pt x="60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 name="Google Shape;656;p53"/>
          <p:cNvGrpSpPr/>
          <p:nvPr/>
        </p:nvGrpSpPr>
        <p:grpSpPr>
          <a:xfrm>
            <a:off x="6925205" y="1479338"/>
            <a:ext cx="413738" cy="293075"/>
            <a:chOff x="6727142" y="2804517"/>
            <a:chExt cx="413738" cy="293075"/>
          </a:xfrm>
        </p:grpSpPr>
        <p:sp>
          <p:nvSpPr>
            <p:cNvPr id="657" name="Google Shape;657;p53"/>
            <p:cNvSpPr/>
            <p:nvPr/>
          </p:nvSpPr>
          <p:spPr>
            <a:xfrm>
              <a:off x="6727142" y="2834582"/>
              <a:ext cx="133121" cy="240588"/>
            </a:xfrm>
            <a:custGeom>
              <a:avLst/>
              <a:gdLst/>
              <a:ahLst/>
              <a:cxnLst/>
              <a:rect l="l" t="t" r="r" b="b"/>
              <a:pathLst>
                <a:path w="3954" h="7146" extrusionOk="0">
                  <a:moveTo>
                    <a:pt x="1715" y="3073"/>
                  </a:moveTo>
                  <a:lnTo>
                    <a:pt x="2477" y="4906"/>
                  </a:lnTo>
                  <a:lnTo>
                    <a:pt x="929" y="4906"/>
                  </a:lnTo>
                  <a:lnTo>
                    <a:pt x="1715" y="3073"/>
                  </a:lnTo>
                  <a:close/>
                  <a:moveTo>
                    <a:pt x="1715" y="1"/>
                  </a:moveTo>
                  <a:cubicBezTo>
                    <a:pt x="334" y="25"/>
                    <a:pt x="1" y="1882"/>
                    <a:pt x="1239" y="2430"/>
                  </a:cubicBezTo>
                  <a:lnTo>
                    <a:pt x="191" y="4883"/>
                  </a:lnTo>
                  <a:lnTo>
                    <a:pt x="191" y="5645"/>
                  </a:lnTo>
                  <a:cubicBezTo>
                    <a:pt x="191" y="6478"/>
                    <a:pt x="882" y="7145"/>
                    <a:pt x="1715" y="7145"/>
                  </a:cubicBezTo>
                  <a:cubicBezTo>
                    <a:pt x="2549" y="7145"/>
                    <a:pt x="3239" y="6478"/>
                    <a:pt x="3239" y="5645"/>
                  </a:cubicBezTo>
                  <a:lnTo>
                    <a:pt x="3239" y="4883"/>
                  </a:lnTo>
                  <a:lnTo>
                    <a:pt x="2192" y="2430"/>
                  </a:lnTo>
                  <a:cubicBezTo>
                    <a:pt x="2549" y="2263"/>
                    <a:pt x="2811" y="1977"/>
                    <a:pt x="2906" y="1620"/>
                  </a:cubicBezTo>
                  <a:lnTo>
                    <a:pt x="3954" y="1620"/>
                  </a:lnTo>
                  <a:lnTo>
                    <a:pt x="3954" y="906"/>
                  </a:lnTo>
                  <a:lnTo>
                    <a:pt x="2930" y="906"/>
                  </a:lnTo>
                  <a:cubicBezTo>
                    <a:pt x="2763" y="406"/>
                    <a:pt x="2287" y="1"/>
                    <a:pt x="1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3"/>
            <p:cNvSpPr/>
            <p:nvPr/>
          </p:nvSpPr>
          <p:spPr>
            <a:xfrm>
              <a:off x="7007759" y="2834582"/>
              <a:ext cx="133121" cy="240588"/>
            </a:xfrm>
            <a:custGeom>
              <a:avLst/>
              <a:gdLst/>
              <a:ahLst/>
              <a:cxnLst/>
              <a:rect l="l" t="t" r="r" b="b"/>
              <a:pathLst>
                <a:path w="3954" h="7146" extrusionOk="0">
                  <a:moveTo>
                    <a:pt x="2216" y="3073"/>
                  </a:moveTo>
                  <a:lnTo>
                    <a:pt x="3001" y="4906"/>
                  </a:lnTo>
                  <a:lnTo>
                    <a:pt x="1453" y="4906"/>
                  </a:lnTo>
                  <a:lnTo>
                    <a:pt x="2216" y="3073"/>
                  </a:lnTo>
                  <a:close/>
                  <a:moveTo>
                    <a:pt x="2216" y="1"/>
                  </a:moveTo>
                  <a:cubicBezTo>
                    <a:pt x="1644" y="1"/>
                    <a:pt x="1168" y="406"/>
                    <a:pt x="1001" y="906"/>
                  </a:cubicBezTo>
                  <a:lnTo>
                    <a:pt x="1" y="906"/>
                  </a:lnTo>
                  <a:lnTo>
                    <a:pt x="1" y="1620"/>
                  </a:lnTo>
                  <a:lnTo>
                    <a:pt x="1001" y="1620"/>
                  </a:lnTo>
                  <a:cubicBezTo>
                    <a:pt x="1120" y="1977"/>
                    <a:pt x="1382" y="2263"/>
                    <a:pt x="1739" y="2430"/>
                  </a:cubicBezTo>
                  <a:lnTo>
                    <a:pt x="691" y="4883"/>
                  </a:lnTo>
                  <a:lnTo>
                    <a:pt x="691" y="5645"/>
                  </a:lnTo>
                  <a:cubicBezTo>
                    <a:pt x="691" y="6478"/>
                    <a:pt x="1382" y="7145"/>
                    <a:pt x="2216" y="7145"/>
                  </a:cubicBezTo>
                  <a:cubicBezTo>
                    <a:pt x="3049" y="7145"/>
                    <a:pt x="3740" y="6478"/>
                    <a:pt x="3740" y="5645"/>
                  </a:cubicBezTo>
                  <a:lnTo>
                    <a:pt x="3740" y="4883"/>
                  </a:lnTo>
                  <a:lnTo>
                    <a:pt x="2692" y="2430"/>
                  </a:lnTo>
                  <a:cubicBezTo>
                    <a:pt x="3954" y="1882"/>
                    <a:pt x="3597" y="25"/>
                    <a:pt x="2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3"/>
            <p:cNvSpPr/>
            <p:nvPr/>
          </p:nvSpPr>
          <p:spPr>
            <a:xfrm>
              <a:off x="6866659" y="2889123"/>
              <a:ext cx="141134" cy="208469"/>
            </a:xfrm>
            <a:custGeom>
              <a:avLst/>
              <a:gdLst/>
              <a:ahLst/>
              <a:cxnLst/>
              <a:rect l="l" t="t" r="r" b="b"/>
              <a:pathLst>
                <a:path w="4192" h="6192" extrusionOk="0">
                  <a:moveTo>
                    <a:pt x="2739" y="0"/>
                  </a:moveTo>
                  <a:cubicBezTo>
                    <a:pt x="2576" y="794"/>
                    <a:pt x="1862" y="1382"/>
                    <a:pt x="1026" y="1382"/>
                  </a:cubicBezTo>
                  <a:cubicBezTo>
                    <a:pt x="1010" y="1382"/>
                    <a:pt x="993" y="1382"/>
                    <a:pt x="977" y="1381"/>
                  </a:cubicBezTo>
                  <a:lnTo>
                    <a:pt x="0" y="1381"/>
                  </a:lnTo>
                  <a:lnTo>
                    <a:pt x="834" y="2215"/>
                  </a:lnTo>
                  <a:lnTo>
                    <a:pt x="834" y="6192"/>
                  </a:lnTo>
                  <a:lnTo>
                    <a:pt x="4192" y="6192"/>
                  </a:lnTo>
                  <a:lnTo>
                    <a:pt x="41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3"/>
            <p:cNvSpPr/>
            <p:nvPr/>
          </p:nvSpPr>
          <p:spPr>
            <a:xfrm>
              <a:off x="6860229" y="2804517"/>
              <a:ext cx="147565" cy="60568"/>
            </a:xfrm>
            <a:custGeom>
              <a:avLst/>
              <a:gdLst/>
              <a:ahLst/>
              <a:cxnLst/>
              <a:rect l="l" t="t" r="r" b="b"/>
              <a:pathLst>
                <a:path w="4383" h="1799" extrusionOk="0">
                  <a:moveTo>
                    <a:pt x="1033" y="0"/>
                  </a:moveTo>
                  <a:cubicBezTo>
                    <a:pt x="478" y="0"/>
                    <a:pt x="1" y="449"/>
                    <a:pt x="1" y="1037"/>
                  </a:cubicBezTo>
                  <a:lnTo>
                    <a:pt x="1" y="1799"/>
                  </a:lnTo>
                  <a:lnTo>
                    <a:pt x="4383" y="1799"/>
                  </a:lnTo>
                  <a:cubicBezTo>
                    <a:pt x="4383" y="1060"/>
                    <a:pt x="3835" y="417"/>
                    <a:pt x="3073" y="298"/>
                  </a:cubicBezTo>
                  <a:lnTo>
                    <a:pt x="1192" y="13"/>
                  </a:lnTo>
                  <a:cubicBezTo>
                    <a:pt x="1138" y="4"/>
                    <a:pt x="1086" y="0"/>
                    <a:pt x="10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3"/>
            <p:cNvSpPr/>
            <p:nvPr/>
          </p:nvSpPr>
          <p:spPr>
            <a:xfrm>
              <a:off x="6860229" y="2889123"/>
              <a:ext cx="74607" cy="22456"/>
            </a:xfrm>
            <a:custGeom>
              <a:avLst/>
              <a:gdLst/>
              <a:ahLst/>
              <a:cxnLst/>
              <a:rect l="l" t="t" r="r" b="b"/>
              <a:pathLst>
                <a:path w="2216" h="667" extrusionOk="0">
                  <a:moveTo>
                    <a:pt x="1" y="0"/>
                  </a:moveTo>
                  <a:lnTo>
                    <a:pt x="1" y="667"/>
                  </a:lnTo>
                  <a:lnTo>
                    <a:pt x="1263" y="667"/>
                  </a:lnTo>
                  <a:cubicBezTo>
                    <a:pt x="1692" y="667"/>
                    <a:pt x="2073" y="381"/>
                    <a:pt x="2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 name="Google Shape;662;p53"/>
          <p:cNvGrpSpPr/>
          <p:nvPr/>
        </p:nvGrpSpPr>
        <p:grpSpPr>
          <a:xfrm>
            <a:off x="6932008" y="3183587"/>
            <a:ext cx="399330" cy="399328"/>
            <a:chOff x="6062483" y="2129824"/>
            <a:chExt cx="399330" cy="399328"/>
          </a:xfrm>
        </p:grpSpPr>
        <p:sp>
          <p:nvSpPr>
            <p:cNvPr id="663" name="Google Shape;663;p53"/>
            <p:cNvSpPr/>
            <p:nvPr/>
          </p:nvSpPr>
          <p:spPr>
            <a:xfrm>
              <a:off x="6224456" y="2374384"/>
              <a:ext cx="4814" cy="34"/>
            </a:xfrm>
            <a:custGeom>
              <a:avLst/>
              <a:gdLst/>
              <a:ahLst/>
              <a:cxnLst/>
              <a:rect l="l" t="t" r="r" b="b"/>
              <a:pathLst>
                <a:path w="143" h="1" extrusionOk="0">
                  <a:moveTo>
                    <a:pt x="0" y="0"/>
                  </a:moveTo>
                  <a:lnTo>
                    <a:pt x="143" y="0"/>
                  </a:lnTo>
                  <a:cubicBezTo>
                    <a:pt x="95" y="0"/>
                    <a:pt x="4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3"/>
            <p:cNvSpPr/>
            <p:nvPr/>
          </p:nvSpPr>
          <p:spPr>
            <a:xfrm>
              <a:off x="6062483" y="2129824"/>
              <a:ext cx="399330" cy="244594"/>
            </a:xfrm>
            <a:custGeom>
              <a:avLst/>
              <a:gdLst/>
              <a:ahLst/>
              <a:cxnLst/>
              <a:rect l="l" t="t" r="r" b="b"/>
              <a:pathLst>
                <a:path w="11861" h="7265" extrusionOk="0">
                  <a:moveTo>
                    <a:pt x="2811" y="1382"/>
                  </a:moveTo>
                  <a:lnTo>
                    <a:pt x="2811" y="3644"/>
                  </a:lnTo>
                  <a:lnTo>
                    <a:pt x="2096" y="3644"/>
                  </a:lnTo>
                  <a:lnTo>
                    <a:pt x="2096" y="1382"/>
                  </a:lnTo>
                  <a:close/>
                  <a:moveTo>
                    <a:pt x="4192" y="1382"/>
                  </a:moveTo>
                  <a:lnTo>
                    <a:pt x="4192" y="3644"/>
                  </a:lnTo>
                  <a:lnTo>
                    <a:pt x="3501" y="3644"/>
                  </a:lnTo>
                  <a:lnTo>
                    <a:pt x="3501" y="1382"/>
                  </a:lnTo>
                  <a:close/>
                  <a:moveTo>
                    <a:pt x="5573" y="1382"/>
                  </a:moveTo>
                  <a:lnTo>
                    <a:pt x="5573" y="3644"/>
                  </a:lnTo>
                  <a:lnTo>
                    <a:pt x="4882" y="3644"/>
                  </a:lnTo>
                  <a:lnTo>
                    <a:pt x="4882" y="1382"/>
                  </a:lnTo>
                  <a:close/>
                  <a:moveTo>
                    <a:pt x="6978" y="1382"/>
                  </a:moveTo>
                  <a:lnTo>
                    <a:pt x="6978" y="3644"/>
                  </a:lnTo>
                  <a:lnTo>
                    <a:pt x="6288" y="3644"/>
                  </a:lnTo>
                  <a:lnTo>
                    <a:pt x="6288" y="1382"/>
                  </a:lnTo>
                  <a:close/>
                  <a:moveTo>
                    <a:pt x="8359" y="1382"/>
                  </a:moveTo>
                  <a:lnTo>
                    <a:pt x="8359" y="3644"/>
                  </a:lnTo>
                  <a:lnTo>
                    <a:pt x="7669" y="3644"/>
                  </a:lnTo>
                  <a:lnTo>
                    <a:pt x="7669" y="1382"/>
                  </a:lnTo>
                  <a:close/>
                  <a:moveTo>
                    <a:pt x="9764" y="1382"/>
                  </a:moveTo>
                  <a:lnTo>
                    <a:pt x="9764" y="3644"/>
                  </a:lnTo>
                  <a:lnTo>
                    <a:pt x="9050" y="3644"/>
                  </a:lnTo>
                  <a:lnTo>
                    <a:pt x="9050" y="1382"/>
                  </a:lnTo>
                  <a:close/>
                  <a:moveTo>
                    <a:pt x="2453" y="4335"/>
                  </a:moveTo>
                  <a:cubicBezTo>
                    <a:pt x="2644" y="4335"/>
                    <a:pt x="2811" y="4478"/>
                    <a:pt x="2811" y="4669"/>
                  </a:cubicBezTo>
                  <a:cubicBezTo>
                    <a:pt x="2799" y="4907"/>
                    <a:pt x="2626" y="5026"/>
                    <a:pt x="2453" y="5026"/>
                  </a:cubicBezTo>
                  <a:cubicBezTo>
                    <a:pt x="2281" y="5026"/>
                    <a:pt x="2108" y="4907"/>
                    <a:pt x="2096" y="4669"/>
                  </a:cubicBezTo>
                  <a:cubicBezTo>
                    <a:pt x="2096" y="4478"/>
                    <a:pt x="2263" y="4335"/>
                    <a:pt x="2453" y="4335"/>
                  </a:cubicBezTo>
                  <a:close/>
                  <a:moveTo>
                    <a:pt x="3835" y="4335"/>
                  </a:moveTo>
                  <a:cubicBezTo>
                    <a:pt x="4025" y="4335"/>
                    <a:pt x="4192" y="4478"/>
                    <a:pt x="4192" y="4669"/>
                  </a:cubicBezTo>
                  <a:cubicBezTo>
                    <a:pt x="4180" y="4907"/>
                    <a:pt x="4013" y="5026"/>
                    <a:pt x="3847" y="5026"/>
                  </a:cubicBezTo>
                  <a:cubicBezTo>
                    <a:pt x="3680" y="5026"/>
                    <a:pt x="3513" y="4907"/>
                    <a:pt x="3501" y="4669"/>
                  </a:cubicBezTo>
                  <a:cubicBezTo>
                    <a:pt x="3501" y="4478"/>
                    <a:pt x="3644" y="4335"/>
                    <a:pt x="3835" y="4335"/>
                  </a:cubicBezTo>
                  <a:close/>
                  <a:moveTo>
                    <a:pt x="5240" y="4335"/>
                  </a:moveTo>
                  <a:cubicBezTo>
                    <a:pt x="5430" y="4335"/>
                    <a:pt x="5573" y="4478"/>
                    <a:pt x="5573" y="4669"/>
                  </a:cubicBezTo>
                  <a:cubicBezTo>
                    <a:pt x="5573" y="4907"/>
                    <a:pt x="5406" y="5026"/>
                    <a:pt x="5237" y="5026"/>
                  </a:cubicBezTo>
                  <a:cubicBezTo>
                    <a:pt x="5067" y="5026"/>
                    <a:pt x="4894" y="4907"/>
                    <a:pt x="4882" y="4669"/>
                  </a:cubicBezTo>
                  <a:cubicBezTo>
                    <a:pt x="4882" y="4478"/>
                    <a:pt x="5049" y="4335"/>
                    <a:pt x="5240" y="4335"/>
                  </a:cubicBezTo>
                  <a:close/>
                  <a:moveTo>
                    <a:pt x="6621" y="4335"/>
                  </a:moveTo>
                  <a:cubicBezTo>
                    <a:pt x="6811" y="4335"/>
                    <a:pt x="6978" y="4478"/>
                    <a:pt x="6978" y="4669"/>
                  </a:cubicBezTo>
                  <a:cubicBezTo>
                    <a:pt x="6966" y="4907"/>
                    <a:pt x="6794" y="5026"/>
                    <a:pt x="6624" y="5026"/>
                  </a:cubicBezTo>
                  <a:cubicBezTo>
                    <a:pt x="6454" y="5026"/>
                    <a:pt x="6288" y="4907"/>
                    <a:pt x="6288" y="4669"/>
                  </a:cubicBezTo>
                  <a:cubicBezTo>
                    <a:pt x="6288" y="4478"/>
                    <a:pt x="6430" y="4335"/>
                    <a:pt x="6621" y="4335"/>
                  </a:cubicBezTo>
                  <a:close/>
                  <a:moveTo>
                    <a:pt x="8026" y="4335"/>
                  </a:moveTo>
                  <a:cubicBezTo>
                    <a:pt x="8216" y="4335"/>
                    <a:pt x="8359" y="4478"/>
                    <a:pt x="8359" y="4669"/>
                  </a:cubicBezTo>
                  <a:cubicBezTo>
                    <a:pt x="8347" y="4907"/>
                    <a:pt x="8181" y="5026"/>
                    <a:pt x="8014" y="5026"/>
                  </a:cubicBezTo>
                  <a:cubicBezTo>
                    <a:pt x="7847" y="5026"/>
                    <a:pt x="7681" y="4907"/>
                    <a:pt x="7669" y="4669"/>
                  </a:cubicBezTo>
                  <a:cubicBezTo>
                    <a:pt x="7669" y="4478"/>
                    <a:pt x="7835" y="4335"/>
                    <a:pt x="8026" y="4335"/>
                  </a:cubicBezTo>
                  <a:close/>
                  <a:moveTo>
                    <a:pt x="9407" y="4335"/>
                  </a:moveTo>
                  <a:cubicBezTo>
                    <a:pt x="9598" y="4335"/>
                    <a:pt x="9764" y="4478"/>
                    <a:pt x="9764" y="4669"/>
                  </a:cubicBezTo>
                  <a:cubicBezTo>
                    <a:pt x="9753" y="4907"/>
                    <a:pt x="9580" y="5026"/>
                    <a:pt x="9407" y="5026"/>
                  </a:cubicBezTo>
                  <a:cubicBezTo>
                    <a:pt x="9235" y="5026"/>
                    <a:pt x="9062" y="4907"/>
                    <a:pt x="9050" y="4669"/>
                  </a:cubicBezTo>
                  <a:cubicBezTo>
                    <a:pt x="9050" y="4478"/>
                    <a:pt x="9217" y="4335"/>
                    <a:pt x="9407" y="4335"/>
                  </a:cubicBezTo>
                  <a:close/>
                  <a:moveTo>
                    <a:pt x="0" y="1"/>
                  </a:moveTo>
                  <a:lnTo>
                    <a:pt x="0" y="6026"/>
                  </a:lnTo>
                  <a:lnTo>
                    <a:pt x="4811" y="6026"/>
                  </a:lnTo>
                  <a:lnTo>
                    <a:pt x="4811" y="7264"/>
                  </a:lnTo>
                  <a:lnTo>
                    <a:pt x="7050" y="7264"/>
                  </a:lnTo>
                  <a:lnTo>
                    <a:pt x="7050" y="6026"/>
                  </a:lnTo>
                  <a:lnTo>
                    <a:pt x="11860" y="6026"/>
                  </a:lnTo>
                  <a:lnTo>
                    <a:pt x="118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3"/>
            <p:cNvSpPr/>
            <p:nvPr/>
          </p:nvSpPr>
          <p:spPr>
            <a:xfrm>
              <a:off x="6213211" y="2397614"/>
              <a:ext cx="92249" cy="131539"/>
            </a:xfrm>
            <a:custGeom>
              <a:avLst/>
              <a:gdLst/>
              <a:ahLst/>
              <a:cxnLst/>
              <a:rect l="l" t="t" r="r" b="b"/>
              <a:pathLst>
                <a:path w="2740" h="3907" extrusionOk="0">
                  <a:moveTo>
                    <a:pt x="715" y="1"/>
                  </a:moveTo>
                  <a:cubicBezTo>
                    <a:pt x="310" y="1"/>
                    <a:pt x="1" y="310"/>
                    <a:pt x="1" y="715"/>
                  </a:cubicBezTo>
                  <a:cubicBezTo>
                    <a:pt x="1" y="763"/>
                    <a:pt x="1" y="811"/>
                    <a:pt x="1" y="858"/>
                  </a:cubicBezTo>
                  <a:lnTo>
                    <a:pt x="548" y="3906"/>
                  </a:lnTo>
                  <a:lnTo>
                    <a:pt x="882" y="3906"/>
                  </a:lnTo>
                  <a:cubicBezTo>
                    <a:pt x="1668" y="3906"/>
                    <a:pt x="2334" y="3263"/>
                    <a:pt x="2334" y="2478"/>
                  </a:cubicBezTo>
                  <a:lnTo>
                    <a:pt x="2334" y="1620"/>
                  </a:lnTo>
                  <a:lnTo>
                    <a:pt x="1287" y="1620"/>
                  </a:lnTo>
                  <a:lnTo>
                    <a:pt x="1287" y="930"/>
                  </a:lnTo>
                  <a:lnTo>
                    <a:pt x="2715" y="930"/>
                  </a:lnTo>
                  <a:cubicBezTo>
                    <a:pt x="2739" y="858"/>
                    <a:pt x="2739" y="739"/>
                    <a:pt x="2739" y="644"/>
                  </a:cubicBezTo>
                  <a:cubicBezTo>
                    <a:pt x="2739" y="287"/>
                    <a:pt x="2430" y="1"/>
                    <a:pt x="2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3"/>
            <p:cNvSpPr/>
            <p:nvPr/>
          </p:nvSpPr>
          <p:spPr>
            <a:xfrm>
              <a:off x="6315055" y="2416064"/>
              <a:ext cx="31277" cy="83428"/>
            </a:xfrm>
            <a:custGeom>
              <a:avLst/>
              <a:gdLst/>
              <a:ahLst/>
              <a:cxnLst/>
              <a:rect l="l" t="t" r="r" b="b"/>
              <a:pathLst>
                <a:path w="929" h="2478" extrusionOk="0">
                  <a:moveTo>
                    <a:pt x="405" y="1"/>
                  </a:moveTo>
                  <a:cubicBezTo>
                    <a:pt x="429" y="453"/>
                    <a:pt x="333" y="858"/>
                    <a:pt x="0" y="1191"/>
                  </a:cubicBezTo>
                  <a:cubicBezTo>
                    <a:pt x="0" y="1263"/>
                    <a:pt x="0" y="1977"/>
                    <a:pt x="0" y="2025"/>
                  </a:cubicBezTo>
                  <a:cubicBezTo>
                    <a:pt x="0" y="2287"/>
                    <a:pt x="214" y="2477"/>
                    <a:pt x="453" y="2477"/>
                  </a:cubicBezTo>
                  <a:lnTo>
                    <a:pt x="929" y="2477"/>
                  </a:lnTo>
                  <a:lnTo>
                    <a:pt x="929" y="453"/>
                  </a:lnTo>
                  <a:cubicBezTo>
                    <a:pt x="929" y="215"/>
                    <a:pt x="714" y="1"/>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 name="Google Shape;667;p53"/>
          <p:cNvGrpSpPr/>
          <p:nvPr/>
        </p:nvGrpSpPr>
        <p:grpSpPr>
          <a:xfrm>
            <a:off x="1811898" y="1443045"/>
            <a:ext cx="400103" cy="365661"/>
            <a:chOff x="2739960" y="2146658"/>
            <a:chExt cx="400103" cy="365661"/>
          </a:xfrm>
        </p:grpSpPr>
        <p:sp>
          <p:nvSpPr>
            <p:cNvPr id="668" name="Google Shape;668;p53"/>
            <p:cNvSpPr/>
            <p:nvPr/>
          </p:nvSpPr>
          <p:spPr>
            <a:xfrm>
              <a:off x="2760800" y="2189954"/>
              <a:ext cx="54541" cy="53767"/>
            </a:xfrm>
            <a:custGeom>
              <a:avLst/>
              <a:gdLst/>
              <a:ahLst/>
              <a:cxnLst/>
              <a:rect l="l" t="t" r="r" b="b"/>
              <a:pathLst>
                <a:path w="1620" h="1597" extrusionOk="0">
                  <a:moveTo>
                    <a:pt x="501" y="1"/>
                  </a:moveTo>
                  <a:lnTo>
                    <a:pt x="0" y="501"/>
                  </a:lnTo>
                  <a:lnTo>
                    <a:pt x="1120" y="1597"/>
                  </a:lnTo>
                  <a:lnTo>
                    <a:pt x="1620" y="1120"/>
                  </a:lnTo>
                  <a:lnTo>
                    <a:pt x="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3"/>
            <p:cNvSpPr/>
            <p:nvPr/>
          </p:nvSpPr>
          <p:spPr>
            <a:xfrm>
              <a:off x="3064681" y="2189954"/>
              <a:ext cx="53733" cy="53767"/>
            </a:xfrm>
            <a:custGeom>
              <a:avLst/>
              <a:gdLst/>
              <a:ahLst/>
              <a:cxnLst/>
              <a:rect l="l" t="t" r="r" b="b"/>
              <a:pathLst>
                <a:path w="1596" h="1597" extrusionOk="0">
                  <a:moveTo>
                    <a:pt x="1119" y="1"/>
                  </a:moveTo>
                  <a:lnTo>
                    <a:pt x="0" y="1120"/>
                  </a:lnTo>
                  <a:lnTo>
                    <a:pt x="476" y="1597"/>
                  </a:lnTo>
                  <a:lnTo>
                    <a:pt x="1596" y="501"/>
                  </a:lnTo>
                  <a:lnTo>
                    <a:pt x="11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3"/>
            <p:cNvSpPr/>
            <p:nvPr/>
          </p:nvSpPr>
          <p:spPr>
            <a:xfrm>
              <a:off x="2873047" y="2146658"/>
              <a:ext cx="23298" cy="52959"/>
            </a:xfrm>
            <a:custGeom>
              <a:avLst/>
              <a:gdLst/>
              <a:ahLst/>
              <a:cxnLst/>
              <a:rect l="l" t="t" r="r" b="b"/>
              <a:pathLst>
                <a:path w="692" h="1573" extrusionOk="0">
                  <a:moveTo>
                    <a:pt x="0" y="1"/>
                  </a:moveTo>
                  <a:lnTo>
                    <a:pt x="0" y="1573"/>
                  </a:lnTo>
                  <a:lnTo>
                    <a:pt x="691" y="1573"/>
                  </a:ln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3"/>
            <p:cNvSpPr/>
            <p:nvPr/>
          </p:nvSpPr>
          <p:spPr>
            <a:xfrm>
              <a:off x="2983678" y="2146658"/>
              <a:ext cx="23298" cy="52959"/>
            </a:xfrm>
            <a:custGeom>
              <a:avLst/>
              <a:gdLst/>
              <a:ahLst/>
              <a:cxnLst/>
              <a:rect l="l" t="t" r="r" b="b"/>
              <a:pathLst>
                <a:path w="692" h="1573" extrusionOk="0">
                  <a:moveTo>
                    <a:pt x="1" y="1"/>
                  </a:moveTo>
                  <a:lnTo>
                    <a:pt x="1" y="1573"/>
                  </a:lnTo>
                  <a:lnTo>
                    <a:pt x="691" y="1573"/>
                  </a:ln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3"/>
            <p:cNvSpPr/>
            <p:nvPr/>
          </p:nvSpPr>
          <p:spPr>
            <a:xfrm>
              <a:off x="2820122" y="2355934"/>
              <a:ext cx="93831" cy="125916"/>
            </a:xfrm>
            <a:custGeom>
              <a:avLst/>
              <a:gdLst/>
              <a:ahLst/>
              <a:cxnLst/>
              <a:rect l="l" t="t" r="r" b="b"/>
              <a:pathLst>
                <a:path w="2787" h="3740" extrusionOk="0">
                  <a:moveTo>
                    <a:pt x="1191" y="1"/>
                  </a:moveTo>
                  <a:cubicBezTo>
                    <a:pt x="715" y="1"/>
                    <a:pt x="310" y="215"/>
                    <a:pt x="1" y="548"/>
                  </a:cubicBezTo>
                  <a:cubicBezTo>
                    <a:pt x="906" y="1001"/>
                    <a:pt x="1144" y="2191"/>
                    <a:pt x="501" y="2954"/>
                  </a:cubicBezTo>
                  <a:cubicBezTo>
                    <a:pt x="882" y="3120"/>
                    <a:pt x="1191" y="3406"/>
                    <a:pt x="1430" y="3739"/>
                  </a:cubicBezTo>
                  <a:cubicBezTo>
                    <a:pt x="1668" y="3406"/>
                    <a:pt x="1977" y="3120"/>
                    <a:pt x="2358" y="2954"/>
                  </a:cubicBezTo>
                  <a:cubicBezTo>
                    <a:pt x="2120" y="2668"/>
                    <a:pt x="2001" y="2334"/>
                    <a:pt x="2001" y="1953"/>
                  </a:cubicBezTo>
                  <a:cubicBezTo>
                    <a:pt x="2001" y="1382"/>
                    <a:pt x="2311" y="858"/>
                    <a:pt x="2787" y="596"/>
                  </a:cubicBezTo>
                  <a:cubicBezTo>
                    <a:pt x="2501" y="215"/>
                    <a:pt x="2073" y="1"/>
                    <a:pt x="1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3"/>
            <p:cNvSpPr/>
            <p:nvPr/>
          </p:nvSpPr>
          <p:spPr>
            <a:xfrm>
              <a:off x="2965262" y="2355934"/>
              <a:ext cx="93023" cy="125916"/>
            </a:xfrm>
            <a:custGeom>
              <a:avLst/>
              <a:gdLst/>
              <a:ahLst/>
              <a:cxnLst/>
              <a:rect l="l" t="t" r="r" b="b"/>
              <a:pathLst>
                <a:path w="2763" h="3740" extrusionOk="0">
                  <a:moveTo>
                    <a:pt x="1167" y="1"/>
                  </a:moveTo>
                  <a:cubicBezTo>
                    <a:pt x="715" y="1"/>
                    <a:pt x="286" y="215"/>
                    <a:pt x="0" y="572"/>
                  </a:cubicBezTo>
                  <a:cubicBezTo>
                    <a:pt x="857" y="1025"/>
                    <a:pt x="1072" y="2191"/>
                    <a:pt x="453" y="2954"/>
                  </a:cubicBezTo>
                  <a:cubicBezTo>
                    <a:pt x="834" y="3120"/>
                    <a:pt x="1143" y="3406"/>
                    <a:pt x="1381" y="3739"/>
                  </a:cubicBezTo>
                  <a:cubicBezTo>
                    <a:pt x="1596" y="3406"/>
                    <a:pt x="1929" y="3120"/>
                    <a:pt x="2286" y="2954"/>
                  </a:cubicBezTo>
                  <a:cubicBezTo>
                    <a:pt x="2072" y="2668"/>
                    <a:pt x="1929" y="2334"/>
                    <a:pt x="1929" y="1953"/>
                  </a:cubicBezTo>
                  <a:cubicBezTo>
                    <a:pt x="1929" y="1358"/>
                    <a:pt x="2263" y="834"/>
                    <a:pt x="2763" y="572"/>
                  </a:cubicBezTo>
                  <a:cubicBezTo>
                    <a:pt x="2477" y="215"/>
                    <a:pt x="2048" y="1"/>
                    <a:pt x="1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3"/>
            <p:cNvSpPr/>
            <p:nvPr/>
          </p:nvSpPr>
          <p:spPr>
            <a:xfrm>
              <a:off x="2883484" y="2474577"/>
              <a:ext cx="113055" cy="37741"/>
            </a:xfrm>
            <a:custGeom>
              <a:avLst/>
              <a:gdLst/>
              <a:ahLst/>
              <a:cxnLst/>
              <a:rect l="l" t="t" r="r" b="b"/>
              <a:pathLst>
                <a:path w="3358" h="1121" extrusionOk="0">
                  <a:moveTo>
                    <a:pt x="1425" y="0"/>
                  </a:moveTo>
                  <a:cubicBezTo>
                    <a:pt x="734" y="0"/>
                    <a:pt x="163" y="470"/>
                    <a:pt x="0" y="1120"/>
                  </a:cubicBezTo>
                  <a:lnTo>
                    <a:pt x="3358" y="1120"/>
                  </a:lnTo>
                  <a:cubicBezTo>
                    <a:pt x="3286" y="835"/>
                    <a:pt x="3120" y="596"/>
                    <a:pt x="2905" y="406"/>
                  </a:cubicBezTo>
                  <a:cubicBezTo>
                    <a:pt x="2643" y="144"/>
                    <a:pt x="2286" y="1"/>
                    <a:pt x="1881" y="1"/>
                  </a:cubicBezTo>
                  <a:lnTo>
                    <a:pt x="1477" y="1"/>
                  </a:lnTo>
                  <a:cubicBezTo>
                    <a:pt x="1459" y="1"/>
                    <a:pt x="1442" y="0"/>
                    <a:pt x="14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3"/>
            <p:cNvSpPr/>
            <p:nvPr/>
          </p:nvSpPr>
          <p:spPr>
            <a:xfrm>
              <a:off x="2739960" y="2473803"/>
              <a:ext cx="113089" cy="38516"/>
            </a:xfrm>
            <a:custGeom>
              <a:avLst/>
              <a:gdLst/>
              <a:ahLst/>
              <a:cxnLst/>
              <a:rect l="l" t="t" r="r" b="b"/>
              <a:pathLst>
                <a:path w="3359" h="1144" extrusionOk="0">
                  <a:moveTo>
                    <a:pt x="1596" y="0"/>
                  </a:moveTo>
                  <a:lnTo>
                    <a:pt x="1596" y="24"/>
                  </a:lnTo>
                  <a:cubicBezTo>
                    <a:pt x="1562" y="22"/>
                    <a:pt x="1528" y="21"/>
                    <a:pt x="1494" y="21"/>
                  </a:cubicBezTo>
                  <a:cubicBezTo>
                    <a:pt x="797" y="21"/>
                    <a:pt x="182" y="485"/>
                    <a:pt x="0" y="1143"/>
                  </a:cubicBezTo>
                  <a:lnTo>
                    <a:pt x="3358" y="1143"/>
                  </a:lnTo>
                  <a:cubicBezTo>
                    <a:pt x="3287" y="858"/>
                    <a:pt x="3120" y="619"/>
                    <a:pt x="2906" y="429"/>
                  </a:cubicBezTo>
                  <a:cubicBezTo>
                    <a:pt x="2660" y="184"/>
                    <a:pt x="2311" y="22"/>
                    <a:pt x="1954" y="22"/>
                  </a:cubicBezTo>
                  <a:cubicBezTo>
                    <a:pt x="1930" y="22"/>
                    <a:pt x="1906" y="23"/>
                    <a:pt x="1882" y="24"/>
                  </a:cubicBezTo>
                  <a:cubicBezTo>
                    <a:pt x="1810" y="24"/>
                    <a:pt x="1643" y="24"/>
                    <a:pt x="1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3"/>
            <p:cNvSpPr/>
            <p:nvPr/>
          </p:nvSpPr>
          <p:spPr>
            <a:xfrm>
              <a:off x="2986102" y="2277961"/>
              <a:ext cx="51343" cy="51545"/>
            </a:xfrm>
            <a:custGeom>
              <a:avLst/>
              <a:gdLst/>
              <a:ahLst/>
              <a:cxnLst/>
              <a:rect l="l" t="t" r="r" b="b"/>
              <a:pathLst>
                <a:path w="1525" h="1531" extrusionOk="0">
                  <a:moveTo>
                    <a:pt x="762" y="1"/>
                  </a:moveTo>
                  <a:cubicBezTo>
                    <a:pt x="387" y="1"/>
                    <a:pt x="12" y="257"/>
                    <a:pt x="0" y="769"/>
                  </a:cubicBezTo>
                  <a:cubicBezTo>
                    <a:pt x="0" y="1173"/>
                    <a:pt x="334" y="1531"/>
                    <a:pt x="762" y="1531"/>
                  </a:cubicBezTo>
                  <a:cubicBezTo>
                    <a:pt x="1191" y="1531"/>
                    <a:pt x="1524" y="1173"/>
                    <a:pt x="1524" y="769"/>
                  </a:cubicBezTo>
                  <a:cubicBezTo>
                    <a:pt x="1513" y="257"/>
                    <a:pt x="1137" y="1"/>
                    <a:pt x="7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3"/>
            <p:cNvSpPr/>
            <p:nvPr/>
          </p:nvSpPr>
          <p:spPr>
            <a:xfrm>
              <a:off x="2840962" y="2277961"/>
              <a:ext cx="52151" cy="51545"/>
            </a:xfrm>
            <a:custGeom>
              <a:avLst/>
              <a:gdLst/>
              <a:ahLst/>
              <a:cxnLst/>
              <a:rect l="l" t="t" r="r" b="b"/>
              <a:pathLst>
                <a:path w="1549" h="1531" extrusionOk="0">
                  <a:moveTo>
                    <a:pt x="775" y="1"/>
                  </a:moveTo>
                  <a:cubicBezTo>
                    <a:pt x="400" y="1"/>
                    <a:pt x="25" y="257"/>
                    <a:pt x="1" y="769"/>
                  </a:cubicBezTo>
                  <a:cubicBezTo>
                    <a:pt x="1" y="1173"/>
                    <a:pt x="358" y="1531"/>
                    <a:pt x="763" y="1531"/>
                  </a:cubicBezTo>
                  <a:cubicBezTo>
                    <a:pt x="1192" y="1531"/>
                    <a:pt x="1549" y="1173"/>
                    <a:pt x="1549" y="769"/>
                  </a:cubicBezTo>
                  <a:cubicBezTo>
                    <a:pt x="1525" y="257"/>
                    <a:pt x="1150" y="1"/>
                    <a:pt x="7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3"/>
            <p:cNvSpPr/>
            <p:nvPr/>
          </p:nvSpPr>
          <p:spPr>
            <a:xfrm>
              <a:off x="2913953" y="2395830"/>
              <a:ext cx="52117" cy="51545"/>
            </a:xfrm>
            <a:custGeom>
              <a:avLst/>
              <a:gdLst/>
              <a:ahLst/>
              <a:cxnLst/>
              <a:rect l="l" t="t" r="r" b="b"/>
              <a:pathLst>
                <a:path w="1548" h="1531" extrusionOk="0">
                  <a:moveTo>
                    <a:pt x="774" y="0"/>
                  </a:moveTo>
                  <a:cubicBezTo>
                    <a:pt x="399" y="0"/>
                    <a:pt x="24" y="256"/>
                    <a:pt x="0" y="768"/>
                  </a:cubicBezTo>
                  <a:cubicBezTo>
                    <a:pt x="0" y="1197"/>
                    <a:pt x="333" y="1530"/>
                    <a:pt x="762" y="1530"/>
                  </a:cubicBezTo>
                  <a:cubicBezTo>
                    <a:pt x="1191" y="1530"/>
                    <a:pt x="1548" y="1197"/>
                    <a:pt x="1548" y="768"/>
                  </a:cubicBezTo>
                  <a:cubicBezTo>
                    <a:pt x="1524" y="256"/>
                    <a:pt x="1149" y="0"/>
                    <a:pt x="7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3"/>
            <p:cNvSpPr/>
            <p:nvPr/>
          </p:nvSpPr>
          <p:spPr>
            <a:xfrm>
              <a:off x="2761608" y="2395998"/>
              <a:ext cx="60972" cy="51511"/>
            </a:xfrm>
            <a:custGeom>
              <a:avLst/>
              <a:gdLst/>
              <a:ahLst/>
              <a:cxnLst/>
              <a:rect l="l" t="t" r="r" b="b"/>
              <a:pathLst>
                <a:path w="1811" h="1530" extrusionOk="0">
                  <a:moveTo>
                    <a:pt x="1065" y="0"/>
                  </a:moveTo>
                  <a:cubicBezTo>
                    <a:pt x="1051" y="0"/>
                    <a:pt x="1038" y="1"/>
                    <a:pt x="1024" y="1"/>
                  </a:cubicBezTo>
                  <a:cubicBezTo>
                    <a:pt x="72" y="25"/>
                    <a:pt x="0" y="1382"/>
                    <a:pt x="953" y="1525"/>
                  </a:cubicBezTo>
                  <a:cubicBezTo>
                    <a:pt x="980" y="1528"/>
                    <a:pt x="1007" y="1530"/>
                    <a:pt x="1034" y="1530"/>
                  </a:cubicBezTo>
                  <a:cubicBezTo>
                    <a:pt x="1453" y="1530"/>
                    <a:pt x="1810" y="1189"/>
                    <a:pt x="1810" y="763"/>
                  </a:cubicBezTo>
                  <a:cubicBezTo>
                    <a:pt x="1810" y="348"/>
                    <a:pt x="1475" y="0"/>
                    <a:pt x="10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3"/>
            <p:cNvSpPr/>
            <p:nvPr/>
          </p:nvSpPr>
          <p:spPr>
            <a:xfrm>
              <a:off x="3053436" y="2396032"/>
              <a:ext cx="64978" cy="51343"/>
            </a:xfrm>
            <a:custGeom>
              <a:avLst/>
              <a:gdLst/>
              <a:ahLst/>
              <a:cxnLst/>
              <a:rect l="l" t="t" r="r" b="b"/>
              <a:pathLst>
                <a:path w="1930" h="1525" extrusionOk="0">
                  <a:moveTo>
                    <a:pt x="882" y="0"/>
                  </a:moveTo>
                  <a:cubicBezTo>
                    <a:pt x="715" y="0"/>
                    <a:pt x="572" y="48"/>
                    <a:pt x="453" y="119"/>
                  </a:cubicBezTo>
                  <a:cubicBezTo>
                    <a:pt x="1" y="429"/>
                    <a:pt x="1" y="1096"/>
                    <a:pt x="453" y="1381"/>
                  </a:cubicBezTo>
                  <a:cubicBezTo>
                    <a:pt x="548" y="1477"/>
                    <a:pt x="691" y="1524"/>
                    <a:pt x="834" y="1524"/>
                  </a:cubicBezTo>
                  <a:cubicBezTo>
                    <a:pt x="1882" y="1524"/>
                    <a:pt x="1930" y="48"/>
                    <a:pt x="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3"/>
            <p:cNvSpPr/>
            <p:nvPr/>
          </p:nvSpPr>
          <p:spPr>
            <a:xfrm>
              <a:off x="3026974" y="2474577"/>
              <a:ext cx="113089" cy="37741"/>
            </a:xfrm>
            <a:custGeom>
              <a:avLst/>
              <a:gdLst/>
              <a:ahLst/>
              <a:cxnLst/>
              <a:rect l="l" t="t" r="r" b="b"/>
              <a:pathLst>
                <a:path w="3359" h="1121" extrusionOk="0">
                  <a:moveTo>
                    <a:pt x="1404" y="0"/>
                  </a:moveTo>
                  <a:cubicBezTo>
                    <a:pt x="735" y="0"/>
                    <a:pt x="164" y="470"/>
                    <a:pt x="1" y="1120"/>
                  </a:cubicBezTo>
                  <a:lnTo>
                    <a:pt x="3359" y="1120"/>
                  </a:lnTo>
                  <a:cubicBezTo>
                    <a:pt x="3263" y="835"/>
                    <a:pt x="3121" y="596"/>
                    <a:pt x="2906" y="406"/>
                  </a:cubicBezTo>
                  <a:cubicBezTo>
                    <a:pt x="2644" y="144"/>
                    <a:pt x="2263" y="1"/>
                    <a:pt x="1882" y="1"/>
                  </a:cubicBezTo>
                  <a:lnTo>
                    <a:pt x="1454" y="1"/>
                  </a:lnTo>
                  <a:cubicBezTo>
                    <a:pt x="1437" y="1"/>
                    <a:pt x="1420" y="0"/>
                    <a:pt x="14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685"/>
        <p:cNvGrpSpPr/>
        <p:nvPr/>
      </p:nvGrpSpPr>
      <p:grpSpPr>
        <a:xfrm>
          <a:off x="0" y="0"/>
          <a:ext cx="0" cy="0"/>
          <a:chOff x="0" y="0"/>
          <a:chExt cx="0" cy="0"/>
        </a:xfrm>
      </p:grpSpPr>
      <p:sp>
        <p:nvSpPr>
          <p:cNvPr id="686" name="Google Shape;686;p54"/>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KEY</a:t>
            </a:r>
            <a:r>
              <a:rPr lang="en"/>
              <a:t> DATES</a:t>
            </a:r>
            <a:endParaRPr/>
          </a:p>
        </p:txBody>
      </p:sp>
      <p:sp>
        <p:nvSpPr>
          <p:cNvPr id="687" name="Google Shape;687;p54"/>
          <p:cNvSpPr/>
          <p:nvPr/>
        </p:nvSpPr>
        <p:spPr>
          <a:xfrm>
            <a:off x="1219500" y="1417230"/>
            <a:ext cx="822900" cy="822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88" name="Google Shape;688;p54"/>
          <p:cNvSpPr/>
          <p:nvPr/>
        </p:nvSpPr>
        <p:spPr>
          <a:xfrm>
            <a:off x="3180200" y="1722030"/>
            <a:ext cx="822900" cy="82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89" name="Google Shape;689;p54"/>
          <p:cNvSpPr/>
          <p:nvPr/>
        </p:nvSpPr>
        <p:spPr>
          <a:xfrm>
            <a:off x="5140900" y="1417230"/>
            <a:ext cx="822900" cy="822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90" name="Google Shape;690;p54"/>
          <p:cNvSpPr/>
          <p:nvPr/>
        </p:nvSpPr>
        <p:spPr>
          <a:xfrm>
            <a:off x="7101600" y="1722030"/>
            <a:ext cx="822900" cy="822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691" name="Google Shape;691;p54"/>
          <p:cNvSpPr txBox="1"/>
          <p:nvPr/>
        </p:nvSpPr>
        <p:spPr>
          <a:xfrm>
            <a:off x="711150" y="2436019"/>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lt1"/>
                </a:solidFill>
                <a:latin typeface="Josefin Sans"/>
                <a:ea typeface="Josefin Sans"/>
                <a:cs typeface="Josefin Sans"/>
                <a:sym typeface="Josefin Sans"/>
              </a:rPr>
              <a:t>1956</a:t>
            </a:r>
            <a:endParaRPr sz="2500" b="1">
              <a:solidFill>
                <a:schemeClr val="lt1"/>
              </a:solidFill>
              <a:latin typeface="Josefin Sans"/>
              <a:ea typeface="Josefin Sans"/>
              <a:cs typeface="Josefin Sans"/>
              <a:sym typeface="Josefin Sans"/>
            </a:endParaRPr>
          </a:p>
        </p:txBody>
      </p:sp>
      <p:sp>
        <p:nvSpPr>
          <p:cNvPr id="692" name="Google Shape;692;p54"/>
          <p:cNvSpPr txBox="1"/>
          <p:nvPr/>
        </p:nvSpPr>
        <p:spPr>
          <a:xfrm>
            <a:off x="711672" y="3190244"/>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Mercury is the closest planet to the Sun and the smallest one</a:t>
            </a:r>
            <a:endParaRPr>
              <a:solidFill>
                <a:schemeClr val="lt1"/>
              </a:solidFill>
              <a:latin typeface="Catamaran"/>
              <a:ea typeface="Catamaran"/>
              <a:cs typeface="Catamaran"/>
              <a:sym typeface="Catamaran"/>
            </a:endParaRPr>
          </a:p>
        </p:txBody>
      </p:sp>
      <p:sp>
        <p:nvSpPr>
          <p:cNvPr id="693" name="Google Shape;693;p54"/>
          <p:cNvSpPr txBox="1"/>
          <p:nvPr/>
        </p:nvSpPr>
        <p:spPr>
          <a:xfrm>
            <a:off x="2671850" y="2738556"/>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lt1"/>
                </a:solidFill>
                <a:latin typeface="Josefin Sans"/>
                <a:ea typeface="Josefin Sans"/>
                <a:cs typeface="Josefin Sans"/>
                <a:sym typeface="Josefin Sans"/>
              </a:rPr>
              <a:t>1995</a:t>
            </a:r>
            <a:endParaRPr sz="2500" b="1">
              <a:solidFill>
                <a:schemeClr val="lt1"/>
              </a:solidFill>
              <a:latin typeface="Josefin Sans"/>
              <a:ea typeface="Josefin Sans"/>
              <a:cs typeface="Josefin Sans"/>
              <a:sym typeface="Josefin Sans"/>
            </a:endParaRPr>
          </a:p>
        </p:txBody>
      </p:sp>
      <p:sp>
        <p:nvSpPr>
          <p:cNvPr id="694" name="Google Shape;694;p54"/>
          <p:cNvSpPr txBox="1"/>
          <p:nvPr/>
        </p:nvSpPr>
        <p:spPr>
          <a:xfrm>
            <a:off x="2671850" y="3495056"/>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Earth is the only planet that harbors life of them all</a:t>
            </a:r>
            <a:endParaRPr>
              <a:solidFill>
                <a:schemeClr val="lt1"/>
              </a:solidFill>
              <a:latin typeface="Catamaran"/>
              <a:ea typeface="Catamaran"/>
              <a:cs typeface="Catamaran"/>
              <a:sym typeface="Catamaran"/>
            </a:endParaRPr>
          </a:p>
        </p:txBody>
      </p:sp>
      <p:sp>
        <p:nvSpPr>
          <p:cNvPr id="695" name="Google Shape;695;p54"/>
          <p:cNvSpPr txBox="1"/>
          <p:nvPr/>
        </p:nvSpPr>
        <p:spPr>
          <a:xfrm>
            <a:off x="4632550" y="2436019"/>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lt1"/>
                </a:solidFill>
                <a:latin typeface="Josefin Sans"/>
                <a:ea typeface="Josefin Sans"/>
                <a:cs typeface="Josefin Sans"/>
                <a:sym typeface="Josefin Sans"/>
              </a:rPr>
              <a:t>2006</a:t>
            </a:r>
            <a:endParaRPr sz="2500" b="1">
              <a:solidFill>
                <a:schemeClr val="lt1"/>
              </a:solidFill>
              <a:latin typeface="Josefin Sans"/>
              <a:ea typeface="Josefin Sans"/>
              <a:cs typeface="Josefin Sans"/>
              <a:sym typeface="Josefin Sans"/>
            </a:endParaRPr>
          </a:p>
        </p:txBody>
      </p:sp>
      <p:sp>
        <p:nvSpPr>
          <p:cNvPr id="696" name="Google Shape;696;p54"/>
          <p:cNvSpPr txBox="1"/>
          <p:nvPr/>
        </p:nvSpPr>
        <p:spPr>
          <a:xfrm>
            <a:off x="4632550" y="3190244"/>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Saturn is the second largest planet in the Solar System</a:t>
            </a:r>
            <a:endParaRPr>
              <a:solidFill>
                <a:schemeClr val="lt1"/>
              </a:solidFill>
              <a:latin typeface="Catamaran"/>
              <a:ea typeface="Catamaran"/>
              <a:cs typeface="Catamaran"/>
              <a:sym typeface="Catamaran"/>
            </a:endParaRPr>
          </a:p>
        </p:txBody>
      </p:sp>
      <p:sp>
        <p:nvSpPr>
          <p:cNvPr id="697" name="Google Shape;697;p54"/>
          <p:cNvSpPr txBox="1"/>
          <p:nvPr/>
        </p:nvSpPr>
        <p:spPr>
          <a:xfrm>
            <a:off x="6593250" y="2738556"/>
            <a:ext cx="1839600" cy="40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lt1"/>
                </a:solidFill>
                <a:latin typeface="Josefin Sans"/>
                <a:ea typeface="Josefin Sans"/>
                <a:cs typeface="Josefin Sans"/>
                <a:sym typeface="Josefin Sans"/>
              </a:rPr>
              <a:t>2022</a:t>
            </a:r>
            <a:endParaRPr sz="2500" b="1">
              <a:solidFill>
                <a:schemeClr val="lt1"/>
              </a:solidFill>
              <a:latin typeface="Josefin Sans"/>
              <a:ea typeface="Josefin Sans"/>
              <a:cs typeface="Josefin Sans"/>
              <a:sym typeface="Josefin Sans"/>
            </a:endParaRPr>
          </a:p>
        </p:txBody>
      </p:sp>
      <p:sp>
        <p:nvSpPr>
          <p:cNvPr id="698" name="Google Shape;698;p54"/>
          <p:cNvSpPr txBox="1"/>
          <p:nvPr/>
        </p:nvSpPr>
        <p:spPr>
          <a:xfrm>
            <a:off x="6593250" y="3495056"/>
            <a:ext cx="1839600" cy="68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Neptune is the fourth-largest planet in the Solar System</a:t>
            </a:r>
            <a:endParaRPr>
              <a:solidFill>
                <a:schemeClr val="lt1"/>
              </a:solidFill>
              <a:latin typeface="Catamaran"/>
              <a:ea typeface="Catamaran"/>
              <a:cs typeface="Catamaran"/>
              <a:sym typeface="Catamaran"/>
            </a:endParaRPr>
          </a:p>
        </p:txBody>
      </p:sp>
      <p:cxnSp>
        <p:nvCxnSpPr>
          <p:cNvPr id="699" name="Google Shape;699;p54"/>
          <p:cNvCxnSpPr>
            <a:stCxn id="687" idx="6"/>
            <a:endCxn id="688" idx="2"/>
          </p:cNvCxnSpPr>
          <p:nvPr/>
        </p:nvCxnSpPr>
        <p:spPr>
          <a:xfrm>
            <a:off x="2042400" y="1828680"/>
            <a:ext cx="1137900" cy="304800"/>
          </a:xfrm>
          <a:prstGeom prst="bentConnector3">
            <a:avLst>
              <a:gd name="adj1" fmla="val 49996"/>
            </a:avLst>
          </a:prstGeom>
          <a:noFill/>
          <a:ln w="19050" cap="flat" cmpd="sng">
            <a:solidFill>
              <a:schemeClr val="lt1"/>
            </a:solidFill>
            <a:prstDash val="solid"/>
            <a:round/>
            <a:headEnd type="none" w="med" len="med"/>
            <a:tailEnd type="none" w="med" len="med"/>
          </a:ln>
        </p:spPr>
      </p:cxnSp>
      <p:cxnSp>
        <p:nvCxnSpPr>
          <p:cNvPr id="700" name="Google Shape;700;p54"/>
          <p:cNvCxnSpPr>
            <a:stCxn id="688" idx="6"/>
            <a:endCxn id="689" idx="2"/>
          </p:cNvCxnSpPr>
          <p:nvPr/>
        </p:nvCxnSpPr>
        <p:spPr>
          <a:xfrm rot="10800000" flipH="1">
            <a:off x="4003100" y="1828680"/>
            <a:ext cx="1137900" cy="304800"/>
          </a:xfrm>
          <a:prstGeom prst="bentConnector3">
            <a:avLst>
              <a:gd name="adj1" fmla="val 49996"/>
            </a:avLst>
          </a:prstGeom>
          <a:noFill/>
          <a:ln w="19050" cap="flat" cmpd="sng">
            <a:solidFill>
              <a:schemeClr val="lt1"/>
            </a:solidFill>
            <a:prstDash val="solid"/>
            <a:round/>
            <a:headEnd type="none" w="med" len="med"/>
            <a:tailEnd type="none" w="med" len="med"/>
          </a:ln>
        </p:spPr>
      </p:cxnSp>
      <p:cxnSp>
        <p:nvCxnSpPr>
          <p:cNvPr id="701" name="Google Shape;701;p54"/>
          <p:cNvCxnSpPr>
            <a:stCxn id="689" idx="6"/>
            <a:endCxn id="690" idx="2"/>
          </p:cNvCxnSpPr>
          <p:nvPr/>
        </p:nvCxnSpPr>
        <p:spPr>
          <a:xfrm>
            <a:off x="5963800" y="1828680"/>
            <a:ext cx="1137900" cy="304800"/>
          </a:xfrm>
          <a:prstGeom prst="bentConnector3">
            <a:avLst>
              <a:gd name="adj1" fmla="val 49996"/>
            </a:avLst>
          </a:prstGeom>
          <a:noFill/>
          <a:ln w="19050" cap="flat" cmpd="sng">
            <a:solidFill>
              <a:schemeClr val="lt1"/>
            </a:solidFill>
            <a:prstDash val="solid"/>
            <a:round/>
            <a:headEnd type="none" w="med" len="med"/>
            <a:tailEnd type="none" w="med" len="med"/>
          </a:ln>
        </p:spPr>
      </p:cxnSp>
      <p:cxnSp>
        <p:nvCxnSpPr>
          <p:cNvPr id="702" name="Google Shape;702;p54"/>
          <p:cNvCxnSpPr>
            <a:stCxn id="687" idx="4"/>
            <a:endCxn id="691" idx="0"/>
          </p:cNvCxnSpPr>
          <p:nvPr/>
        </p:nvCxnSpPr>
        <p:spPr>
          <a:xfrm>
            <a:off x="1630950" y="2240130"/>
            <a:ext cx="0" cy="195900"/>
          </a:xfrm>
          <a:prstGeom prst="straightConnector1">
            <a:avLst/>
          </a:prstGeom>
          <a:noFill/>
          <a:ln w="19050" cap="flat" cmpd="sng">
            <a:solidFill>
              <a:schemeClr val="lt1"/>
            </a:solidFill>
            <a:prstDash val="solid"/>
            <a:round/>
            <a:headEnd type="none" w="med" len="med"/>
            <a:tailEnd type="none" w="med" len="med"/>
          </a:ln>
        </p:spPr>
      </p:cxnSp>
      <p:cxnSp>
        <p:nvCxnSpPr>
          <p:cNvPr id="703" name="Google Shape;703;p54"/>
          <p:cNvCxnSpPr>
            <a:stCxn id="688" idx="4"/>
            <a:endCxn id="693" idx="0"/>
          </p:cNvCxnSpPr>
          <p:nvPr/>
        </p:nvCxnSpPr>
        <p:spPr>
          <a:xfrm>
            <a:off x="3591650" y="2544930"/>
            <a:ext cx="0" cy="193500"/>
          </a:xfrm>
          <a:prstGeom prst="straightConnector1">
            <a:avLst/>
          </a:prstGeom>
          <a:noFill/>
          <a:ln w="19050" cap="flat" cmpd="sng">
            <a:solidFill>
              <a:schemeClr val="lt1"/>
            </a:solidFill>
            <a:prstDash val="solid"/>
            <a:round/>
            <a:headEnd type="none" w="med" len="med"/>
            <a:tailEnd type="none" w="med" len="med"/>
          </a:ln>
        </p:spPr>
      </p:cxnSp>
      <p:cxnSp>
        <p:nvCxnSpPr>
          <p:cNvPr id="704" name="Google Shape;704;p54"/>
          <p:cNvCxnSpPr>
            <a:stCxn id="689" idx="4"/>
            <a:endCxn id="695" idx="0"/>
          </p:cNvCxnSpPr>
          <p:nvPr/>
        </p:nvCxnSpPr>
        <p:spPr>
          <a:xfrm>
            <a:off x="5552350" y="2240130"/>
            <a:ext cx="0" cy="195900"/>
          </a:xfrm>
          <a:prstGeom prst="straightConnector1">
            <a:avLst/>
          </a:prstGeom>
          <a:noFill/>
          <a:ln w="19050" cap="flat" cmpd="sng">
            <a:solidFill>
              <a:schemeClr val="lt1"/>
            </a:solidFill>
            <a:prstDash val="solid"/>
            <a:round/>
            <a:headEnd type="none" w="med" len="med"/>
            <a:tailEnd type="none" w="med" len="med"/>
          </a:ln>
        </p:spPr>
      </p:cxnSp>
      <p:cxnSp>
        <p:nvCxnSpPr>
          <p:cNvPr id="705" name="Google Shape;705;p54"/>
          <p:cNvCxnSpPr>
            <a:endCxn id="697" idx="0"/>
          </p:cNvCxnSpPr>
          <p:nvPr/>
        </p:nvCxnSpPr>
        <p:spPr>
          <a:xfrm>
            <a:off x="7513050" y="2545056"/>
            <a:ext cx="0" cy="193500"/>
          </a:xfrm>
          <a:prstGeom prst="straightConnector1">
            <a:avLst/>
          </a:prstGeom>
          <a:noFill/>
          <a:ln w="19050" cap="flat" cmpd="sng">
            <a:solidFill>
              <a:schemeClr val="lt1"/>
            </a:solidFill>
            <a:prstDash val="solid"/>
            <a:round/>
            <a:headEnd type="none" w="med" len="med"/>
            <a:tailEnd type="none" w="med" len="med"/>
          </a:ln>
        </p:spPr>
      </p:cxnSp>
      <p:sp>
        <p:nvSpPr>
          <p:cNvPr id="706" name="Google Shape;706;p54"/>
          <p:cNvSpPr/>
          <p:nvPr/>
        </p:nvSpPr>
        <p:spPr>
          <a:xfrm>
            <a:off x="7423725" y="444575"/>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4"/>
          <p:cNvSpPr/>
          <p:nvPr/>
        </p:nvSpPr>
        <p:spPr>
          <a:xfrm rot="5400000">
            <a:off x="4853203" y="3628000"/>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 name="Google Shape;708;p54"/>
          <p:cNvGrpSpPr/>
          <p:nvPr/>
        </p:nvGrpSpPr>
        <p:grpSpPr>
          <a:xfrm>
            <a:off x="7300930" y="1889579"/>
            <a:ext cx="425106" cy="487778"/>
            <a:chOff x="5426676" y="2751222"/>
            <a:chExt cx="348020" cy="399294"/>
          </a:xfrm>
        </p:grpSpPr>
        <p:sp>
          <p:nvSpPr>
            <p:cNvPr id="709" name="Google Shape;709;p54"/>
            <p:cNvSpPr/>
            <p:nvPr/>
          </p:nvSpPr>
          <p:spPr>
            <a:xfrm>
              <a:off x="5426676" y="3103987"/>
              <a:ext cx="212509" cy="46528"/>
            </a:xfrm>
            <a:custGeom>
              <a:avLst/>
              <a:gdLst/>
              <a:ahLst/>
              <a:cxnLst/>
              <a:rect l="l" t="t" r="r" b="b"/>
              <a:pathLst>
                <a:path w="6312" h="1382" extrusionOk="0">
                  <a:moveTo>
                    <a:pt x="1" y="0"/>
                  </a:moveTo>
                  <a:lnTo>
                    <a:pt x="1" y="1382"/>
                  </a:lnTo>
                  <a:lnTo>
                    <a:pt x="6311" y="1382"/>
                  </a:lnTo>
                  <a:lnTo>
                    <a:pt x="63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4"/>
            <p:cNvSpPr/>
            <p:nvPr/>
          </p:nvSpPr>
          <p:spPr>
            <a:xfrm>
              <a:off x="5426676" y="2822563"/>
              <a:ext cx="212509" cy="258196"/>
            </a:xfrm>
            <a:custGeom>
              <a:avLst/>
              <a:gdLst/>
              <a:ahLst/>
              <a:cxnLst/>
              <a:rect l="l" t="t" r="r" b="b"/>
              <a:pathLst>
                <a:path w="6312" h="7669" extrusionOk="0">
                  <a:moveTo>
                    <a:pt x="1" y="1"/>
                  </a:moveTo>
                  <a:lnTo>
                    <a:pt x="1" y="7669"/>
                  </a:lnTo>
                  <a:lnTo>
                    <a:pt x="6311" y="7669"/>
                  </a:lnTo>
                  <a:lnTo>
                    <a:pt x="6311" y="4835"/>
                  </a:lnTo>
                  <a:lnTo>
                    <a:pt x="5526" y="4835"/>
                  </a:lnTo>
                  <a:lnTo>
                    <a:pt x="3382" y="5930"/>
                  </a:lnTo>
                  <a:lnTo>
                    <a:pt x="3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4"/>
            <p:cNvSpPr/>
            <p:nvPr/>
          </p:nvSpPr>
          <p:spPr>
            <a:xfrm>
              <a:off x="5620701" y="2809735"/>
              <a:ext cx="36125" cy="56157"/>
            </a:xfrm>
            <a:custGeom>
              <a:avLst/>
              <a:gdLst/>
              <a:ahLst/>
              <a:cxnLst/>
              <a:rect l="l" t="t" r="r" b="b"/>
              <a:pathLst>
                <a:path w="1073" h="1668" extrusionOk="0">
                  <a:moveTo>
                    <a:pt x="1072" y="0"/>
                  </a:moveTo>
                  <a:cubicBezTo>
                    <a:pt x="453" y="143"/>
                    <a:pt x="1" y="715"/>
                    <a:pt x="1" y="1382"/>
                  </a:cubicBezTo>
                  <a:cubicBezTo>
                    <a:pt x="1" y="1477"/>
                    <a:pt x="1" y="1572"/>
                    <a:pt x="25" y="1667"/>
                  </a:cubicBezTo>
                  <a:lnTo>
                    <a:pt x="1072" y="1096"/>
                  </a:lnTo>
                  <a:lnTo>
                    <a:pt x="10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4"/>
            <p:cNvSpPr/>
            <p:nvPr/>
          </p:nvSpPr>
          <p:spPr>
            <a:xfrm>
              <a:off x="5631138" y="2873063"/>
              <a:ext cx="25688" cy="30503"/>
            </a:xfrm>
            <a:custGeom>
              <a:avLst/>
              <a:gdLst/>
              <a:ahLst/>
              <a:cxnLst/>
              <a:rect l="l" t="t" r="r" b="b"/>
              <a:pathLst>
                <a:path w="763" h="906" extrusionOk="0">
                  <a:moveTo>
                    <a:pt x="762" y="1"/>
                  </a:moveTo>
                  <a:lnTo>
                    <a:pt x="0" y="406"/>
                  </a:lnTo>
                  <a:cubicBezTo>
                    <a:pt x="191" y="644"/>
                    <a:pt x="453" y="834"/>
                    <a:pt x="762" y="906"/>
                  </a:cubicBezTo>
                  <a:lnTo>
                    <a:pt x="7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4"/>
            <p:cNvSpPr/>
            <p:nvPr/>
          </p:nvSpPr>
          <p:spPr>
            <a:xfrm>
              <a:off x="5680830" y="2873063"/>
              <a:ext cx="25688" cy="30503"/>
            </a:xfrm>
            <a:custGeom>
              <a:avLst/>
              <a:gdLst/>
              <a:ahLst/>
              <a:cxnLst/>
              <a:rect l="l" t="t" r="r" b="b"/>
              <a:pathLst>
                <a:path w="763" h="906" extrusionOk="0">
                  <a:moveTo>
                    <a:pt x="1" y="1"/>
                  </a:moveTo>
                  <a:lnTo>
                    <a:pt x="1" y="906"/>
                  </a:lnTo>
                  <a:cubicBezTo>
                    <a:pt x="287" y="834"/>
                    <a:pt x="572" y="644"/>
                    <a:pt x="763" y="406"/>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4"/>
            <p:cNvSpPr/>
            <p:nvPr/>
          </p:nvSpPr>
          <p:spPr>
            <a:xfrm>
              <a:off x="5680830" y="2809735"/>
              <a:ext cx="40940" cy="56157"/>
            </a:xfrm>
            <a:custGeom>
              <a:avLst/>
              <a:gdLst/>
              <a:ahLst/>
              <a:cxnLst/>
              <a:rect l="l" t="t" r="r" b="b"/>
              <a:pathLst>
                <a:path w="1216" h="1668" extrusionOk="0">
                  <a:moveTo>
                    <a:pt x="1" y="0"/>
                  </a:moveTo>
                  <a:lnTo>
                    <a:pt x="1" y="1096"/>
                  </a:lnTo>
                  <a:lnTo>
                    <a:pt x="1049" y="1667"/>
                  </a:lnTo>
                  <a:cubicBezTo>
                    <a:pt x="1215" y="905"/>
                    <a:pt x="715" y="167"/>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4"/>
            <p:cNvSpPr/>
            <p:nvPr/>
          </p:nvSpPr>
          <p:spPr>
            <a:xfrm>
              <a:off x="5563769" y="2751222"/>
              <a:ext cx="210927" cy="232541"/>
            </a:xfrm>
            <a:custGeom>
              <a:avLst/>
              <a:gdLst/>
              <a:ahLst/>
              <a:cxnLst/>
              <a:rect l="l" t="t" r="r" b="b"/>
              <a:pathLst>
                <a:path w="6265" h="6907" extrusionOk="0">
                  <a:moveTo>
                    <a:pt x="3121" y="994"/>
                  </a:moveTo>
                  <a:cubicBezTo>
                    <a:pt x="4162" y="994"/>
                    <a:pt x="5204" y="1703"/>
                    <a:pt x="5264" y="3120"/>
                  </a:cubicBezTo>
                  <a:cubicBezTo>
                    <a:pt x="5264" y="4310"/>
                    <a:pt x="4287" y="5263"/>
                    <a:pt x="3121" y="5263"/>
                  </a:cubicBezTo>
                  <a:cubicBezTo>
                    <a:pt x="1954" y="5263"/>
                    <a:pt x="977" y="4310"/>
                    <a:pt x="977" y="3120"/>
                  </a:cubicBezTo>
                  <a:cubicBezTo>
                    <a:pt x="1037" y="1703"/>
                    <a:pt x="2079" y="994"/>
                    <a:pt x="3121" y="994"/>
                  </a:cubicBezTo>
                  <a:close/>
                  <a:moveTo>
                    <a:pt x="1" y="0"/>
                  </a:moveTo>
                  <a:lnTo>
                    <a:pt x="1" y="6906"/>
                  </a:lnTo>
                  <a:lnTo>
                    <a:pt x="1287" y="6263"/>
                  </a:lnTo>
                  <a:lnTo>
                    <a:pt x="6264" y="6263"/>
                  </a:lnTo>
                  <a:lnTo>
                    <a:pt x="6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 name="Google Shape;716;p54"/>
          <p:cNvGrpSpPr/>
          <p:nvPr/>
        </p:nvGrpSpPr>
        <p:grpSpPr>
          <a:xfrm>
            <a:off x="1460035" y="1593688"/>
            <a:ext cx="341829" cy="488807"/>
            <a:chOff x="6793702" y="3382180"/>
            <a:chExt cx="279844" cy="400137"/>
          </a:xfrm>
        </p:grpSpPr>
        <p:sp>
          <p:nvSpPr>
            <p:cNvPr id="717" name="Google Shape;717;p54"/>
            <p:cNvSpPr/>
            <p:nvPr/>
          </p:nvSpPr>
          <p:spPr>
            <a:xfrm>
              <a:off x="6827370" y="3538363"/>
              <a:ext cx="67369" cy="37169"/>
            </a:xfrm>
            <a:custGeom>
              <a:avLst/>
              <a:gdLst/>
              <a:ahLst/>
              <a:cxnLst/>
              <a:rect l="l" t="t" r="r" b="b"/>
              <a:pathLst>
                <a:path w="2001" h="1104" extrusionOk="0">
                  <a:moveTo>
                    <a:pt x="1167" y="1"/>
                  </a:moveTo>
                  <a:cubicBezTo>
                    <a:pt x="609" y="1"/>
                    <a:pt x="63" y="394"/>
                    <a:pt x="1" y="1030"/>
                  </a:cubicBezTo>
                  <a:cubicBezTo>
                    <a:pt x="75" y="1048"/>
                    <a:pt x="304" y="1104"/>
                    <a:pt x="591" y="1104"/>
                  </a:cubicBezTo>
                  <a:cubicBezTo>
                    <a:pt x="1037" y="1104"/>
                    <a:pt x="1625" y="971"/>
                    <a:pt x="2001" y="363"/>
                  </a:cubicBezTo>
                  <a:cubicBezTo>
                    <a:pt x="1768" y="114"/>
                    <a:pt x="1466"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4"/>
            <p:cNvSpPr/>
            <p:nvPr/>
          </p:nvSpPr>
          <p:spPr>
            <a:xfrm>
              <a:off x="6826562" y="3575430"/>
              <a:ext cx="79422" cy="102652"/>
            </a:xfrm>
            <a:custGeom>
              <a:avLst/>
              <a:gdLst/>
              <a:ahLst/>
              <a:cxnLst/>
              <a:rect l="l" t="t" r="r" b="b"/>
              <a:pathLst>
                <a:path w="2359" h="3049" extrusionOk="0">
                  <a:moveTo>
                    <a:pt x="2358" y="0"/>
                  </a:moveTo>
                  <a:cubicBezTo>
                    <a:pt x="1917" y="478"/>
                    <a:pt x="1235" y="701"/>
                    <a:pt x="574" y="701"/>
                  </a:cubicBezTo>
                  <a:cubicBezTo>
                    <a:pt x="379" y="701"/>
                    <a:pt x="185" y="681"/>
                    <a:pt x="1" y="643"/>
                  </a:cubicBezTo>
                  <a:lnTo>
                    <a:pt x="1" y="905"/>
                  </a:lnTo>
                  <a:cubicBezTo>
                    <a:pt x="1" y="1548"/>
                    <a:pt x="525" y="2072"/>
                    <a:pt x="1168" y="2072"/>
                  </a:cubicBezTo>
                  <a:cubicBezTo>
                    <a:pt x="858" y="2072"/>
                    <a:pt x="572" y="2143"/>
                    <a:pt x="310" y="2239"/>
                  </a:cubicBezTo>
                  <a:cubicBezTo>
                    <a:pt x="358" y="2691"/>
                    <a:pt x="715" y="3048"/>
                    <a:pt x="1191" y="3048"/>
                  </a:cubicBezTo>
                  <a:cubicBezTo>
                    <a:pt x="1668" y="3048"/>
                    <a:pt x="2049" y="2667"/>
                    <a:pt x="2049" y="2191"/>
                  </a:cubicBezTo>
                  <a:lnTo>
                    <a:pt x="2049" y="2072"/>
                  </a:lnTo>
                  <a:lnTo>
                    <a:pt x="1191" y="2072"/>
                  </a:lnTo>
                  <a:cubicBezTo>
                    <a:pt x="1834" y="2072"/>
                    <a:pt x="2358" y="1548"/>
                    <a:pt x="2358" y="905"/>
                  </a:cubicBezTo>
                  <a:cubicBezTo>
                    <a:pt x="2358" y="882"/>
                    <a:pt x="2358" y="23"/>
                    <a:pt x="2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4"/>
            <p:cNvSpPr/>
            <p:nvPr/>
          </p:nvSpPr>
          <p:spPr>
            <a:xfrm>
              <a:off x="6793702" y="3601085"/>
              <a:ext cx="206079" cy="181232"/>
            </a:xfrm>
            <a:custGeom>
              <a:avLst/>
              <a:gdLst/>
              <a:ahLst/>
              <a:cxnLst/>
              <a:rect l="l" t="t" r="r" b="b"/>
              <a:pathLst>
                <a:path w="6121" h="5383" extrusionOk="0">
                  <a:moveTo>
                    <a:pt x="4716" y="0"/>
                  </a:moveTo>
                  <a:lnTo>
                    <a:pt x="4716" y="1310"/>
                  </a:lnTo>
                  <a:lnTo>
                    <a:pt x="3715" y="1310"/>
                  </a:lnTo>
                  <a:cubicBezTo>
                    <a:pt x="3756" y="2375"/>
                    <a:pt x="2944" y="2986"/>
                    <a:pt x="2132" y="2986"/>
                  </a:cubicBezTo>
                  <a:cubicBezTo>
                    <a:pt x="1527" y="2986"/>
                    <a:pt x="921" y="2647"/>
                    <a:pt x="667" y="1905"/>
                  </a:cubicBezTo>
                  <a:cubicBezTo>
                    <a:pt x="262" y="2286"/>
                    <a:pt x="0" y="2858"/>
                    <a:pt x="0" y="3453"/>
                  </a:cubicBezTo>
                  <a:lnTo>
                    <a:pt x="0" y="5382"/>
                  </a:lnTo>
                  <a:lnTo>
                    <a:pt x="4335" y="5382"/>
                  </a:lnTo>
                  <a:lnTo>
                    <a:pt x="4335" y="3144"/>
                  </a:lnTo>
                  <a:lnTo>
                    <a:pt x="5144" y="2929"/>
                  </a:lnTo>
                  <a:cubicBezTo>
                    <a:pt x="5716" y="2787"/>
                    <a:pt x="6121" y="2286"/>
                    <a:pt x="6121" y="1691"/>
                  </a:cubicBezTo>
                  <a:lnTo>
                    <a:pt x="612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4"/>
            <p:cNvSpPr/>
            <p:nvPr/>
          </p:nvSpPr>
          <p:spPr>
            <a:xfrm>
              <a:off x="6878679" y="3382180"/>
              <a:ext cx="194867" cy="195676"/>
            </a:xfrm>
            <a:custGeom>
              <a:avLst/>
              <a:gdLst/>
              <a:ahLst/>
              <a:cxnLst/>
              <a:rect l="l" t="t" r="r" b="b"/>
              <a:pathLst>
                <a:path w="5788" h="5812" extrusionOk="0">
                  <a:moveTo>
                    <a:pt x="1" y="1"/>
                  </a:moveTo>
                  <a:lnTo>
                    <a:pt x="1" y="3811"/>
                  </a:lnTo>
                  <a:lnTo>
                    <a:pt x="2549" y="3811"/>
                  </a:lnTo>
                  <a:lnTo>
                    <a:pt x="2549" y="4859"/>
                  </a:lnTo>
                  <a:cubicBezTo>
                    <a:pt x="2334" y="4978"/>
                    <a:pt x="2192" y="5216"/>
                    <a:pt x="2192" y="5454"/>
                  </a:cubicBezTo>
                  <a:lnTo>
                    <a:pt x="2192" y="5812"/>
                  </a:lnTo>
                  <a:lnTo>
                    <a:pt x="3597" y="5812"/>
                  </a:lnTo>
                  <a:lnTo>
                    <a:pt x="3597" y="5454"/>
                  </a:lnTo>
                  <a:cubicBezTo>
                    <a:pt x="3597" y="5216"/>
                    <a:pt x="3454" y="4978"/>
                    <a:pt x="3239" y="4859"/>
                  </a:cubicBezTo>
                  <a:lnTo>
                    <a:pt x="3239" y="3811"/>
                  </a:lnTo>
                  <a:lnTo>
                    <a:pt x="5788" y="3811"/>
                  </a:lnTo>
                  <a:lnTo>
                    <a:pt x="57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 name="Google Shape;721;p54"/>
          <p:cNvGrpSpPr/>
          <p:nvPr/>
        </p:nvGrpSpPr>
        <p:grpSpPr>
          <a:xfrm>
            <a:off x="3347781" y="1889578"/>
            <a:ext cx="487738" cy="487781"/>
            <a:chOff x="7385405" y="2751222"/>
            <a:chExt cx="399294" cy="399297"/>
          </a:xfrm>
        </p:grpSpPr>
        <p:sp>
          <p:nvSpPr>
            <p:cNvPr id="722" name="Google Shape;722;p54"/>
            <p:cNvSpPr/>
            <p:nvPr/>
          </p:nvSpPr>
          <p:spPr>
            <a:xfrm>
              <a:off x="7511287" y="2907539"/>
              <a:ext cx="32085" cy="42522"/>
            </a:xfrm>
            <a:custGeom>
              <a:avLst/>
              <a:gdLst/>
              <a:ahLst/>
              <a:cxnLst/>
              <a:rect l="l" t="t" r="r" b="b"/>
              <a:pathLst>
                <a:path w="953" h="1263" extrusionOk="0">
                  <a:moveTo>
                    <a:pt x="0" y="1"/>
                  </a:moveTo>
                  <a:cubicBezTo>
                    <a:pt x="96" y="549"/>
                    <a:pt x="477" y="1025"/>
                    <a:pt x="953" y="1263"/>
                  </a:cubicBezTo>
                  <a:cubicBezTo>
                    <a:pt x="834" y="858"/>
                    <a:pt x="762" y="429"/>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4"/>
            <p:cNvSpPr/>
            <p:nvPr/>
          </p:nvSpPr>
          <p:spPr>
            <a:xfrm>
              <a:off x="7597879" y="2841820"/>
              <a:ext cx="32085" cy="42522"/>
            </a:xfrm>
            <a:custGeom>
              <a:avLst/>
              <a:gdLst/>
              <a:ahLst/>
              <a:cxnLst/>
              <a:rect l="l" t="t" r="r" b="b"/>
              <a:pathLst>
                <a:path w="953" h="1263" extrusionOk="0">
                  <a:moveTo>
                    <a:pt x="0" y="0"/>
                  </a:moveTo>
                  <a:cubicBezTo>
                    <a:pt x="119" y="405"/>
                    <a:pt x="191" y="834"/>
                    <a:pt x="215" y="1262"/>
                  </a:cubicBezTo>
                  <a:lnTo>
                    <a:pt x="953" y="1262"/>
                  </a:lnTo>
                  <a:cubicBezTo>
                    <a:pt x="834" y="714"/>
                    <a:pt x="477" y="26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4"/>
            <p:cNvSpPr/>
            <p:nvPr/>
          </p:nvSpPr>
          <p:spPr>
            <a:xfrm>
              <a:off x="7511287" y="2841820"/>
              <a:ext cx="32085" cy="42522"/>
            </a:xfrm>
            <a:custGeom>
              <a:avLst/>
              <a:gdLst/>
              <a:ahLst/>
              <a:cxnLst/>
              <a:rect l="l" t="t" r="r" b="b"/>
              <a:pathLst>
                <a:path w="953" h="1263" extrusionOk="0">
                  <a:moveTo>
                    <a:pt x="953" y="0"/>
                  </a:moveTo>
                  <a:lnTo>
                    <a:pt x="953" y="0"/>
                  </a:lnTo>
                  <a:cubicBezTo>
                    <a:pt x="477" y="262"/>
                    <a:pt x="96" y="714"/>
                    <a:pt x="0" y="1262"/>
                  </a:cubicBezTo>
                  <a:lnTo>
                    <a:pt x="739" y="1262"/>
                  </a:lnTo>
                  <a:cubicBezTo>
                    <a:pt x="762" y="834"/>
                    <a:pt x="834" y="405"/>
                    <a:pt x="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4"/>
            <p:cNvSpPr/>
            <p:nvPr/>
          </p:nvSpPr>
          <p:spPr>
            <a:xfrm>
              <a:off x="7559397" y="2835390"/>
              <a:ext cx="22456" cy="48953"/>
            </a:xfrm>
            <a:custGeom>
              <a:avLst/>
              <a:gdLst/>
              <a:ahLst/>
              <a:cxnLst/>
              <a:rect l="l" t="t" r="r" b="b"/>
              <a:pathLst>
                <a:path w="667" h="1454" extrusionOk="0">
                  <a:moveTo>
                    <a:pt x="334" y="1"/>
                  </a:moveTo>
                  <a:cubicBezTo>
                    <a:pt x="143" y="477"/>
                    <a:pt x="24" y="953"/>
                    <a:pt x="0" y="1453"/>
                  </a:cubicBezTo>
                  <a:lnTo>
                    <a:pt x="667" y="1453"/>
                  </a:lnTo>
                  <a:cubicBezTo>
                    <a:pt x="619" y="953"/>
                    <a:pt x="524" y="477"/>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4"/>
            <p:cNvSpPr/>
            <p:nvPr/>
          </p:nvSpPr>
          <p:spPr>
            <a:xfrm>
              <a:off x="7597879" y="2907539"/>
              <a:ext cx="32085" cy="42522"/>
            </a:xfrm>
            <a:custGeom>
              <a:avLst/>
              <a:gdLst/>
              <a:ahLst/>
              <a:cxnLst/>
              <a:rect l="l" t="t" r="r" b="b"/>
              <a:pathLst>
                <a:path w="953" h="1263" extrusionOk="0">
                  <a:moveTo>
                    <a:pt x="215" y="1"/>
                  </a:moveTo>
                  <a:cubicBezTo>
                    <a:pt x="191" y="429"/>
                    <a:pt x="119" y="858"/>
                    <a:pt x="0" y="1263"/>
                  </a:cubicBezTo>
                  <a:cubicBezTo>
                    <a:pt x="477" y="1025"/>
                    <a:pt x="834" y="549"/>
                    <a:pt x="9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4"/>
            <p:cNvSpPr/>
            <p:nvPr/>
          </p:nvSpPr>
          <p:spPr>
            <a:xfrm>
              <a:off x="7559397" y="2907539"/>
              <a:ext cx="22456" cy="48953"/>
            </a:xfrm>
            <a:custGeom>
              <a:avLst/>
              <a:gdLst/>
              <a:ahLst/>
              <a:cxnLst/>
              <a:rect l="l" t="t" r="r" b="b"/>
              <a:pathLst>
                <a:path w="667" h="1454" extrusionOk="0">
                  <a:moveTo>
                    <a:pt x="0" y="1"/>
                  </a:moveTo>
                  <a:cubicBezTo>
                    <a:pt x="24" y="501"/>
                    <a:pt x="143" y="977"/>
                    <a:pt x="334" y="1454"/>
                  </a:cubicBezTo>
                  <a:cubicBezTo>
                    <a:pt x="524" y="977"/>
                    <a:pt x="619" y="501"/>
                    <a:pt x="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4"/>
            <p:cNvSpPr/>
            <p:nvPr/>
          </p:nvSpPr>
          <p:spPr>
            <a:xfrm>
              <a:off x="7385405" y="2751222"/>
              <a:ext cx="367245" cy="399297"/>
            </a:xfrm>
            <a:custGeom>
              <a:avLst/>
              <a:gdLst/>
              <a:ahLst/>
              <a:cxnLst/>
              <a:rect l="l" t="t" r="r" b="b"/>
              <a:pathLst>
                <a:path w="10908" h="11860" extrusionOk="0">
                  <a:moveTo>
                    <a:pt x="3072" y="1500"/>
                  </a:moveTo>
                  <a:lnTo>
                    <a:pt x="3072" y="2191"/>
                  </a:lnTo>
                  <a:lnTo>
                    <a:pt x="1382" y="2191"/>
                  </a:lnTo>
                  <a:lnTo>
                    <a:pt x="1382" y="1500"/>
                  </a:lnTo>
                  <a:close/>
                  <a:moveTo>
                    <a:pt x="2072" y="2977"/>
                  </a:moveTo>
                  <a:lnTo>
                    <a:pt x="2072" y="5620"/>
                  </a:lnTo>
                  <a:lnTo>
                    <a:pt x="1382" y="5620"/>
                  </a:lnTo>
                  <a:lnTo>
                    <a:pt x="1382" y="2977"/>
                  </a:lnTo>
                  <a:close/>
                  <a:moveTo>
                    <a:pt x="5499" y="1828"/>
                  </a:moveTo>
                  <a:cubicBezTo>
                    <a:pt x="6710" y="1828"/>
                    <a:pt x="7919" y="2655"/>
                    <a:pt x="7978" y="4310"/>
                  </a:cubicBezTo>
                  <a:cubicBezTo>
                    <a:pt x="7978" y="5668"/>
                    <a:pt x="6883" y="6787"/>
                    <a:pt x="5502" y="6787"/>
                  </a:cubicBezTo>
                  <a:cubicBezTo>
                    <a:pt x="4120" y="6787"/>
                    <a:pt x="3001" y="5668"/>
                    <a:pt x="3001" y="4310"/>
                  </a:cubicBezTo>
                  <a:cubicBezTo>
                    <a:pt x="3072" y="2655"/>
                    <a:pt x="4287" y="1828"/>
                    <a:pt x="5499" y="1828"/>
                  </a:cubicBezTo>
                  <a:close/>
                  <a:moveTo>
                    <a:pt x="3072" y="6573"/>
                  </a:moveTo>
                  <a:lnTo>
                    <a:pt x="3072" y="7263"/>
                  </a:lnTo>
                  <a:lnTo>
                    <a:pt x="1382" y="7263"/>
                  </a:lnTo>
                  <a:lnTo>
                    <a:pt x="1382" y="6573"/>
                  </a:lnTo>
                  <a:close/>
                  <a:moveTo>
                    <a:pt x="4216" y="7978"/>
                  </a:moveTo>
                  <a:lnTo>
                    <a:pt x="4216" y="8668"/>
                  </a:lnTo>
                  <a:lnTo>
                    <a:pt x="1382" y="8668"/>
                  </a:lnTo>
                  <a:lnTo>
                    <a:pt x="1382" y="7978"/>
                  </a:lnTo>
                  <a:close/>
                  <a:moveTo>
                    <a:pt x="7883" y="7978"/>
                  </a:moveTo>
                  <a:lnTo>
                    <a:pt x="7883" y="8668"/>
                  </a:lnTo>
                  <a:lnTo>
                    <a:pt x="5144" y="8668"/>
                  </a:lnTo>
                  <a:lnTo>
                    <a:pt x="5144" y="7978"/>
                  </a:lnTo>
                  <a:close/>
                  <a:moveTo>
                    <a:pt x="4216" y="9359"/>
                  </a:moveTo>
                  <a:lnTo>
                    <a:pt x="4216" y="10050"/>
                  </a:lnTo>
                  <a:lnTo>
                    <a:pt x="1382" y="10050"/>
                  </a:lnTo>
                  <a:lnTo>
                    <a:pt x="1382" y="9359"/>
                  </a:lnTo>
                  <a:close/>
                  <a:moveTo>
                    <a:pt x="7883" y="9359"/>
                  </a:moveTo>
                  <a:lnTo>
                    <a:pt x="7883" y="10050"/>
                  </a:lnTo>
                  <a:lnTo>
                    <a:pt x="5144" y="10050"/>
                  </a:lnTo>
                  <a:lnTo>
                    <a:pt x="5144" y="9359"/>
                  </a:lnTo>
                  <a:close/>
                  <a:moveTo>
                    <a:pt x="0" y="0"/>
                  </a:moveTo>
                  <a:lnTo>
                    <a:pt x="0" y="9812"/>
                  </a:lnTo>
                  <a:cubicBezTo>
                    <a:pt x="0" y="10955"/>
                    <a:pt x="905" y="11860"/>
                    <a:pt x="2048" y="11860"/>
                  </a:cubicBezTo>
                  <a:lnTo>
                    <a:pt x="10907" y="11860"/>
                  </a:lnTo>
                  <a:cubicBezTo>
                    <a:pt x="10360" y="11860"/>
                    <a:pt x="9883" y="11598"/>
                    <a:pt x="9574" y="11169"/>
                  </a:cubicBezTo>
                  <a:cubicBezTo>
                    <a:pt x="9383" y="10907"/>
                    <a:pt x="9264" y="10574"/>
                    <a:pt x="9264" y="10216"/>
                  </a:cubicBezTo>
                  <a:lnTo>
                    <a:pt x="9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4"/>
            <p:cNvSpPr/>
            <p:nvPr/>
          </p:nvSpPr>
          <p:spPr>
            <a:xfrm>
              <a:off x="7720529" y="3000561"/>
              <a:ext cx="64170" cy="126724"/>
            </a:xfrm>
            <a:custGeom>
              <a:avLst/>
              <a:gdLst/>
              <a:ahLst/>
              <a:cxnLst/>
              <a:rect l="l" t="t" r="r" b="b"/>
              <a:pathLst>
                <a:path w="1906" h="3764" extrusionOk="0">
                  <a:moveTo>
                    <a:pt x="1" y="0"/>
                  </a:moveTo>
                  <a:lnTo>
                    <a:pt x="1" y="2810"/>
                  </a:lnTo>
                  <a:cubicBezTo>
                    <a:pt x="1" y="3334"/>
                    <a:pt x="430" y="3763"/>
                    <a:pt x="930" y="3763"/>
                  </a:cubicBezTo>
                  <a:cubicBezTo>
                    <a:pt x="944" y="3764"/>
                    <a:pt x="959" y="3764"/>
                    <a:pt x="973" y="3764"/>
                  </a:cubicBezTo>
                  <a:cubicBezTo>
                    <a:pt x="1500" y="3764"/>
                    <a:pt x="1906" y="3344"/>
                    <a:pt x="1906" y="2810"/>
                  </a:cubicBezTo>
                  <a:lnTo>
                    <a:pt x="1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 name="Google Shape;730;p54"/>
          <p:cNvGrpSpPr/>
          <p:nvPr/>
        </p:nvGrpSpPr>
        <p:grpSpPr>
          <a:xfrm>
            <a:off x="5302648" y="1594070"/>
            <a:ext cx="499500" cy="488027"/>
            <a:chOff x="3412632" y="1528527"/>
            <a:chExt cx="408923" cy="399498"/>
          </a:xfrm>
        </p:grpSpPr>
        <p:sp>
          <p:nvSpPr>
            <p:cNvPr id="731" name="Google Shape;731;p54"/>
            <p:cNvSpPr/>
            <p:nvPr/>
          </p:nvSpPr>
          <p:spPr>
            <a:xfrm>
              <a:off x="3686852" y="1528527"/>
              <a:ext cx="44104" cy="58548"/>
            </a:xfrm>
            <a:custGeom>
              <a:avLst/>
              <a:gdLst/>
              <a:ahLst/>
              <a:cxnLst/>
              <a:rect l="l" t="t" r="r" b="b"/>
              <a:pathLst>
                <a:path w="1310" h="1739" extrusionOk="0">
                  <a:moveTo>
                    <a:pt x="691" y="0"/>
                  </a:moveTo>
                  <a:lnTo>
                    <a:pt x="0" y="1429"/>
                  </a:lnTo>
                  <a:lnTo>
                    <a:pt x="619" y="1739"/>
                  </a:lnTo>
                  <a:lnTo>
                    <a:pt x="1310" y="31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4"/>
            <p:cNvSpPr/>
            <p:nvPr/>
          </p:nvSpPr>
          <p:spPr>
            <a:xfrm>
              <a:off x="3762200" y="1619125"/>
              <a:ext cx="59356" cy="44104"/>
            </a:xfrm>
            <a:custGeom>
              <a:avLst/>
              <a:gdLst/>
              <a:ahLst/>
              <a:cxnLst/>
              <a:rect l="l" t="t" r="r" b="b"/>
              <a:pathLst>
                <a:path w="1763" h="1310" extrusionOk="0">
                  <a:moveTo>
                    <a:pt x="1453" y="0"/>
                  </a:moveTo>
                  <a:lnTo>
                    <a:pt x="1" y="691"/>
                  </a:lnTo>
                  <a:lnTo>
                    <a:pt x="310" y="1310"/>
                  </a:lnTo>
                  <a:lnTo>
                    <a:pt x="1763" y="619"/>
                  </a:lnTo>
                  <a:lnTo>
                    <a:pt x="1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4"/>
            <p:cNvSpPr/>
            <p:nvPr/>
          </p:nvSpPr>
          <p:spPr>
            <a:xfrm>
              <a:off x="3728532" y="1565393"/>
              <a:ext cx="55349" cy="55349"/>
            </a:xfrm>
            <a:custGeom>
              <a:avLst/>
              <a:gdLst/>
              <a:ahLst/>
              <a:cxnLst/>
              <a:rect l="l" t="t" r="r" b="b"/>
              <a:pathLst>
                <a:path w="1644" h="1644" extrusionOk="0">
                  <a:moveTo>
                    <a:pt x="1167" y="1"/>
                  </a:moveTo>
                  <a:lnTo>
                    <a:pt x="1" y="1144"/>
                  </a:lnTo>
                  <a:lnTo>
                    <a:pt x="501" y="1644"/>
                  </a:lnTo>
                  <a:lnTo>
                    <a:pt x="1644" y="501"/>
                  </a:lnTo>
                  <a:lnTo>
                    <a:pt x="11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4"/>
            <p:cNvSpPr/>
            <p:nvPr/>
          </p:nvSpPr>
          <p:spPr>
            <a:xfrm>
              <a:off x="3412632" y="1547751"/>
              <a:ext cx="236548" cy="254190"/>
            </a:xfrm>
            <a:custGeom>
              <a:avLst/>
              <a:gdLst/>
              <a:ahLst/>
              <a:cxnLst/>
              <a:rect l="l" t="t" r="r" b="b"/>
              <a:pathLst>
                <a:path w="7026" h="7550" extrusionOk="0">
                  <a:moveTo>
                    <a:pt x="5073" y="1"/>
                  </a:moveTo>
                  <a:cubicBezTo>
                    <a:pt x="4954" y="1"/>
                    <a:pt x="4859" y="48"/>
                    <a:pt x="4764" y="120"/>
                  </a:cubicBezTo>
                  <a:lnTo>
                    <a:pt x="1906" y="3001"/>
                  </a:lnTo>
                  <a:lnTo>
                    <a:pt x="2239" y="3001"/>
                  </a:lnTo>
                  <a:cubicBezTo>
                    <a:pt x="3049" y="3001"/>
                    <a:pt x="3739" y="3525"/>
                    <a:pt x="4001" y="4240"/>
                  </a:cubicBezTo>
                  <a:lnTo>
                    <a:pt x="6716" y="1525"/>
                  </a:lnTo>
                  <a:cubicBezTo>
                    <a:pt x="7026" y="1215"/>
                    <a:pt x="6765" y="794"/>
                    <a:pt x="6443" y="794"/>
                  </a:cubicBezTo>
                  <a:cubicBezTo>
                    <a:pt x="6345" y="794"/>
                    <a:pt x="6240" y="834"/>
                    <a:pt x="6145" y="929"/>
                  </a:cubicBezTo>
                  <a:cubicBezTo>
                    <a:pt x="5978" y="1072"/>
                    <a:pt x="4216" y="2858"/>
                    <a:pt x="4144" y="2930"/>
                  </a:cubicBezTo>
                  <a:cubicBezTo>
                    <a:pt x="4025" y="2811"/>
                    <a:pt x="3787" y="2549"/>
                    <a:pt x="3644" y="2430"/>
                  </a:cubicBezTo>
                  <a:lnTo>
                    <a:pt x="5359" y="739"/>
                  </a:lnTo>
                  <a:cubicBezTo>
                    <a:pt x="5621" y="477"/>
                    <a:pt x="5454" y="1"/>
                    <a:pt x="5073" y="1"/>
                  </a:cubicBezTo>
                  <a:close/>
                  <a:moveTo>
                    <a:pt x="1048" y="1049"/>
                  </a:moveTo>
                  <a:lnTo>
                    <a:pt x="1048" y="3835"/>
                  </a:lnTo>
                  <a:cubicBezTo>
                    <a:pt x="48" y="4740"/>
                    <a:pt x="1" y="6335"/>
                    <a:pt x="953" y="7288"/>
                  </a:cubicBezTo>
                  <a:lnTo>
                    <a:pt x="1239" y="7550"/>
                  </a:lnTo>
                  <a:cubicBezTo>
                    <a:pt x="1358" y="7121"/>
                    <a:pt x="1572" y="6716"/>
                    <a:pt x="1906" y="6359"/>
                  </a:cubicBezTo>
                  <a:lnTo>
                    <a:pt x="1906" y="3001"/>
                  </a:lnTo>
                  <a:lnTo>
                    <a:pt x="1906" y="2168"/>
                  </a:lnTo>
                  <a:cubicBezTo>
                    <a:pt x="1906" y="1668"/>
                    <a:pt x="1549" y="1191"/>
                    <a:pt x="1048" y="104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4"/>
            <p:cNvSpPr/>
            <p:nvPr/>
          </p:nvSpPr>
          <p:spPr>
            <a:xfrm>
              <a:off x="3470372" y="1642356"/>
              <a:ext cx="256580" cy="285669"/>
            </a:xfrm>
            <a:custGeom>
              <a:avLst/>
              <a:gdLst/>
              <a:ahLst/>
              <a:cxnLst/>
              <a:rect l="l" t="t" r="r" b="b"/>
              <a:pathLst>
                <a:path w="7621" h="8485" extrusionOk="0">
                  <a:moveTo>
                    <a:pt x="4889" y="0"/>
                  </a:moveTo>
                  <a:cubicBezTo>
                    <a:pt x="4793" y="0"/>
                    <a:pt x="4697" y="30"/>
                    <a:pt x="4620" y="96"/>
                  </a:cubicBezTo>
                  <a:cubicBezTo>
                    <a:pt x="4025" y="691"/>
                    <a:pt x="2334" y="2382"/>
                    <a:pt x="1715" y="3001"/>
                  </a:cubicBezTo>
                  <a:lnTo>
                    <a:pt x="1715" y="2073"/>
                  </a:lnTo>
                  <a:cubicBezTo>
                    <a:pt x="1715" y="1549"/>
                    <a:pt x="1358" y="1096"/>
                    <a:pt x="881" y="953"/>
                  </a:cubicBezTo>
                  <a:lnTo>
                    <a:pt x="881" y="3835"/>
                  </a:lnTo>
                  <a:cubicBezTo>
                    <a:pt x="453" y="4216"/>
                    <a:pt x="191" y="4716"/>
                    <a:pt x="119" y="5288"/>
                  </a:cubicBezTo>
                  <a:cubicBezTo>
                    <a:pt x="0" y="5978"/>
                    <a:pt x="238" y="6740"/>
                    <a:pt x="786" y="7288"/>
                  </a:cubicBezTo>
                  <a:lnTo>
                    <a:pt x="1286" y="7788"/>
                  </a:lnTo>
                  <a:cubicBezTo>
                    <a:pt x="1751" y="8252"/>
                    <a:pt x="2358" y="8485"/>
                    <a:pt x="2962" y="8485"/>
                  </a:cubicBezTo>
                  <a:cubicBezTo>
                    <a:pt x="3566" y="8485"/>
                    <a:pt x="4168" y="8252"/>
                    <a:pt x="4620" y="7788"/>
                  </a:cubicBezTo>
                  <a:lnTo>
                    <a:pt x="7454" y="4954"/>
                  </a:lnTo>
                  <a:cubicBezTo>
                    <a:pt x="7621" y="4787"/>
                    <a:pt x="7621" y="4525"/>
                    <a:pt x="7478" y="4359"/>
                  </a:cubicBezTo>
                  <a:cubicBezTo>
                    <a:pt x="7395" y="4275"/>
                    <a:pt x="7282" y="4234"/>
                    <a:pt x="7168" y="4234"/>
                  </a:cubicBezTo>
                  <a:cubicBezTo>
                    <a:pt x="7055" y="4234"/>
                    <a:pt x="6942" y="4275"/>
                    <a:pt x="6859" y="4359"/>
                  </a:cubicBezTo>
                  <a:lnTo>
                    <a:pt x="5811" y="5407"/>
                  </a:lnTo>
                  <a:lnTo>
                    <a:pt x="5311" y="4930"/>
                  </a:lnTo>
                  <a:lnTo>
                    <a:pt x="6930" y="3311"/>
                  </a:lnTo>
                  <a:cubicBezTo>
                    <a:pt x="7192" y="3049"/>
                    <a:pt x="7026" y="2597"/>
                    <a:pt x="6644" y="2597"/>
                  </a:cubicBezTo>
                  <a:cubicBezTo>
                    <a:pt x="6624" y="2592"/>
                    <a:pt x="6604" y="2590"/>
                    <a:pt x="6585" y="2590"/>
                  </a:cubicBezTo>
                  <a:cubicBezTo>
                    <a:pt x="6493" y="2590"/>
                    <a:pt x="6414" y="2637"/>
                    <a:pt x="6335" y="2716"/>
                  </a:cubicBezTo>
                  <a:lnTo>
                    <a:pt x="4716" y="4335"/>
                  </a:lnTo>
                  <a:lnTo>
                    <a:pt x="4239" y="3835"/>
                  </a:lnTo>
                  <a:lnTo>
                    <a:pt x="6549" y="1525"/>
                  </a:lnTo>
                  <a:cubicBezTo>
                    <a:pt x="6857" y="1199"/>
                    <a:pt x="6601" y="791"/>
                    <a:pt x="6272" y="791"/>
                  </a:cubicBezTo>
                  <a:cubicBezTo>
                    <a:pt x="6168" y="791"/>
                    <a:pt x="6057" y="832"/>
                    <a:pt x="5954" y="930"/>
                  </a:cubicBezTo>
                  <a:cubicBezTo>
                    <a:pt x="5716" y="1168"/>
                    <a:pt x="4144" y="2739"/>
                    <a:pt x="3644" y="3240"/>
                  </a:cubicBezTo>
                  <a:lnTo>
                    <a:pt x="3144" y="2763"/>
                  </a:lnTo>
                  <a:lnTo>
                    <a:pt x="5168" y="715"/>
                  </a:lnTo>
                  <a:cubicBezTo>
                    <a:pt x="5335" y="548"/>
                    <a:pt x="5359" y="287"/>
                    <a:pt x="5192" y="120"/>
                  </a:cubicBezTo>
                  <a:cubicBezTo>
                    <a:pt x="5114" y="42"/>
                    <a:pt x="5002" y="0"/>
                    <a:pt x="48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 name="Google Shape;736;p54"/>
          <p:cNvSpPr txBox="1"/>
          <p:nvPr/>
        </p:nvSpPr>
        <p:spPr>
          <a:xfrm>
            <a:off x="712572" y="2850957"/>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Mercury</a:t>
            </a:r>
            <a:endParaRPr sz="2000" b="1">
              <a:solidFill>
                <a:schemeClr val="lt1"/>
              </a:solidFill>
              <a:latin typeface="Josefin Sans"/>
              <a:ea typeface="Josefin Sans"/>
              <a:cs typeface="Josefin Sans"/>
              <a:sym typeface="Josefin Sans"/>
            </a:endParaRPr>
          </a:p>
        </p:txBody>
      </p:sp>
      <p:sp>
        <p:nvSpPr>
          <p:cNvPr id="737" name="Google Shape;737;p54"/>
          <p:cNvSpPr txBox="1"/>
          <p:nvPr/>
        </p:nvSpPr>
        <p:spPr>
          <a:xfrm>
            <a:off x="2672750" y="3155757"/>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Earth</a:t>
            </a:r>
            <a:endParaRPr sz="2000" b="1">
              <a:solidFill>
                <a:schemeClr val="lt1"/>
              </a:solidFill>
              <a:latin typeface="Josefin Sans"/>
              <a:ea typeface="Josefin Sans"/>
              <a:cs typeface="Josefin Sans"/>
              <a:sym typeface="Josefin Sans"/>
            </a:endParaRPr>
          </a:p>
        </p:txBody>
      </p:sp>
      <p:sp>
        <p:nvSpPr>
          <p:cNvPr id="738" name="Google Shape;738;p54"/>
          <p:cNvSpPr txBox="1"/>
          <p:nvPr/>
        </p:nvSpPr>
        <p:spPr>
          <a:xfrm>
            <a:off x="4633450" y="2850944"/>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Saturn</a:t>
            </a:r>
            <a:endParaRPr sz="2000" b="1">
              <a:solidFill>
                <a:schemeClr val="lt1"/>
              </a:solidFill>
              <a:latin typeface="Josefin Sans"/>
              <a:ea typeface="Josefin Sans"/>
              <a:cs typeface="Josefin Sans"/>
              <a:sym typeface="Josefin Sans"/>
            </a:endParaRPr>
          </a:p>
        </p:txBody>
      </p:sp>
      <p:sp>
        <p:nvSpPr>
          <p:cNvPr id="739" name="Google Shape;739;p54"/>
          <p:cNvSpPr txBox="1"/>
          <p:nvPr/>
        </p:nvSpPr>
        <p:spPr>
          <a:xfrm>
            <a:off x="6593250" y="3155744"/>
            <a:ext cx="1837800" cy="33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Neptune</a:t>
            </a:r>
            <a:endParaRPr sz="2000" b="1">
              <a:solidFill>
                <a:schemeClr val="lt1"/>
              </a:solidFill>
              <a:latin typeface="Josefin Sans"/>
              <a:ea typeface="Josefin Sans"/>
              <a:cs typeface="Josefin Sans"/>
              <a:sym typeface="Josefin Sans"/>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743"/>
        <p:cNvGrpSpPr/>
        <p:nvPr/>
      </p:nvGrpSpPr>
      <p:grpSpPr>
        <a:xfrm>
          <a:off x="0" y="0"/>
          <a:ext cx="0" cy="0"/>
          <a:chOff x="0" y="0"/>
          <a:chExt cx="0" cy="0"/>
        </a:xfrm>
      </p:grpSpPr>
      <p:sp>
        <p:nvSpPr>
          <p:cNvPr id="744" name="Google Shape;744;p55"/>
          <p:cNvSpPr txBox="1">
            <a:spLocks noGrp="1"/>
          </p:cNvSpPr>
          <p:nvPr>
            <p:ph type="title"/>
          </p:nvPr>
        </p:nvSpPr>
        <p:spPr>
          <a:xfrm>
            <a:off x="4342350" y="3281250"/>
            <a:ext cx="3009300" cy="40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—Someone Famous</a:t>
            </a:r>
            <a:endParaRPr/>
          </a:p>
        </p:txBody>
      </p:sp>
      <p:sp>
        <p:nvSpPr>
          <p:cNvPr id="745" name="Google Shape;745;p55"/>
          <p:cNvSpPr txBox="1">
            <a:spLocks noGrp="1"/>
          </p:cNvSpPr>
          <p:nvPr>
            <p:ph type="subTitle" idx="1"/>
          </p:nvPr>
        </p:nvSpPr>
        <p:spPr>
          <a:xfrm>
            <a:off x="4342350" y="1462050"/>
            <a:ext cx="4087800" cy="166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pic>
        <p:nvPicPr>
          <p:cNvPr id="746" name="Google Shape;746;p55"/>
          <p:cNvPicPr preferRelativeResize="0"/>
          <p:nvPr/>
        </p:nvPicPr>
        <p:blipFill rotWithShape="1">
          <a:blip r:embed="rId3">
            <a:alphaModFix/>
          </a:blip>
          <a:srcRect l="2588" r="2597"/>
          <a:stretch/>
        </p:blipFill>
        <p:spPr>
          <a:xfrm>
            <a:off x="714000" y="0"/>
            <a:ext cx="3250476" cy="4605001"/>
          </a:xfrm>
          <a:prstGeom prst="rect">
            <a:avLst/>
          </a:prstGeom>
          <a:noFill/>
          <a:ln>
            <a:noFill/>
          </a:ln>
        </p:spPr>
      </p:pic>
      <p:sp>
        <p:nvSpPr>
          <p:cNvPr id="747" name="Google Shape;747;p55"/>
          <p:cNvSpPr/>
          <p:nvPr/>
        </p:nvSpPr>
        <p:spPr>
          <a:xfrm>
            <a:off x="3562800" y="3961625"/>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5"/>
          <p:cNvSpPr/>
          <p:nvPr/>
        </p:nvSpPr>
        <p:spPr>
          <a:xfrm>
            <a:off x="3339625" y="-85537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752"/>
        <p:cNvGrpSpPr/>
        <p:nvPr/>
      </p:nvGrpSpPr>
      <p:grpSpPr>
        <a:xfrm>
          <a:off x="0" y="0"/>
          <a:ext cx="0" cy="0"/>
          <a:chOff x="0" y="0"/>
          <a:chExt cx="0" cy="0"/>
        </a:xfrm>
      </p:grpSpPr>
      <p:sp>
        <p:nvSpPr>
          <p:cNvPr id="753" name="Google Shape;753;p56"/>
          <p:cNvSpPr/>
          <p:nvPr/>
        </p:nvSpPr>
        <p:spPr>
          <a:xfrm>
            <a:off x="6715950" y="1552233"/>
            <a:ext cx="1533900" cy="1534200"/>
          </a:xfrm>
          <a:prstGeom prst="donut">
            <a:avLst>
              <a:gd name="adj" fmla="val 19745"/>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54" name="Google Shape;754;p56"/>
          <p:cNvSpPr/>
          <p:nvPr/>
        </p:nvSpPr>
        <p:spPr>
          <a:xfrm>
            <a:off x="6715950" y="1552233"/>
            <a:ext cx="1533900" cy="1534200"/>
          </a:xfrm>
          <a:prstGeom prst="blockArc">
            <a:avLst>
              <a:gd name="adj1" fmla="val 16200655"/>
              <a:gd name="adj2" fmla="val 10614149"/>
              <a:gd name="adj3" fmla="val 19696"/>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55" name="Google Shape;755;p56"/>
          <p:cNvSpPr/>
          <p:nvPr/>
        </p:nvSpPr>
        <p:spPr>
          <a:xfrm>
            <a:off x="894150" y="1552233"/>
            <a:ext cx="1533900" cy="1534200"/>
          </a:xfrm>
          <a:prstGeom prst="donut">
            <a:avLst>
              <a:gd name="adj" fmla="val 19745"/>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56" name="Google Shape;756;p56"/>
          <p:cNvSpPr/>
          <p:nvPr/>
        </p:nvSpPr>
        <p:spPr>
          <a:xfrm>
            <a:off x="894150" y="1552233"/>
            <a:ext cx="1533900" cy="1534200"/>
          </a:xfrm>
          <a:prstGeom prst="blockArc">
            <a:avLst>
              <a:gd name="adj1" fmla="val 16200655"/>
              <a:gd name="adj2" fmla="val 3850145"/>
              <a:gd name="adj3" fmla="val 19754"/>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57" name="Google Shape;757;p56"/>
          <p:cNvSpPr/>
          <p:nvPr/>
        </p:nvSpPr>
        <p:spPr>
          <a:xfrm>
            <a:off x="2834750" y="1552233"/>
            <a:ext cx="1533900" cy="1534200"/>
          </a:xfrm>
          <a:prstGeom prst="donut">
            <a:avLst>
              <a:gd name="adj" fmla="val 19745"/>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58" name="Google Shape;758;p56"/>
          <p:cNvSpPr/>
          <p:nvPr/>
        </p:nvSpPr>
        <p:spPr>
          <a:xfrm>
            <a:off x="2834750" y="1552233"/>
            <a:ext cx="1533900" cy="1534200"/>
          </a:xfrm>
          <a:prstGeom prst="blockArc">
            <a:avLst>
              <a:gd name="adj1" fmla="val 16200655"/>
              <a:gd name="adj2" fmla="val 7723103"/>
              <a:gd name="adj3" fmla="val 19816"/>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59" name="Google Shape;759;p56"/>
          <p:cNvSpPr/>
          <p:nvPr/>
        </p:nvSpPr>
        <p:spPr>
          <a:xfrm>
            <a:off x="4775350" y="1552233"/>
            <a:ext cx="1533900" cy="1534200"/>
          </a:xfrm>
          <a:prstGeom prst="donut">
            <a:avLst>
              <a:gd name="adj" fmla="val 19745"/>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60" name="Google Shape;760;p56"/>
          <p:cNvSpPr/>
          <p:nvPr/>
        </p:nvSpPr>
        <p:spPr>
          <a:xfrm>
            <a:off x="4775350" y="1552233"/>
            <a:ext cx="1533900" cy="1534200"/>
          </a:xfrm>
          <a:prstGeom prst="blockArc">
            <a:avLst>
              <a:gd name="adj1" fmla="val 16200655"/>
              <a:gd name="adj2" fmla="val 1755669"/>
              <a:gd name="adj3" fmla="val 19778"/>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61" name="Google Shape;761;p56"/>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DID</a:t>
            </a:r>
            <a:r>
              <a:rPr lang="en"/>
              <a:t> </a:t>
            </a:r>
            <a:r>
              <a:rPr lang="en">
                <a:solidFill>
                  <a:schemeClr val="accent2"/>
                </a:solidFill>
              </a:rPr>
              <a:t>YOU </a:t>
            </a:r>
            <a:r>
              <a:rPr lang="en"/>
              <a:t>KNOW THIS?</a:t>
            </a:r>
            <a:endParaRPr/>
          </a:p>
        </p:txBody>
      </p:sp>
      <p:sp>
        <p:nvSpPr>
          <p:cNvPr id="762" name="Google Shape;762;p56"/>
          <p:cNvSpPr txBox="1">
            <a:spLocks noGrp="1"/>
          </p:cNvSpPr>
          <p:nvPr>
            <p:ph type="title" idx="2"/>
          </p:nvPr>
        </p:nvSpPr>
        <p:spPr>
          <a:xfrm>
            <a:off x="1229850" y="2120733"/>
            <a:ext cx="862500" cy="39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43%</a:t>
            </a:r>
            <a:endParaRPr/>
          </a:p>
        </p:txBody>
      </p:sp>
      <p:sp>
        <p:nvSpPr>
          <p:cNvPr id="763" name="Google Shape;763;p56"/>
          <p:cNvSpPr txBox="1">
            <a:spLocks noGrp="1"/>
          </p:cNvSpPr>
          <p:nvPr>
            <p:ph type="subTitle" idx="1"/>
          </p:nvPr>
        </p:nvSpPr>
        <p:spPr>
          <a:xfrm>
            <a:off x="744300" y="3782750"/>
            <a:ext cx="183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764" name="Google Shape;764;p56"/>
          <p:cNvSpPr txBox="1">
            <a:spLocks noGrp="1"/>
          </p:cNvSpPr>
          <p:nvPr>
            <p:ph type="subTitle" idx="3"/>
          </p:nvPr>
        </p:nvSpPr>
        <p:spPr>
          <a:xfrm>
            <a:off x="744300" y="3401175"/>
            <a:ext cx="1833600" cy="37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765" name="Google Shape;765;p56"/>
          <p:cNvSpPr txBox="1">
            <a:spLocks noGrp="1"/>
          </p:cNvSpPr>
          <p:nvPr>
            <p:ph type="title" idx="4"/>
          </p:nvPr>
        </p:nvSpPr>
        <p:spPr>
          <a:xfrm>
            <a:off x="3170450" y="2120733"/>
            <a:ext cx="862500" cy="39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57%</a:t>
            </a:r>
            <a:endParaRPr/>
          </a:p>
        </p:txBody>
      </p:sp>
      <p:sp>
        <p:nvSpPr>
          <p:cNvPr id="766" name="Google Shape;766;p56"/>
          <p:cNvSpPr txBox="1">
            <a:spLocks noGrp="1"/>
          </p:cNvSpPr>
          <p:nvPr>
            <p:ph type="subTitle" idx="5"/>
          </p:nvPr>
        </p:nvSpPr>
        <p:spPr>
          <a:xfrm>
            <a:off x="2684900" y="3782750"/>
            <a:ext cx="183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a:t>
            </a:r>
            <a:endParaRPr/>
          </a:p>
        </p:txBody>
      </p:sp>
      <p:sp>
        <p:nvSpPr>
          <p:cNvPr id="767" name="Google Shape;767;p56"/>
          <p:cNvSpPr txBox="1">
            <a:spLocks noGrp="1"/>
          </p:cNvSpPr>
          <p:nvPr>
            <p:ph type="subTitle" idx="6"/>
          </p:nvPr>
        </p:nvSpPr>
        <p:spPr>
          <a:xfrm>
            <a:off x="2684900" y="3401175"/>
            <a:ext cx="1833600" cy="37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a:t>
            </a:r>
            <a:endParaRPr/>
          </a:p>
        </p:txBody>
      </p:sp>
      <p:sp>
        <p:nvSpPr>
          <p:cNvPr id="768" name="Google Shape;768;p56"/>
          <p:cNvSpPr txBox="1">
            <a:spLocks noGrp="1"/>
          </p:cNvSpPr>
          <p:nvPr>
            <p:ph type="title" idx="7"/>
          </p:nvPr>
        </p:nvSpPr>
        <p:spPr>
          <a:xfrm>
            <a:off x="5111050" y="2120733"/>
            <a:ext cx="862500" cy="39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31%</a:t>
            </a:r>
            <a:endParaRPr/>
          </a:p>
        </p:txBody>
      </p:sp>
      <p:sp>
        <p:nvSpPr>
          <p:cNvPr id="769" name="Google Shape;769;p56"/>
          <p:cNvSpPr txBox="1">
            <a:spLocks noGrp="1"/>
          </p:cNvSpPr>
          <p:nvPr>
            <p:ph type="subTitle" idx="8"/>
          </p:nvPr>
        </p:nvSpPr>
        <p:spPr>
          <a:xfrm>
            <a:off x="4625500" y="3782750"/>
            <a:ext cx="183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very cold</a:t>
            </a:r>
            <a:endParaRPr/>
          </a:p>
        </p:txBody>
      </p:sp>
      <p:sp>
        <p:nvSpPr>
          <p:cNvPr id="770" name="Google Shape;770;p56"/>
          <p:cNvSpPr txBox="1">
            <a:spLocks noGrp="1"/>
          </p:cNvSpPr>
          <p:nvPr>
            <p:ph type="subTitle" idx="9"/>
          </p:nvPr>
        </p:nvSpPr>
        <p:spPr>
          <a:xfrm>
            <a:off x="4625500" y="3401175"/>
            <a:ext cx="1833600" cy="37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771" name="Google Shape;771;p56"/>
          <p:cNvSpPr txBox="1">
            <a:spLocks noGrp="1"/>
          </p:cNvSpPr>
          <p:nvPr>
            <p:ph type="title" idx="13"/>
          </p:nvPr>
        </p:nvSpPr>
        <p:spPr>
          <a:xfrm>
            <a:off x="7051650" y="2120733"/>
            <a:ext cx="862500" cy="39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74%</a:t>
            </a:r>
            <a:endParaRPr/>
          </a:p>
        </p:txBody>
      </p:sp>
      <p:sp>
        <p:nvSpPr>
          <p:cNvPr id="772" name="Google Shape;772;p56"/>
          <p:cNvSpPr txBox="1">
            <a:spLocks noGrp="1"/>
          </p:cNvSpPr>
          <p:nvPr>
            <p:ph type="subTitle" idx="14"/>
          </p:nvPr>
        </p:nvSpPr>
        <p:spPr>
          <a:xfrm>
            <a:off x="6566100" y="3782750"/>
            <a:ext cx="183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773" name="Google Shape;773;p56"/>
          <p:cNvSpPr txBox="1">
            <a:spLocks noGrp="1"/>
          </p:cNvSpPr>
          <p:nvPr>
            <p:ph type="subTitle" idx="15"/>
          </p:nvPr>
        </p:nvSpPr>
        <p:spPr>
          <a:xfrm>
            <a:off x="6566100" y="3401175"/>
            <a:ext cx="1833600" cy="37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777"/>
        <p:cNvGrpSpPr/>
        <p:nvPr/>
      </p:nvGrpSpPr>
      <p:grpSpPr>
        <a:xfrm>
          <a:off x="0" y="0"/>
          <a:ext cx="0" cy="0"/>
          <a:chOff x="0" y="0"/>
          <a:chExt cx="0" cy="0"/>
        </a:xfrm>
      </p:grpSpPr>
      <p:sp>
        <p:nvSpPr>
          <p:cNvPr id="778" name="Google Shape;778;p57"/>
          <p:cNvSpPr txBox="1">
            <a:spLocks noGrp="1"/>
          </p:cNvSpPr>
          <p:nvPr>
            <p:ph type="title"/>
          </p:nvPr>
        </p:nvSpPr>
        <p:spPr>
          <a:xfrm>
            <a:off x="714000" y="646175"/>
            <a:ext cx="7716000" cy="118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2"/>
                </a:solidFill>
              </a:rPr>
              <a:t>AWESOME</a:t>
            </a:r>
            <a:r>
              <a:rPr lang="en"/>
              <a:t> </a:t>
            </a:r>
            <a:r>
              <a:rPr lang="en">
                <a:solidFill>
                  <a:schemeClr val="lt1"/>
                </a:solidFill>
              </a:rPr>
              <a:t>WORDS</a:t>
            </a:r>
            <a:endParaRPr>
              <a:solidFill>
                <a:schemeClr val="lt1"/>
              </a:solidFill>
            </a:endParaRPr>
          </a:p>
        </p:txBody>
      </p:sp>
      <p:pic>
        <p:nvPicPr>
          <p:cNvPr id="779" name="Google Shape;779;p57"/>
          <p:cNvPicPr preferRelativeResize="0"/>
          <p:nvPr/>
        </p:nvPicPr>
        <p:blipFill rotWithShape="1">
          <a:blip r:embed="rId3">
            <a:alphaModFix/>
          </a:blip>
          <a:srcRect t="16220" b="16220"/>
          <a:stretch/>
        </p:blipFill>
        <p:spPr>
          <a:xfrm>
            <a:off x="714000" y="2212925"/>
            <a:ext cx="7716000" cy="2932124"/>
          </a:xfrm>
          <a:prstGeom prst="rect">
            <a:avLst/>
          </a:prstGeom>
          <a:noFill/>
          <a:ln>
            <a:noFill/>
          </a:ln>
        </p:spPr>
      </p:pic>
      <p:sp>
        <p:nvSpPr>
          <p:cNvPr id="780" name="Google Shape;780;p57"/>
          <p:cNvSpPr/>
          <p:nvPr/>
        </p:nvSpPr>
        <p:spPr>
          <a:xfrm rot="-5400000">
            <a:off x="8034403" y="217125"/>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7"/>
          <p:cNvSpPr/>
          <p:nvPr/>
        </p:nvSpPr>
        <p:spPr>
          <a:xfrm>
            <a:off x="3768350" y="4549475"/>
            <a:ext cx="1276200" cy="1275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785"/>
        <p:cNvGrpSpPr/>
        <p:nvPr/>
      </p:nvGrpSpPr>
      <p:grpSpPr>
        <a:xfrm>
          <a:off x="0" y="0"/>
          <a:ext cx="0" cy="0"/>
          <a:chOff x="0" y="0"/>
          <a:chExt cx="0" cy="0"/>
        </a:xfrm>
      </p:grpSpPr>
      <p:sp>
        <p:nvSpPr>
          <p:cNvPr id="786" name="Google Shape;786;p58"/>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GETTING TO KNOW</a:t>
            </a:r>
            <a:r>
              <a:rPr lang="en"/>
              <a:t> SOUTH AFRICA</a:t>
            </a:r>
            <a:endParaRPr/>
          </a:p>
        </p:txBody>
      </p:sp>
      <p:grpSp>
        <p:nvGrpSpPr>
          <p:cNvPr id="787" name="Google Shape;787;p58"/>
          <p:cNvGrpSpPr/>
          <p:nvPr/>
        </p:nvGrpSpPr>
        <p:grpSpPr>
          <a:xfrm>
            <a:off x="959302" y="1500822"/>
            <a:ext cx="4726077" cy="2615996"/>
            <a:chOff x="2654821" y="2311071"/>
            <a:chExt cx="2279715" cy="1262120"/>
          </a:xfrm>
        </p:grpSpPr>
        <p:grpSp>
          <p:nvGrpSpPr>
            <p:cNvPr id="788" name="Google Shape;788;p58"/>
            <p:cNvGrpSpPr/>
            <p:nvPr/>
          </p:nvGrpSpPr>
          <p:grpSpPr>
            <a:xfrm>
              <a:off x="4034269" y="2840745"/>
              <a:ext cx="40212" cy="36437"/>
              <a:chOff x="4293400" y="2574725"/>
              <a:chExt cx="84425" cy="80100"/>
            </a:xfrm>
          </p:grpSpPr>
          <p:sp>
            <p:nvSpPr>
              <p:cNvPr id="789" name="Google Shape;789;p5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790" name="Google Shape;790;p5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 name="Google Shape;791;p58"/>
            <p:cNvGrpSpPr/>
            <p:nvPr/>
          </p:nvGrpSpPr>
          <p:grpSpPr>
            <a:xfrm>
              <a:off x="3894606" y="2334874"/>
              <a:ext cx="913198" cy="518984"/>
              <a:chOff x="4000175" y="1462675"/>
              <a:chExt cx="1917275" cy="1140875"/>
            </a:xfrm>
          </p:grpSpPr>
          <p:sp>
            <p:nvSpPr>
              <p:cNvPr id="792" name="Google Shape;792;p5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grpSp>
            <p:nvGrpSpPr>
              <p:cNvPr id="793" name="Google Shape;793;p58"/>
              <p:cNvGrpSpPr/>
              <p:nvPr/>
            </p:nvGrpSpPr>
            <p:grpSpPr>
              <a:xfrm>
                <a:off x="4000175" y="1462675"/>
                <a:ext cx="1917275" cy="1140875"/>
                <a:chOff x="4000175" y="1462675"/>
                <a:chExt cx="1917275" cy="1140875"/>
              </a:xfrm>
            </p:grpSpPr>
            <p:sp>
              <p:nvSpPr>
                <p:cNvPr id="794" name="Google Shape;794;p5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795" name="Google Shape;795;p5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99" name="Google Shape;799;p5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0" name="Google Shape;800;p58"/>
            <p:cNvGrpSpPr/>
            <p:nvPr/>
          </p:nvGrpSpPr>
          <p:grpSpPr>
            <a:xfrm>
              <a:off x="3875768" y="2846704"/>
              <a:ext cx="44796" cy="47366"/>
              <a:chOff x="3960625" y="2587825"/>
              <a:chExt cx="94050" cy="104125"/>
            </a:xfrm>
          </p:grpSpPr>
          <p:sp>
            <p:nvSpPr>
              <p:cNvPr id="801" name="Google Shape;801;p5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02" name="Google Shape;802;p5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 name="Google Shape;803;p58"/>
            <p:cNvGrpSpPr/>
            <p:nvPr/>
          </p:nvGrpSpPr>
          <p:grpSpPr>
            <a:xfrm>
              <a:off x="3782759" y="2807162"/>
              <a:ext cx="82686" cy="85487"/>
              <a:chOff x="3765350" y="2500900"/>
              <a:chExt cx="173600" cy="187925"/>
            </a:xfrm>
          </p:grpSpPr>
          <p:sp>
            <p:nvSpPr>
              <p:cNvPr id="804" name="Google Shape;804;p5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05" name="Google Shape;805;p5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 name="Google Shape;810;p58"/>
            <p:cNvGrpSpPr/>
            <p:nvPr/>
          </p:nvGrpSpPr>
          <p:grpSpPr>
            <a:xfrm>
              <a:off x="3775674" y="2798496"/>
              <a:ext cx="40545" cy="23564"/>
              <a:chOff x="3750475" y="2481850"/>
              <a:chExt cx="85125" cy="51800"/>
            </a:xfrm>
          </p:grpSpPr>
          <p:sp>
            <p:nvSpPr>
              <p:cNvPr id="811" name="Google Shape;811;p5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grpSp>
        <p:grpSp>
          <p:nvGrpSpPr>
            <p:cNvPr id="813" name="Google Shape;813;p58"/>
            <p:cNvGrpSpPr/>
            <p:nvPr/>
          </p:nvGrpSpPr>
          <p:grpSpPr>
            <a:xfrm>
              <a:off x="3716946" y="2776024"/>
              <a:ext cx="81971" cy="76912"/>
              <a:chOff x="3627175" y="2432450"/>
              <a:chExt cx="172100" cy="169075"/>
            </a:xfrm>
          </p:grpSpPr>
          <p:sp>
            <p:nvSpPr>
              <p:cNvPr id="814" name="Google Shape;814;p5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16" name="Google Shape;816;p5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grpSp>
        <p:grpSp>
          <p:nvGrpSpPr>
            <p:cNvPr id="817" name="Google Shape;817;p58"/>
            <p:cNvGrpSpPr/>
            <p:nvPr/>
          </p:nvGrpSpPr>
          <p:grpSpPr>
            <a:xfrm>
              <a:off x="3685682" y="2845624"/>
              <a:ext cx="29311" cy="45055"/>
              <a:chOff x="3561536" y="2585450"/>
              <a:chExt cx="61539" cy="99045"/>
            </a:xfrm>
          </p:grpSpPr>
          <p:sp>
            <p:nvSpPr>
              <p:cNvPr id="818" name="Google Shape;818;p5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grpSp>
        <p:grpSp>
          <p:nvGrpSpPr>
            <p:cNvPr id="820" name="Google Shape;820;p58"/>
            <p:cNvGrpSpPr/>
            <p:nvPr/>
          </p:nvGrpSpPr>
          <p:grpSpPr>
            <a:xfrm>
              <a:off x="3849905" y="2572252"/>
              <a:ext cx="74339" cy="119559"/>
              <a:chOff x="3906325" y="1984500"/>
              <a:chExt cx="156075" cy="262825"/>
            </a:xfrm>
          </p:grpSpPr>
          <p:sp>
            <p:nvSpPr>
              <p:cNvPr id="821" name="Google Shape;821;p5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22" name="Google Shape;822;p5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 name="Google Shape;823;p58"/>
            <p:cNvGrpSpPr/>
            <p:nvPr/>
          </p:nvGrpSpPr>
          <p:grpSpPr>
            <a:xfrm>
              <a:off x="2654821" y="2414345"/>
              <a:ext cx="667570" cy="558731"/>
              <a:chOff x="1397225" y="1637375"/>
              <a:chExt cx="1401575" cy="1228250"/>
            </a:xfrm>
          </p:grpSpPr>
          <p:sp>
            <p:nvSpPr>
              <p:cNvPr id="824" name="Google Shape;824;p5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grpSp>
            <p:nvGrpSpPr>
              <p:cNvPr id="825" name="Google Shape;825;p58"/>
              <p:cNvGrpSpPr/>
              <p:nvPr/>
            </p:nvGrpSpPr>
            <p:grpSpPr>
              <a:xfrm>
                <a:off x="1397225" y="1637375"/>
                <a:ext cx="1398775" cy="1228250"/>
                <a:chOff x="1397225" y="1637375"/>
                <a:chExt cx="1398775" cy="1228250"/>
              </a:xfrm>
            </p:grpSpPr>
            <p:sp>
              <p:nvSpPr>
                <p:cNvPr id="826" name="Google Shape;826;p5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 name="Google Shape;828;p58"/>
            <p:cNvGrpSpPr/>
            <p:nvPr/>
          </p:nvGrpSpPr>
          <p:grpSpPr>
            <a:xfrm>
              <a:off x="3230417" y="3103734"/>
              <a:ext cx="282982" cy="280332"/>
              <a:chOff x="2605700" y="3152850"/>
              <a:chExt cx="594125" cy="616250"/>
            </a:xfrm>
          </p:grpSpPr>
          <p:sp>
            <p:nvSpPr>
              <p:cNvPr id="829" name="Google Shape;829;p5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30" name="Google Shape;830;p5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831" name="Google Shape;831;p58"/>
            <p:cNvGrpSpPr/>
            <p:nvPr/>
          </p:nvGrpSpPr>
          <p:grpSpPr>
            <a:xfrm>
              <a:off x="3265985" y="3226989"/>
              <a:ext cx="87151" cy="346202"/>
              <a:chOff x="2680375" y="3423800"/>
              <a:chExt cx="182975" cy="761050"/>
            </a:xfrm>
          </p:grpSpPr>
          <p:sp>
            <p:nvSpPr>
              <p:cNvPr id="832" name="Google Shape;832;p5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33" name="Google Shape;833;p5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 name="Google Shape;834;p58"/>
            <p:cNvGrpSpPr/>
            <p:nvPr/>
          </p:nvGrpSpPr>
          <p:grpSpPr>
            <a:xfrm>
              <a:off x="3855466" y="3289811"/>
              <a:ext cx="112514" cy="94210"/>
              <a:chOff x="3918000" y="3561900"/>
              <a:chExt cx="236225" cy="207100"/>
            </a:xfrm>
          </p:grpSpPr>
          <p:sp>
            <p:nvSpPr>
              <p:cNvPr id="835" name="Google Shape;835;p5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chemeClr val="lt1"/>
              </a:solidFill>
              <a:ln w="9525" cap="flat" cmpd="sng">
                <a:solidFill>
                  <a:schemeClr val="lt1"/>
                </a:solidFill>
                <a:prstDash val="solid"/>
                <a:round/>
                <a:headEnd type="none" w="med" len="med"/>
                <a:tailEnd type="none" w="med" len="med"/>
              </a:ln>
            </p:spPr>
            <p:txBody>
              <a:bodyPr/>
              <a:lstStyle/>
              <a:p>
                <a:endParaRPr lang="en-GB"/>
              </a:p>
            </p:txBody>
          </p:sp>
          <p:sp>
            <p:nvSpPr>
              <p:cNvPr id="836" name="Google Shape;836;p5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 name="Google Shape;837;p5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840" name="Google Shape;840;p58"/>
            <p:cNvGrpSpPr/>
            <p:nvPr/>
          </p:nvGrpSpPr>
          <p:grpSpPr>
            <a:xfrm>
              <a:off x="2905224" y="2311071"/>
              <a:ext cx="596721" cy="528992"/>
              <a:chOff x="1922950" y="1410350"/>
              <a:chExt cx="1252825" cy="1162875"/>
            </a:xfrm>
          </p:grpSpPr>
          <p:sp>
            <p:nvSpPr>
              <p:cNvPr id="841" name="Google Shape;841;p5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857" name="Google Shape;857;p5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77" name="Google Shape;877;p5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78" name="Google Shape;878;p5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 name="Google Shape;879;p58"/>
            <p:cNvGrpSpPr/>
            <p:nvPr/>
          </p:nvGrpSpPr>
          <p:grpSpPr>
            <a:xfrm>
              <a:off x="3280929" y="3294542"/>
              <a:ext cx="109894" cy="272224"/>
              <a:chOff x="2711750" y="3572300"/>
              <a:chExt cx="230725" cy="598425"/>
            </a:xfrm>
          </p:grpSpPr>
          <p:sp>
            <p:nvSpPr>
              <p:cNvPr id="880" name="Google Shape;880;p5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 name="Google Shape;882;p5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 name="Google Shape;883;p58"/>
            <p:cNvGrpSpPr/>
            <p:nvPr/>
          </p:nvGrpSpPr>
          <p:grpSpPr>
            <a:xfrm>
              <a:off x="3790439" y="2408636"/>
              <a:ext cx="73017" cy="75684"/>
              <a:chOff x="3781475" y="1624825"/>
              <a:chExt cx="153300" cy="166375"/>
            </a:xfrm>
          </p:grpSpPr>
          <p:sp>
            <p:nvSpPr>
              <p:cNvPr id="884" name="Google Shape;884;p5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 name="Google Shape;888;p5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 name="Google Shape;895;p58"/>
            <p:cNvGrpSpPr/>
            <p:nvPr/>
          </p:nvGrpSpPr>
          <p:grpSpPr>
            <a:xfrm>
              <a:off x="4403342" y="3107749"/>
              <a:ext cx="316680" cy="101374"/>
              <a:chOff x="5068275" y="3161675"/>
              <a:chExt cx="664875" cy="222850"/>
            </a:xfrm>
          </p:grpSpPr>
          <p:sp>
            <p:nvSpPr>
              <p:cNvPr id="896" name="Google Shape;896;p5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 name="Google Shape;900;p5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 name="Google Shape;929;p58"/>
            <p:cNvGrpSpPr/>
            <p:nvPr/>
          </p:nvGrpSpPr>
          <p:grpSpPr>
            <a:xfrm>
              <a:off x="3697513" y="2707266"/>
              <a:ext cx="59549" cy="79733"/>
              <a:chOff x="3586375" y="2281300"/>
              <a:chExt cx="125025" cy="175275"/>
            </a:xfrm>
          </p:grpSpPr>
          <p:sp>
            <p:nvSpPr>
              <p:cNvPr id="930" name="Google Shape;930;p5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 name="Google Shape;932;p5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 name="Google Shape;933;p58"/>
            <p:cNvGrpSpPr/>
            <p:nvPr/>
          </p:nvGrpSpPr>
          <p:grpSpPr>
            <a:xfrm>
              <a:off x="4513224" y="3221724"/>
              <a:ext cx="274563" cy="280321"/>
              <a:chOff x="5298975" y="3412225"/>
              <a:chExt cx="576450" cy="616225"/>
            </a:xfrm>
          </p:grpSpPr>
          <p:sp>
            <p:nvSpPr>
              <p:cNvPr id="934" name="Google Shape;934;p5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935" name="Google Shape;935;p5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58"/>
            <p:cNvGrpSpPr/>
            <p:nvPr/>
          </p:nvGrpSpPr>
          <p:grpSpPr>
            <a:xfrm>
              <a:off x="4824403" y="3421846"/>
              <a:ext cx="110132" cy="130647"/>
              <a:chOff x="5952300" y="3852150"/>
              <a:chExt cx="231225" cy="287200"/>
            </a:xfrm>
          </p:grpSpPr>
          <p:sp>
            <p:nvSpPr>
              <p:cNvPr id="937" name="Google Shape;937;p5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 name="Google Shape;939;p5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8"/>
            <p:cNvSpPr/>
            <p:nvPr/>
          </p:nvSpPr>
          <p:spPr>
            <a:xfrm>
              <a:off x="4188581"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5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 name="Google Shape;947;p58"/>
            <p:cNvGrpSpPr/>
            <p:nvPr/>
          </p:nvGrpSpPr>
          <p:grpSpPr>
            <a:xfrm>
              <a:off x="4295710" y="3079670"/>
              <a:ext cx="14968" cy="27135"/>
              <a:chOff x="4842300" y="3099950"/>
              <a:chExt cx="31425" cy="59650"/>
            </a:xfrm>
          </p:grpSpPr>
          <p:sp>
            <p:nvSpPr>
              <p:cNvPr id="948" name="Google Shape;948;p5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2" name="Google Shape;952;p5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 name="Google Shape;960;p58"/>
            <p:cNvGrpSpPr/>
            <p:nvPr/>
          </p:nvGrpSpPr>
          <p:grpSpPr>
            <a:xfrm>
              <a:off x="3831056" y="2816010"/>
              <a:ext cx="37378" cy="27612"/>
              <a:chOff x="3866750" y="2520350"/>
              <a:chExt cx="78475" cy="60700"/>
            </a:xfrm>
          </p:grpSpPr>
          <p:sp>
            <p:nvSpPr>
              <p:cNvPr id="961" name="Google Shape;961;p5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 name="Google Shape;965;p5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982" name="Google Shape;982;p5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994" name="Google Shape;994;p5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 name="Google Shape;1007;p58"/>
            <p:cNvGrpSpPr/>
            <p:nvPr/>
          </p:nvGrpSpPr>
          <p:grpSpPr>
            <a:xfrm>
              <a:off x="3632736" y="3051591"/>
              <a:ext cx="63288" cy="45217"/>
              <a:chOff x="3450375" y="3038225"/>
              <a:chExt cx="132875" cy="99400"/>
            </a:xfrm>
          </p:grpSpPr>
          <p:sp>
            <p:nvSpPr>
              <p:cNvPr id="1008" name="Google Shape;1008;p5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 name="Google Shape;1010;p5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19" name="Google Shape;1019;p5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29" name="Google Shape;1029;p5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35" name="Google Shape;1035;p5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8"/>
            <p:cNvSpPr/>
            <p:nvPr/>
          </p:nvSpPr>
          <p:spPr>
            <a:xfrm>
              <a:off x="4036853" y="2853608"/>
              <a:ext cx="1250" cy="1205"/>
            </a:xfrm>
            <a:custGeom>
              <a:avLst/>
              <a:gdLst/>
              <a:ahLst/>
              <a:cxnLst/>
              <a:rect l="l" t="t" r="r" b="b"/>
              <a:pathLst>
                <a:path w="105" h="106" fill="none" extrusionOk="0">
                  <a:moveTo>
                    <a:pt x="105" y="105"/>
                  </a:moveTo>
                  <a:lnTo>
                    <a:pt x="0" y="1"/>
                  </a:lnTo>
                </a:path>
              </a:pathLst>
            </a:custGeom>
            <a:solidFill>
              <a:schemeClr val="lt1"/>
            </a:solidFill>
            <a:ln w="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 name="Google Shape;1045;p58"/>
          <p:cNvSpPr txBox="1"/>
          <p:nvPr/>
        </p:nvSpPr>
        <p:spPr>
          <a:xfrm>
            <a:off x="6142298" y="2901154"/>
            <a:ext cx="2042400" cy="121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Despite being red, Mars is actually a cold place. It's full of iron oxide dust, which gives the planet its reddish cast</a:t>
            </a:r>
            <a:endParaRPr>
              <a:solidFill>
                <a:schemeClr val="lt1"/>
              </a:solidFill>
              <a:latin typeface="Catamaran"/>
              <a:ea typeface="Catamaran"/>
              <a:cs typeface="Catamaran"/>
              <a:sym typeface="Catamaran"/>
            </a:endParaRPr>
          </a:p>
        </p:txBody>
      </p:sp>
      <p:sp>
        <p:nvSpPr>
          <p:cNvPr id="1046" name="Google Shape;1046;p58"/>
          <p:cNvSpPr txBox="1"/>
          <p:nvPr/>
        </p:nvSpPr>
        <p:spPr>
          <a:xfrm>
            <a:off x="6142298" y="2561779"/>
            <a:ext cx="1723500" cy="33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South Africa</a:t>
            </a:r>
            <a:endParaRPr sz="2000" b="1">
              <a:solidFill>
                <a:schemeClr val="lt1"/>
              </a:solidFill>
              <a:latin typeface="Josefin Sans"/>
              <a:ea typeface="Josefin Sans"/>
              <a:cs typeface="Josefin Sans"/>
              <a:sym typeface="Josefin Sans"/>
            </a:endParaRPr>
          </a:p>
        </p:txBody>
      </p:sp>
      <p:sp>
        <p:nvSpPr>
          <p:cNvPr id="1047" name="Google Shape;1047;p58"/>
          <p:cNvSpPr/>
          <p:nvPr/>
        </p:nvSpPr>
        <p:spPr>
          <a:xfrm>
            <a:off x="5977296" y="2648929"/>
            <a:ext cx="165000" cy="1650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8"/>
          <p:cNvSpPr/>
          <p:nvPr/>
        </p:nvSpPr>
        <p:spPr>
          <a:xfrm rot="10800000">
            <a:off x="7874703" y="84240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8"/>
          <p:cNvSpPr/>
          <p:nvPr/>
        </p:nvSpPr>
        <p:spPr>
          <a:xfrm flipH="1">
            <a:off x="7490538" y="4025200"/>
            <a:ext cx="701400" cy="701400"/>
          </a:xfrm>
          <a:prstGeom prst="rtTriangl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8"/>
          <p:cNvSpPr/>
          <p:nvPr/>
        </p:nvSpPr>
        <p:spPr>
          <a:xfrm>
            <a:off x="2741100" y="4045475"/>
            <a:ext cx="826800" cy="869100"/>
          </a:xfrm>
          <a:prstGeom prst="star10">
            <a:avLst>
              <a:gd name="adj" fmla="val 0"/>
              <a:gd name="hf" fmla="val 105146"/>
            </a:avLst>
          </a:pr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1054"/>
        <p:cNvGrpSpPr/>
        <p:nvPr/>
      </p:nvGrpSpPr>
      <p:grpSpPr>
        <a:xfrm>
          <a:off x="0" y="0"/>
          <a:ext cx="0" cy="0"/>
          <a:chOff x="0" y="0"/>
          <a:chExt cx="0" cy="0"/>
        </a:xfrm>
      </p:grpSpPr>
      <p:sp>
        <p:nvSpPr>
          <p:cNvPr id="1055" name="Google Shape;1055;p59"/>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HOW</a:t>
            </a:r>
            <a:r>
              <a:rPr lang="en"/>
              <a:t> </a:t>
            </a:r>
            <a:r>
              <a:rPr lang="en">
                <a:solidFill>
                  <a:schemeClr val="accent2"/>
                </a:solidFill>
              </a:rPr>
              <a:t>TO CELEBRATE </a:t>
            </a:r>
            <a:r>
              <a:rPr lang="en"/>
              <a:t>THIS DAY?</a:t>
            </a:r>
            <a:endParaRPr/>
          </a:p>
        </p:txBody>
      </p:sp>
      <p:sp>
        <p:nvSpPr>
          <p:cNvPr id="1056" name="Google Shape;1056;p59"/>
          <p:cNvSpPr txBox="1"/>
          <p:nvPr/>
        </p:nvSpPr>
        <p:spPr>
          <a:xfrm>
            <a:off x="4195777" y="1917823"/>
            <a:ext cx="3955500" cy="366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Neptune is the fourth-largest planet of them all</a:t>
            </a:r>
            <a:endParaRPr>
              <a:solidFill>
                <a:schemeClr val="lt1"/>
              </a:solidFill>
              <a:latin typeface="Catamaran"/>
              <a:ea typeface="Catamaran"/>
              <a:cs typeface="Catamaran"/>
              <a:sym typeface="Catamaran"/>
            </a:endParaRPr>
          </a:p>
        </p:txBody>
      </p:sp>
      <p:sp>
        <p:nvSpPr>
          <p:cNvPr id="1057" name="Google Shape;1057;p59"/>
          <p:cNvSpPr txBox="1"/>
          <p:nvPr/>
        </p:nvSpPr>
        <p:spPr>
          <a:xfrm>
            <a:off x="4195777" y="2968527"/>
            <a:ext cx="3955500" cy="366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Jupiter is the biggest planet in the System</a:t>
            </a:r>
            <a:endParaRPr>
              <a:solidFill>
                <a:schemeClr val="lt1"/>
              </a:solidFill>
              <a:latin typeface="Catamaran"/>
              <a:ea typeface="Catamaran"/>
              <a:cs typeface="Catamaran"/>
              <a:sym typeface="Catamaran"/>
            </a:endParaRPr>
          </a:p>
        </p:txBody>
      </p:sp>
      <p:sp>
        <p:nvSpPr>
          <p:cNvPr id="1058" name="Google Shape;1058;p59"/>
          <p:cNvSpPr txBox="1"/>
          <p:nvPr/>
        </p:nvSpPr>
        <p:spPr>
          <a:xfrm>
            <a:off x="4195777" y="4019231"/>
            <a:ext cx="3955500" cy="366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Despite being red, Mars is actually a cold place</a:t>
            </a:r>
            <a:endParaRPr>
              <a:solidFill>
                <a:schemeClr val="lt1"/>
              </a:solidFill>
              <a:latin typeface="Catamaran"/>
              <a:ea typeface="Catamaran"/>
              <a:cs typeface="Catamaran"/>
              <a:sym typeface="Catamaran"/>
            </a:endParaRPr>
          </a:p>
        </p:txBody>
      </p:sp>
      <p:cxnSp>
        <p:nvCxnSpPr>
          <p:cNvPr id="1059" name="Google Shape;1059;p59"/>
          <p:cNvCxnSpPr>
            <a:stCxn id="1060" idx="1"/>
            <a:endCxn id="1061" idx="6"/>
          </p:cNvCxnSpPr>
          <p:nvPr/>
        </p:nvCxnSpPr>
        <p:spPr>
          <a:xfrm rot="10800000">
            <a:off x="3860927" y="2778489"/>
            <a:ext cx="334800" cy="0"/>
          </a:xfrm>
          <a:prstGeom prst="straightConnector1">
            <a:avLst/>
          </a:prstGeom>
          <a:noFill/>
          <a:ln w="19050" cap="flat" cmpd="sng">
            <a:solidFill>
              <a:schemeClr val="lt1"/>
            </a:solidFill>
            <a:prstDash val="solid"/>
            <a:round/>
            <a:headEnd type="none" w="med" len="med"/>
            <a:tailEnd type="none" w="med" len="med"/>
          </a:ln>
        </p:spPr>
      </p:cxnSp>
      <p:cxnSp>
        <p:nvCxnSpPr>
          <p:cNvPr id="1062" name="Google Shape;1062;p59"/>
          <p:cNvCxnSpPr>
            <a:stCxn id="1063" idx="1"/>
            <a:endCxn id="1064" idx="6"/>
          </p:cNvCxnSpPr>
          <p:nvPr/>
        </p:nvCxnSpPr>
        <p:spPr>
          <a:xfrm flipH="1">
            <a:off x="3860927" y="3829214"/>
            <a:ext cx="334800" cy="300"/>
          </a:xfrm>
          <a:prstGeom prst="straightConnector1">
            <a:avLst/>
          </a:prstGeom>
          <a:noFill/>
          <a:ln w="19050" cap="flat" cmpd="sng">
            <a:solidFill>
              <a:schemeClr val="lt1"/>
            </a:solidFill>
            <a:prstDash val="solid"/>
            <a:round/>
            <a:headEnd type="none" w="med" len="med"/>
            <a:tailEnd type="none" w="med" len="med"/>
          </a:ln>
        </p:spPr>
      </p:cxnSp>
      <p:sp>
        <p:nvSpPr>
          <p:cNvPr id="1065" name="Google Shape;1065;p59"/>
          <p:cNvSpPr txBox="1"/>
          <p:nvPr/>
        </p:nvSpPr>
        <p:spPr>
          <a:xfrm>
            <a:off x="992723" y="2413830"/>
            <a:ext cx="1341000" cy="7296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2000" b="1">
                <a:solidFill>
                  <a:schemeClr val="lt1"/>
                </a:solidFill>
                <a:latin typeface="Josefin Sans"/>
                <a:ea typeface="Josefin Sans"/>
                <a:cs typeface="Josefin Sans"/>
                <a:sym typeface="Josefin Sans"/>
              </a:rPr>
              <a:t>9th August</a:t>
            </a:r>
            <a:endParaRPr sz="2000" b="1">
              <a:solidFill>
                <a:schemeClr val="lt1"/>
              </a:solidFill>
              <a:latin typeface="Josefin Sans"/>
              <a:ea typeface="Josefin Sans"/>
              <a:cs typeface="Josefin Sans"/>
              <a:sym typeface="Josefin Sans"/>
            </a:endParaRPr>
          </a:p>
        </p:txBody>
      </p:sp>
      <p:sp>
        <p:nvSpPr>
          <p:cNvPr id="1066" name="Google Shape;1066;p59"/>
          <p:cNvSpPr txBox="1"/>
          <p:nvPr/>
        </p:nvSpPr>
        <p:spPr>
          <a:xfrm>
            <a:off x="4195727" y="1544593"/>
            <a:ext cx="2686800" cy="3663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2000" b="1">
                <a:solidFill>
                  <a:schemeClr val="lt1"/>
                </a:solidFill>
                <a:latin typeface="Josefin Sans"/>
                <a:ea typeface="Josefin Sans"/>
                <a:cs typeface="Josefin Sans"/>
                <a:sym typeface="Josefin Sans"/>
              </a:rPr>
              <a:t>Activity 1</a:t>
            </a:r>
            <a:endParaRPr sz="2000" b="1">
              <a:solidFill>
                <a:schemeClr val="lt1"/>
              </a:solidFill>
              <a:latin typeface="Josefin Sans"/>
              <a:ea typeface="Josefin Sans"/>
              <a:cs typeface="Josefin Sans"/>
              <a:sym typeface="Josefin Sans"/>
            </a:endParaRPr>
          </a:p>
        </p:txBody>
      </p:sp>
      <p:sp>
        <p:nvSpPr>
          <p:cNvPr id="1060" name="Google Shape;1060;p59"/>
          <p:cNvSpPr txBox="1"/>
          <p:nvPr/>
        </p:nvSpPr>
        <p:spPr>
          <a:xfrm>
            <a:off x="4195727" y="2595339"/>
            <a:ext cx="2686800" cy="366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Activity 2</a:t>
            </a:r>
            <a:endParaRPr sz="2000" b="1">
              <a:solidFill>
                <a:schemeClr val="lt1"/>
              </a:solidFill>
              <a:latin typeface="Josefin Sans"/>
              <a:ea typeface="Josefin Sans"/>
              <a:cs typeface="Josefin Sans"/>
              <a:sym typeface="Josefin Sans"/>
            </a:endParaRPr>
          </a:p>
        </p:txBody>
      </p:sp>
      <p:sp>
        <p:nvSpPr>
          <p:cNvPr id="1063" name="Google Shape;1063;p59"/>
          <p:cNvSpPr txBox="1"/>
          <p:nvPr/>
        </p:nvSpPr>
        <p:spPr>
          <a:xfrm>
            <a:off x="4195727" y="3646064"/>
            <a:ext cx="2686800" cy="366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Activity 3</a:t>
            </a:r>
            <a:endParaRPr sz="2000" b="1">
              <a:solidFill>
                <a:schemeClr val="lt1"/>
              </a:solidFill>
              <a:latin typeface="Josefin Sans"/>
              <a:ea typeface="Josefin Sans"/>
              <a:cs typeface="Josefin Sans"/>
              <a:sym typeface="Josefin Sans"/>
            </a:endParaRPr>
          </a:p>
        </p:txBody>
      </p:sp>
      <p:cxnSp>
        <p:nvCxnSpPr>
          <p:cNvPr id="1067" name="Google Shape;1067;p59"/>
          <p:cNvCxnSpPr>
            <a:stCxn id="1066" idx="1"/>
            <a:endCxn id="1068" idx="6"/>
          </p:cNvCxnSpPr>
          <p:nvPr/>
        </p:nvCxnSpPr>
        <p:spPr>
          <a:xfrm rot="10800000">
            <a:off x="3860927" y="1727743"/>
            <a:ext cx="334800" cy="0"/>
          </a:xfrm>
          <a:prstGeom prst="straightConnector1">
            <a:avLst/>
          </a:prstGeom>
          <a:noFill/>
          <a:ln w="19050" cap="flat" cmpd="sng">
            <a:solidFill>
              <a:schemeClr val="lt1"/>
            </a:solidFill>
            <a:prstDash val="solid"/>
            <a:round/>
            <a:headEnd type="none" w="med" len="med"/>
            <a:tailEnd type="none" w="med" len="med"/>
          </a:ln>
        </p:spPr>
      </p:cxnSp>
      <p:sp>
        <p:nvSpPr>
          <p:cNvPr id="1068" name="Google Shape;1068;p59"/>
          <p:cNvSpPr/>
          <p:nvPr/>
        </p:nvSpPr>
        <p:spPr>
          <a:xfrm>
            <a:off x="3037926" y="1316323"/>
            <a:ext cx="822900" cy="82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1061" name="Google Shape;1061;p59"/>
          <p:cNvSpPr/>
          <p:nvPr/>
        </p:nvSpPr>
        <p:spPr>
          <a:xfrm>
            <a:off x="3037926" y="2367177"/>
            <a:ext cx="822900" cy="822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sp>
        <p:nvSpPr>
          <p:cNvPr id="1064" name="Google Shape;1064;p59"/>
          <p:cNvSpPr/>
          <p:nvPr/>
        </p:nvSpPr>
        <p:spPr>
          <a:xfrm>
            <a:off x="3037926" y="3418031"/>
            <a:ext cx="822900" cy="822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solidFill>
                <a:srgbClr val="FFFFFF"/>
              </a:solidFill>
              <a:latin typeface="Poller One"/>
              <a:ea typeface="Poller One"/>
              <a:cs typeface="Poller One"/>
              <a:sym typeface="Poller One"/>
            </a:endParaRPr>
          </a:p>
        </p:txBody>
      </p:sp>
      <p:cxnSp>
        <p:nvCxnSpPr>
          <p:cNvPr id="1069" name="Google Shape;1069;p59"/>
          <p:cNvCxnSpPr>
            <a:stCxn id="1065" idx="3"/>
            <a:endCxn id="1068" idx="2"/>
          </p:cNvCxnSpPr>
          <p:nvPr/>
        </p:nvCxnSpPr>
        <p:spPr>
          <a:xfrm rot="10800000" flipH="1">
            <a:off x="2333723" y="1727730"/>
            <a:ext cx="704100" cy="1050900"/>
          </a:xfrm>
          <a:prstGeom prst="bentConnector3">
            <a:avLst>
              <a:gd name="adj1" fmla="val 50007"/>
            </a:avLst>
          </a:prstGeom>
          <a:noFill/>
          <a:ln w="19050" cap="flat" cmpd="sng">
            <a:solidFill>
              <a:schemeClr val="lt1"/>
            </a:solidFill>
            <a:prstDash val="solid"/>
            <a:round/>
            <a:headEnd type="none" w="med" len="med"/>
            <a:tailEnd type="none" w="med" len="med"/>
          </a:ln>
        </p:spPr>
      </p:cxnSp>
      <p:cxnSp>
        <p:nvCxnSpPr>
          <p:cNvPr id="1070" name="Google Shape;1070;p59"/>
          <p:cNvCxnSpPr>
            <a:stCxn id="1065" idx="3"/>
            <a:endCxn id="1064" idx="2"/>
          </p:cNvCxnSpPr>
          <p:nvPr/>
        </p:nvCxnSpPr>
        <p:spPr>
          <a:xfrm>
            <a:off x="2333723" y="2778630"/>
            <a:ext cx="704100" cy="1050900"/>
          </a:xfrm>
          <a:prstGeom prst="bentConnector3">
            <a:avLst>
              <a:gd name="adj1" fmla="val 50007"/>
            </a:avLst>
          </a:prstGeom>
          <a:noFill/>
          <a:ln w="19050" cap="flat" cmpd="sng">
            <a:solidFill>
              <a:schemeClr val="lt1"/>
            </a:solidFill>
            <a:prstDash val="solid"/>
            <a:round/>
            <a:headEnd type="none" w="med" len="med"/>
            <a:tailEnd type="none" w="med" len="med"/>
          </a:ln>
        </p:spPr>
      </p:cxnSp>
      <p:cxnSp>
        <p:nvCxnSpPr>
          <p:cNvPr id="1071" name="Google Shape;1071;p59"/>
          <p:cNvCxnSpPr>
            <a:stCxn id="1065" idx="3"/>
            <a:endCxn id="1061" idx="2"/>
          </p:cNvCxnSpPr>
          <p:nvPr/>
        </p:nvCxnSpPr>
        <p:spPr>
          <a:xfrm>
            <a:off x="2333723" y="2778630"/>
            <a:ext cx="704100" cy="0"/>
          </a:xfrm>
          <a:prstGeom prst="straightConnector1">
            <a:avLst/>
          </a:prstGeom>
          <a:noFill/>
          <a:ln w="19050" cap="flat" cmpd="sng">
            <a:solidFill>
              <a:schemeClr val="lt1"/>
            </a:solidFill>
            <a:prstDash val="solid"/>
            <a:round/>
            <a:headEnd type="none" w="med" len="med"/>
            <a:tailEnd type="none" w="med" len="med"/>
          </a:ln>
        </p:spPr>
      </p:cxnSp>
      <p:sp>
        <p:nvSpPr>
          <p:cNvPr id="1072" name="Google Shape;1072;p59"/>
          <p:cNvSpPr/>
          <p:nvPr/>
        </p:nvSpPr>
        <p:spPr>
          <a:xfrm rot="10800000">
            <a:off x="1709403" y="3334825"/>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 name="Google Shape;1073;p59"/>
          <p:cNvGrpSpPr/>
          <p:nvPr/>
        </p:nvGrpSpPr>
        <p:grpSpPr>
          <a:xfrm>
            <a:off x="3211866" y="3596750"/>
            <a:ext cx="475082" cy="474163"/>
            <a:chOff x="6733573" y="2129824"/>
            <a:chExt cx="400103" cy="399329"/>
          </a:xfrm>
        </p:grpSpPr>
        <p:sp>
          <p:nvSpPr>
            <p:cNvPr id="1074" name="Google Shape;1074;p59"/>
            <p:cNvSpPr/>
            <p:nvPr/>
          </p:nvSpPr>
          <p:spPr>
            <a:xfrm>
              <a:off x="6876288" y="2195577"/>
              <a:ext cx="114672" cy="117904"/>
            </a:xfrm>
            <a:custGeom>
              <a:avLst/>
              <a:gdLst/>
              <a:ahLst/>
              <a:cxnLst/>
              <a:rect l="l" t="t" r="r" b="b"/>
              <a:pathLst>
                <a:path w="3406" h="3502" extrusionOk="0">
                  <a:moveTo>
                    <a:pt x="0" y="1"/>
                  </a:moveTo>
                  <a:lnTo>
                    <a:pt x="0" y="3501"/>
                  </a:lnTo>
                  <a:lnTo>
                    <a:pt x="3406" y="3501"/>
                  </a:lnTo>
                  <a:lnTo>
                    <a:pt x="34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9"/>
            <p:cNvSpPr/>
            <p:nvPr/>
          </p:nvSpPr>
          <p:spPr>
            <a:xfrm>
              <a:off x="6907531" y="2129824"/>
              <a:ext cx="52151" cy="65786"/>
            </a:xfrm>
            <a:custGeom>
              <a:avLst/>
              <a:gdLst/>
              <a:ahLst/>
              <a:cxnLst/>
              <a:rect l="l" t="t" r="r" b="b"/>
              <a:pathLst>
                <a:path w="1549" h="1954" extrusionOk="0">
                  <a:moveTo>
                    <a:pt x="787" y="1"/>
                  </a:moveTo>
                  <a:cubicBezTo>
                    <a:pt x="787" y="1"/>
                    <a:pt x="1" y="763"/>
                    <a:pt x="1" y="1192"/>
                  </a:cubicBezTo>
                  <a:cubicBezTo>
                    <a:pt x="1" y="1620"/>
                    <a:pt x="358" y="1954"/>
                    <a:pt x="787" y="1954"/>
                  </a:cubicBezTo>
                  <a:cubicBezTo>
                    <a:pt x="1192" y="1954"/>
                    <a:pt x="1549" y="1620"/>
                    <a:pt x="1549" y="1192"/>
                  </a:cubicBezTo>
                  <a:cubicBezTo>
                    <a:pt x="1549" y="763"/>
                    <a:pt x="787"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9"/>
            <p:cNvSpPr/>
            <p:nvPr/>
          </p:nvSpPr>
          <p:spPr>
            <a:xfrm>
              <a:off x="6733573" y="2313446"/>
              <a:ext cx="143525" cy="215708"/>
            </a:xfrm>
            <a:custGeom>
              <a:avLst/>
              <a:gdLst/>
              <a:ahLst/>
              <a:cxnLst/>
              <a:rect l="l" t="t" r="r" b="b"/>
              <a:pathLst>
                <a:path w="4263" h="6407" extrusionOk="0">
                  <a:moveTo>
                    <a:pt x="0" y="0"/>
                  </a:moveTo>
                  <a:lnTo>
                    <a:pt x="0" y="2310"/>
                  </a:lnTo>
                  <a:cubicBezTo>
                    <a:pt x="0" y="3525"/>
                    <a:pt x="643" y="4668"/>
                    <a:pt x="1715" y="5287"/>
                  </a:cubicBezTo>
                  <a:lnTo>
                    <a:pt x="1715" y="6406"/>
                  </a:lnTo>
                  <a:lnTo>
                    <a:pt x="4263" y="6406"/>
                  </a:lnTo>
                  <a:lnTo>
                    <a:pt x="4263" y="2310"/>
                  </a:lnTo>
                  <a:cubicBezTo>
                    <a:pt x="4263" y="1906"/>
                    <a:pt x="3930" y="1572"/>
                    <a:pt x="3525" y="1572"/>
                  </a:cubicBezTo>
                  <a:cubicBezTo>
                    <a:pt x="3120" y="1572"/>
                    <a:pt x="2787" y="1906"/>
                    <a:pt x="2787" y="2310"/>
                  </a:cubicBezTo>
                  <a:lnTo>
                    <a:pt x="2787" y="3025"/>
                  </a:lnTo>
                  <a:cubicBezTo>
                    <a:pt x="2358" y="2787"/>
                    <a:pt x="1977" y="2453"/>
                    <a:pt x="1762" y="2072"/>
                  </a:cubicBezTo>
                  <a:cubicBezTo>
                    <a:pt x="1667" y="1882"/>
                    <a:pt x="1572" y="1572"/>
                    <a:pt x="1524" y="1263"/>
                  </a:cubicBezTo>
                  <a:cubicBezTo>
                    <a:pt x="1381" y="524"/>
                    <a:pt x="73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9"/>
            <p:cNvSpPr/>
            <p:nvPr/>
          </p:nvSpPr>
          <p:spPr>
            <a:xfrm>
              <a:off x="6990117" y="2313446"/>
              <a:ext cx="143558" cy="215708"/>
            </a:xfrm>
            <a:custGeom>
              <a:avLst/>
              <a:gdLst/>
              <a:ahLst/>
              <a:cxnLst/>
              <a:rect l="l" t="t" r="r" b="b"/>
              <a:pathLst>
                <a:path w="4264" h="6407" extrusionOk="0">
                  <a:moveTo>
                    <a:pt x="4264" y="0"/>
                  </a:moveTo>
                  <a:cubicBezTo>
                    <a:pt x="3525" y="0"/>
                    <a:pt x="2882" y="524"/>
                    <a:pt x="2740" y="1263"/>
                  </a:cubicBezTo>
                  <a:cubicBezTo>
                    <a:pt x="2692" y="1572"/>
                    <a:pt x="2597" y="1882"/>
                    <a:pt x="2501" y="2072"/>
                  </a:cubicBezTo>
                  <a:cubicBezTo>
                    <a:pt x="2287" y="2453"/>
                    <a:pt x="1906" y="2787"/>
                    <a:pt x="1477" y="3025"/>
                  </a:cubicBezTo>
                  <a:lnTo>
                    <a:pt x="1477" y="2310"/>
                  </a:lnTo>
                  <a:cubicBezTo>
                    <a:pt x="1477" y="1906"/>
                    <a:pt x="1144" y="1572"/>
                    <a:pt x="739" y="1572"/>
                  </a:cubicBezTo>
                  <a:cubicBezTo>
                    <a:pt x="334" y="1572"/>
                    <a:pt x="1" y="1906"/>
                    <a:pt x="1" y="2310"/>
                  </a:cubicBezTo>
                  <a:lnTo>
                    <a:pt x="1" y="6406"/>
                  </a:lnTo>
                  <a:lnTo>
                    <a:pt x="2549" y="6406"/>
                  </a:lnTo>
                  <a:lnTo>
                    <a:pt x="2549" y="5287"/>
                  </a:lnTo>
                  <a:cubicBezTo>
                    <a:pt x="3621" y="4668"/>
                    <a:pt x="4264" y="3525"/>
                    <a:pt x="4264" y="2310"/>
                  </a:cubicBezTo>
                  <a:lnTo>
                    <a:pt x="4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 name="Google Shape;1078;p59"/>
          <p:cNvGrpSpPr/>
          <p:nvPr/>
        </p:nvGrpSpPr>
        <p:grpSpPr>
          <a:xfrm>
            <a:off x="3288202" y="1489595"/>
            <a:ext cx="322773" cy="474124"/>
            <a:chOff x="4111767" y="1528527"/>
            <a:chExt cx="271831" cy="399296"/>
          </a:xfrm>
        </p:grpSpPr>
        <p:sp>
          <p:nvSpPr>
            <p:cNvPr id="1079" name="Google Shape;1079;p59"/>
            <p:cNvSpPr/>
            <p:nvPr/>
          </p:nvSpPr>
          <p:spPr>
            <a:xfrm>
              <a:off x="4212802" y="1689658"/>
              <a:ext cx="43330" cy="43465"/>
            </a:xfrm>
            <a:custGeom>
              <a:avLst/>
              <a:gdLst/>
              <a:ahLst/>
              <a:cxnLst/>
              <a:rect l="l" t="t" r="r" b="b"/>
              <a:pathLst>
                <a:path w="1287" h="1291" extrusionOk="0">
                  <a:moveTo>
                    <a:pt x="72" y="1"/>
                  </a:moveTo>
                  <a:cubicBezTo>
                    <a:pt x="24" y="96"/>
                    <a:pt x="0" y="239"/>
                    <a:pt x="0" y="358"/>
                  </a:cubicBezTo>
                  <a:cubicBezTo>
                    <a:pt x="0" y="894"/>
                    <a:pt x="446" y="1291"/>
                    <a:pt x="930" y="1291"/>
                  </a:cubicBezTo>
                  <a:cubicBezTo>
                    <a:pt x="1048" y="1291"/>
                    <a:pt x="1169" y="1267"/>
                    <a:pt x="1286" y="1215"/>
                  </a:cubicBezTo>
                  <a:lnTo>
                    <a:pt x="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9"/>
            <p:cNvSpPr/>
            <p:nvPr/>
          </p:nvSpPr>
          <p:spPr>
            <a:xfrm>
              <a:off x="4232060" y="1670434"/>
              <a:ext cx="47337" cy="43330"/>
            </a:xfrm>
            <a:custGeom>
              <a:avLst/>
              <a:gdLst/>
              <a:ahLst/>
              <a:cxnLst/>
              <a:rect l="l" t="t" r="r" b="b"/>
              <a:pathLst>
                <a:path w="1406" h="1287" extrusionOk="0">
                  <a:moveTo>
                    <a:pt x="348" y="0"/>
                  </a:moveTo>
                  <a:cubicBezTo>
                    <a:pt x="226" y="0"/>
                    <a:pt x="107" y="24"/>
                    <a:pt x="0" y="72"/>
                  </a:cubicBezTo>
                  <a:lnTo>
                    <a:pt x="1215" y="1286"/>
                  </a:lnTo>
                  <a:cubicBezTo>
                    <a:pt x="1405" y="834"/>
                    <a:pt x="1167" y="262"/>
                    <a:pt x="714" y="72"/>
                  </a:cubicBezTo>
                  <a:cubicBezTo>
                    <a:pt x="595" y="24"/>
                    <a:pt x="470" y="0"/>
                    <a:pt x="3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9"/>
            <p:cNvSpPr/>
            <p:nvPr/>
          </p:nvSpPr>
          <p:spPr>
            <a:xfrm>
              <a:off x="4111767" y="1563776"/>
              <a:ext cx="271831" cy="364047"/>
            </a:xfrm>
            <a:custGeom>
              <a:avLst/>
              <a:gdLst/>
              <a:ahLst/>
              <a:cxnLst/>
              <a:rect l="l" t="t" r="r" b="b"/>
              <a:pathLst>
                <a:path w="8074" h="10813" extrusionOk="0">
                  <a:moveTo>
                    <a:pt x="3930" y="2472"/>
                  </a:moveTo>
                  <a:cubicBezTo>
                    <a:pt x="4347" y="2472"/>
                    <a:pt x="4764" y="2632"/>
                    <a:pt x="5073" y="2954"/>
                  </a:cubicBezTo>
                  <a:cubicBezTo>
                    <a:pt x="5383" y="3264"/>
                    <a:pt x="5550" y="3668"/>
                    <a:pt x="5550" y="4097"/>
                  </a:cubicBezTo>
                  <a:cubicBezTo>
                    <a:pt x="5550" y="5066"/>
                    <a:pt x="4751" y="5717"/>
                    <a:pt x="3917" y="5717"/>
                  </a:cubicBezTo>
                  <a:cubicBezTo>
                    <a:pt x="3521" y="5717"/>
                    <a:pt x="3117" y="5570"/>
                    <a:pt x="2787" y="5240"/>
                  </a:cubicBezTo>
                  <a:cubicBezTo>
                    <a:pt x="2144" y="4645"/>
                    <a:pt x="2144" y="3549"/>
                    <a:pt x="2787" y="2954"/>
                  </a:cubicBezTo>
                  <a:cubicBezTo>
                    <a:pt x="3097" y="2632"/>
                    <a:pt x="3513" y="2472"/>
                    <a:pt x="3930" y="2472"/>
                  </a:cubicBezTo>
                  <a:close/>
                  <a:moveTo>
                    <a:pt x="2001" y="5955"/>
                  </a:moveTo>
                  <a:lnTo>
                    <a:pt x="2001" y="6645"/>
                  </a:lnTo>
                  <a:lnTo>
                    <a:pt x="1311" y="6645"/>
                  </a:lnTo>
                  <a:lnTo>
                    <a:pt x="1311" y="5955"/>
                  </a:lnTo>
                  <a:close/>
                  <a:moveTo>
                    <a:pt x="6764" y="5955"/>
                  </a:moveTo>
                  <a:lnTo>
                    <a:pt x="6764" y="6645"/>
                  </a:lnTo>
                  <a:lnTo>
                    <a:pt x="6050" y="6645"/>
                  </a:lnTo>
                  <a:lnTo>
                    <a:pt x="6050" y="5955"/>
                  </a:lnTo>
                  <a:close/>
                  <a:moveTo>
                    <a:pt x="3906" y="7336"/>
                  </a:moveTo>
                  <a:lnTo>
                    <a:pt x="3906" y="8026"/>
                  </a:lnTo>
                  <a:lnTo>
                    <a:pt x="1311" y="8026"/>
                  </a:lnTo>
                  <a:lnTo>
                    <a:pt x="1311" y="7336"/>
                  </a:lnTo>
                  <a:close/>
                  <a:moveTo>
                    <a:pt x="6193" y="7550"/>
                  </a:moveTo>
                  <a:lnTo>
                    <a:pt x="6669" y="8050"/>
                  </a:lnTo>
                  <a:lnTo>
                    <a:pt x="6335" y="8384"/>
                  </a:lnTo>
                  <a:lnTo>
                    <a:pt x="6669" y="8717"/>
                  </a:lnTo>
                  <a:lnTo>
                    <a:pt x="6193" y="9217"/>
                  </a:lnTo>
                  <a:lnTo>
                    <a:pt x="5859" y="8884"/>
                  </a:lnTo>
                  <a:lnTo>
                    <a:pt x="5526" y="9217"/>
                  </a:lnTo>
                  <a:lnTo>
                    <a:pt x="5026" y="8717"/>
                  </a:lnTo>
                  <a:lnTo>
                    <a:pt x="5359" y="8384"/>
                  </a:lnTo>
                  <a:lnTo>
                    <a:pt x="5026" y="8050"/>
                  </a:lnTo>
                  <a:lnTo>
                    <a:pt x="5526" y="7550"/>
                  </a:lnTo>
                  <a:lnTo>
                    <a:pt x="5859" y="7884"/>
                  </a:lnTo>
                  <a:lnTo>
                    <a:pt x="6193" y="7550"/>
                  </a:lnTo>
                  <a:close/>
                  <a:moveTo>
                    <a:pt x="3906" y="8741"/>
                  </a:moveTo>
                  <a:lnTo>
                    <a:pt x="3906" y="9431"/>
                  </a:lnTo>
                  <a:lnTo>
                    <a:pt x="1311" y="9431"/>
                  </a:lnTo>
                  <a:lnTo>
                    <a:pt x="1311" y="8741"/>
                  </a:lnTo>
                  <a:close/>
                  <a:moveTo>
                    <a:pt x="1" y="1"/>
                  </a:moveTo>
                  <a:lnTo>
                    <a:pt x="1" y="10813"/>
                  </a:lnTo>
                  <a:lnTo>
                    <a:pt x="8074" y="10813"/>
                  </a:lnTo>
                  <a:lnTo>
                    <a:pt x="8074" y="1"/>
                  </a:lnTo>
                  <a:lnTo>
                    <a:pt x="6812" y="1"/>
                  </a:lnTo>
                  <a:lnTo>
                    <a:pt x="6812" y="1787"/>
                  </a:lnTo>
                  <a:lnTo>
                    <a:pt x="1263" y="1787"/>
                  </a:lnTo>
                  <a:lnTo>
                    <a:pt x="1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9"/>
            <p:cNvSpPr/>
            <p:nvPr/>
          </p:nvSpPr>
          <p:spPr>
            <a:xfrm>
              <a:off x="4177519" y="1528527"/>
              <a:ext cx="140360" cy="71375"/>
            </a:xfrm>
            <a:custGeom>
              <a:avLst/>
              <a:gdLst/>
              <a:ahLst/>
              <a:cxnLst/>
              <a:rect l="l" t="t" r="r" b="b"/>
              <a:pathLst>
                <a:path w="4169" h="2120" extrusionOk="0">
                  <a:moveTo>
                    <a:pt x="1" y="0"/>
                  </a:moveTo>
                  <a:lnTo>
                    <a:pt x="1" y="2120"/>
                  </a:lnTo>
                  <a:lnTo>
                    <a:pt x="4168" y="2120"/>
                  </a:lnTo>
                  <a:lnTo>
                    <a:pt x="41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59"/>
          <p:cNvGrpSpPr/>
          <p:nvPr/>
        </p:nvGrpSpPr>
        <p:grpSpPr>
          <a:xfrm>
            <a:off x="3225565" y="2545186"/>
            <a:ext cx="447498" cy="474123"/>
            <a:chOff x="1403403" y="1528527"/>
            <a:chExt cx="376872" cy="399295"/>
          </a:xfrm>
        </p:grpSpPr>
        <p:sp>
          <p:nvSpPr>
            <p:cNvPr id="1084" name="Google Shape;1084;p59"/>
            <p:cNvSpPr/>
            <p:nvPr/>
          </p:nvSpPr>
          <p:spPr>
            <a:xfrm>
              <a:off x="1418620" y="1801905"/>
              <a:ext cx="47370" cy="46562"/>
            </a:xfrm>
            <a:custGeom>
              <a:avLst/>
              <a:gdLst/>
              <a:ahLst/>
              <a:cxnLst/>
              <a:rect l="l" t="t" r="r" b="b"/>
              <a:pathLst>
                <a:path w="1407" h="1383" extrusionOk="0">
                  <a:moveTo>
                    <a:pt x="715" y="1"/>
                  </a:moveTo>
                  <a:cubicBezTo>
                    <a:pt x="311" y="1"/>
                    <a:pt x="1" y="310"/>
                    <a:pt x="1" y="691"/>
                  </a:cubicBezTo>
                  <a:cubicBezTo>
                    <a:pt x="1" y="1072"/>
                    <a:pt x="311" y="1382"/>
                    <a:pt x="715" y="1382"/>
                  </a:cubicBezTo>
                  <a:cubicBezTo>
                    <a:pt x="1096" y="1382"/>
                    <a:pt x="1406" y="1072"/>
                    <a:pt x="1406" y="691"/>
                  </a:cubicBezTo>
                  <a:cubicBezTo>
                    <a:pt x="1406" y="310"/>
                    <a:pt x="1096" y="1"/>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9"/>
            <p:cNvSpPr/>
            <p:nvPr/>
          </p:nvSpPr>
          <p:spPr>
            <a:xfrm>
              <a:off x="1521272" y="1742583"/>
              <a:ext cx="46528" cy="30503"/>
            </a:xfrm>
            <a:custGeom>
              <a:avLst/>
              <a:gdLst/>
              <a:ahLst/>
              <a:cxnLst/>
              <a:rect l="l" t="t" r="r" b="b"/>
              <a:pathLst>
                <a:path w="1382" h="906" extrusionOk="0">
                  <a:moveTo>
                    <a:pt x="0" y="1"/>
                  </a:moveTo>
                  <a:lnTo>
                    <a:pt x="0" y="906"/>
                  </a:lnTo>
                  <a:lnTo>
                    <a:pt x="1381" y="906"/>
                  </a:lnTo>
                  <a:lnTo>
                    <a:pt x="13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9"/>
            <p:cNvSpPr/>
            <p:nvPr/>
          </p:nvSpPr>
          <p:spPr>
            <a:xfrm>
              <a:off x="1615069" y="1742583"/>
              <a:ext cx="46528" cy="30503"/>
            </a:xfrm>
            <a:custGeom>
              <a:avLst/>
              <a:gdLst/>
              <a:ahLst/>
              <a:cxnLst/>
              <a:rect l="l" t="t" r="r" b="b"/>
              <a:pathLst>
                <a:path w="1382" h="906" extrusionOk="0">
                  <a:moveTo>
                    <a:pt x="1" y="1"/>
                  </a:moveTo>
                  <a:lnTo>
                    <a:pt x="1" y="906"/>
                  </a:lnTo>
                  <a:lnTo>
                    <a:pt x="1382" y="906"/>
                  </a:lnTo>
                  <a:lnTo>
                    <a:pt x="1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9"/>
            <p:cNvSpPr/>
            <p:nvPr/>
          </p:nvSpPr>
          <p:spPr>
            <a:xfrm>
              <a:off x="1521272" y="1797091"/>
              <a:ext cx="140326" cy="130731"/>
            </a:xfrm>
            <a:custGeom>
              <a:avLst/>
              <a:gdLst/>
              <a:ahLst/>
              <a:cxnLst/>
              <a:rect l="l" t="t" r="r" b="b"/>
              <a:pathLst>
                <a:path w="4168" h="3883" extrusionOk="0">
                  <a:moveTo>
                    <a:pt x="0" y="1"/>
                  </a:moveTo>
                  <a:lnTo>
                    <a:pt x="0" y="596"/>
                  </a:lnTo>
                  <a:cubicBezTo>
                    <a:pt x="0" y="1049"/>
                    <a:pt x="119" y="1501"/>
                    <a:pt x="334" y="1906"/>
                  </a:cubicBezTo>
                  <a:lnTo>
                    <a:pt x="715" y="2668"/>
                  </a:lnTo>
                  <a:lnTo>
                    <a:pt x="715" y="3883"/>
                  </a:lnTo>
                  <a:lnTo>
                    <a:pt x="3453" y="3883"/>
                  </a:lnTo>
                  <a:lnTo>
                    <a:pt x="3453" y="2668"/>
                  </a:lnTo>
                  <a:lnTo>
                    <a:pt x="3858" y="1906"/>
                  </a:lnTo>
                  <a:cubicBezTo>
                    <a:pt x="4049" y="1501"/>
                    <a:pt x="4168" y="1049"/>
                    <a:pt x="4168" y="596"/>
                  </a:cubicBezTo>
                  <a:lnTo>
                    <a:pt x="4168" y="1"/>
                  </a:lnTo>
                  <a:lnTo>
                    <a:pt x="2787" y="1"/>
                  </a:lnTo>
                  <a:lnTo>
                    <a:pt x="2787" y="834"/>
                  </a:lnTo>
                  <a:cubicBezTo>
                    <a:pt x="2787" y="453"/>
                    <a:pt x="2477" y="144"/>
                    <a:pt x="2096" y="144"/>
                  </a:cubicBezTo>
                  <a:cubicBezTo>
                    <a:pt x="1691" y="144"/>
                    <a:pt x="1381" y="453"/>
                    <a:pt x="1381" y="834"/>
                  </a:cubicBezTo>
                  <a:lnTo>
                    <a:pt x="13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9"/>
            <p:cNvSpPr/>
            <p:nvPr/>
          </p:nvSpPr>
          <p:spPr>
            <a:xfrm>
              <a:off x="1403403" y="1848433"/>
              <a:ext cx="77806" cy="79388"/>
            </a:xfrm>
            <a:custGeom>
              <a:avLst/>
              <a:gdLst/>
              <a:ahLst/>
              <a:cxnLst/>
              <a:rect l="l" t="t" r="r" b="b"/>
              <a:pathLst>
                <a:path w="2311" h="2358" extrusionOk="0">
                  <a:moveTo>
                    <a:pt x="1167" y="0"/>
                  </a:moveTo>
                  <a:cubicBezTo>
                    <a:pt x="524" y="0"/>
                    <a:pt x="1" y="524"/>
                    <a:pt x="1" y="1167"/>
                  </a:cubicBezTo>
                  <a:lnTo>
                    <a:pt x="1" y="2358"/>
                  </a:lnTo>
                  <a:lnTo>
                    <a:pt x="2311" y="2358"/>
                  </a:lnTo>
                  <a:lnTo>
                    <a:pt x="2311" y="1167"/>
                  </a:lnTo>
                  <a:cubicBezTo>
                    <a:pt x="2311" y="524"/>
                    <a:pt x="178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9"/>
            <p:cNvSpPr/>
            <p:nvPr/>
          </p:nvSpPr>
          <p:spPr>
            <a:xfrm>
              <a:off x="1717687" y="1801905"/>
              <a:ext cx="47337" cy="46562"/>
            </a:xfrm>
            <a:custGeom>
              <a:avLst/>
              <a:gdLst/>
              <a:ahLst/>
              <a:cxnLst/>
              <a:rect l="l" t="t" r="r" b="b"/>
              <a:pathLst>
                <a:path w="1406" h="1383" extrusionOk="0">
                  <a:moveTo>
                    <a:pt x="691" y="1"/>
                  </a:moveTo>
                  <a:cubicBezTo>
                    <a:pt x="310" y="1"/>
                    <a:pt x="1" y="310"/>
                    <a:pt x="1" y="691"/>
                  </a:cubicBezTo>
                  <a:cubicBezTo>
                    <a:pt x="1" y="1072"/>
                    <a:pt x="310" y="1382"/>
                    <a:pt x="691" y="1382"/>
                  </a:cubicBezTo>
                  <a:cubicBezTo>
                    <a:pt x="1096" y="1382"/>
                    <a:pt x="1406" y="1072"/>
                    <a:pt x="1406" y="691"/>
                  </a:cubicBezTo>
                  <a:cubicBezTo>
                    <a:pt x="1406" y="310"/>
                    <a:pt x="1096"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9"/>
            <p:cNvSpPr/>
            <p:nvPr/>
          </p:nvSpPr>
          <p:spPr>
            <a:xfrm>
              <a:off x="1702469" y="1848433"/>
              <a:ext cx="77806" cy="79388"/>
            </a:xfrm>
            <a:custGeom>
              <a:avLst/>
              <a:gdLst/>
              <a:ahLst/>
              <a:cxnLst/>
              <a:rect l="l" t="t" r="r" b="b"/>
              <a:pathLst>
                <a:path w="2311" h="2358" extrusionOk="0">
                  <a:moveTo>
                    <a:pt x="1167" y="0"/>
                  </a:moveTo>
                  <a:cubicBezTo>
                    <a:pt x="524" y="0"/>
                    <a:pt x="0" y="524"/>
                    <a:pt x="0" y="1167"/>
                  </a:cubicBezTo>
                  <a:lnTo>
                    <a:pt x="0" y="2358"/>
                  </a:lnTo>
                  <a:lnTo>
                    <a:pt x="2310" y="2358"/>
                  </a:lnTo>
                  <a:lnTo>
                    <a:pt x="2310" y="1167"/>
                  </a:lnTo>
                  <a:cubicBezTo>
                    <a:pt x="2310" y="524"/>
                    <a:pt x="178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9"/>
            <p:cNvSpPr/>
            <p:nvPr/>
          </p:nvSpPr>
          <p:spPr>
            <a:xfrm>
              <a:off x="1542920" y="1576604"/>
              <a:ext cx="36900" cy="59389"/>
            </a:xfrm>
            <a:custGeom>
              <a:avLst/>
              <a:gdLst/>
              <a:ahLst/>
              <a:cxnLst/>
              <a:rect l="l" t="t" r="r" b="b"/>
              <a:pathLst>
                <a:path w="1096" h="1764" extrusionOk="0">
                  <a:moveTo>
                    <a:pt x="1096" y="1"/>
                  </a:moveTo>
                  <a:cubicBezTo>
                    <a:pt x="477" y="144"/>
                    <a:pt x="0" y="715"/>
                    <a:pt x="0" y="1406"/>
                  </a:cubicBezTo>
                  <a:cubicBezTo>
                    <a:pt x="0" y="1525"/>
                    <a:pt x="24" y="1644"/>
                    <a:pt x="48" y="1763"/>
                  </a:cubicBezTo>
                  <a:lnTo>
                    <a:pt x="1096" y="1192"/>
                  </a:lnTo>
                  <a:lnTo>
                    <a:pt x="10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9"/>
            <p:cNvSpPr/>
            <p:nvPr/>
          </p:nvSpPr>
          <p:spPr>
            <a:xfrm>
              <a:off x="1555747" y="1643164"/>
              <a:ext cx="24072" cy="27304"/>
            </a:xfrm>
            <a:custGeom>
              <a:avLst/>
              <a:gdLst/>
              <a:ahLst/>
              <a:cxnLst/>
              <a:rect l="l" t="t" r="r" b="b"/>
              <a:pathLst>
                <a:path w="715" h="811" extrusionOk="0">
                  <a:moveTo>
                    <a:pt x="715" y="1"/>
                  </a:moveTo>
                  <a:lnTo>
                    <a:pt x="0" y="382"/>
                  </a:lnTo>
                  <a:cubicBezTo>
                    <a:pt x="191" y="596"/>
                    <a:pt x="429" y="739"/>
                    <a:pt x="715" y="810"/>
                  </a:cubicBezTo>
                  <a:lnTo>
                    <a:pt x="7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9"/>
            <p:cNvSpPr/>
            <p:nvPr/>
          </p:nvSpPr>
          <p:spPr>
            <a:xfrm>
              <a:off x="1603050" y="1643164"/>
              <a:ext cx="24072" cy="27304"/>
            </a:xfrm>
            <a:custGeom>
              <a:avLst/>
              <a:gdLst/>
              <a:ahLst/>
              <a:cxnLst/>
              <a:rect l="l" t="t" r="r" b="b"/>
              <a:pathLst>
                <a:path w="715" h="811" extrusionOk="0">
                  <a:moveTo>
                    <a:pt x="0" y="1"/>
                  </a:moveTo>
                  <a:lnTo>
                    <a:pt x="0" y="810"/>
                  </a:lnTo>
                  <a:cubicBezTo>
                    <a:pt x="286" y="739"/>
                    <a:pt x="524" y="596"/>
                    <a:pt x="715" y="38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9"/>
            <p:cNvSpPr/>
            <p:nvPr/>
          </p:nvSpPr>
          <p:spPr>
            <a:xfrm>
              <a:off x="1603050" y="1576604"/>
              <a:ext cx="36900" cy="59389"/>
            </a:xfrm>
            <a:custGeom>
              <a:avLst/>
              <a:gdLst/>
              <a:ahLst/>
              <a:cxnLst/>
              <a:rect l="l" t="t" r="r" b="b"/>
              <a:pathLst>
                <a:path w="1096" h="1764" extrusionOk="0">
                  <a:moveTo>
                    <a:pt x="0" y="1"/>
                  </a:moveTo>
                  <a:lnTo>
                    <a:pt x="0" y="1192"/>
                  </a:lnTo>
                  <a:lnTo>
                    <a:pt x="1048" y="1763"/>
                  </a:lnTo>
                  <a:cubicBezTo>
                    <a:pt x="1072" y="1644"/>
                    <a:pt x="1096" y="1525"/>
                    <a:pt x="1096" y="1406"/>
                  </a:cubicBezTo>
                  <a:cubicBezTo>
                    <a:pt x="1096" y="715"/>
                    <a:pt x="619" y="14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9"/>
            <p:cNvSpPr/>
            <p:nvPr/>
          </p:nvSpPr>
          <p:spPr>
            <a:xfrm>
              <a:off x="1477168" y="1528527"/>
              <a:ext cx="228535" cy="190053"/>
            </a:xfrm>
            <a:custGeom>
              <a:avLst/>
              <a:gdLst/>
              <a:ahLst/>
              <a:cxnLst/>
              <a:rect l="l" t="t" r="r" b="b"/>
              <a:pathLst>
                <a:path w="6788" h="5645" extrusionOk="0">
                  <a:moveTo>
                    <a:pt x="3406" y="691"/>
                  </a:moveTo>
                  <a:cubicBezTo>
                    <a:pt x="4573" y="691"/>
                    <a:pt x="5525" y="1643"/>
                    <a:pt x="5525" y="2834"/>
                  </a:cubicBezTo>
                  <a:cubicBezTo>
                    <a:pt x="5525" y="4001"/>
                    <a:pt x="4573" y="4954"/>
                    <a:pt x="3406" y="4954"/>
                  </a:cubicBezTo>
                  <a:cubicBezTo>
                    <a:pt x="2215" y="4954"/>
                    <a:pt x="1263" y="4001"/>
                    <a:pt x="1263" y="2834"/>
                  </a:cubicBezTo>
                  <a:cubicBezTo>
                    <a:pt x="1263" y="1643"/>
                    <a:pt x="2215" y="691"/>
                    <a:pt x="3406" y="691"/>
                  </a:cubicBezTo>
                  <a:close/>
                  <a:moveTo>
                    <a:pt x="0" y="0"/>
                  </a:moveTo>
                  <a:lnTo>
                    <a:pt x="0" y="5644"/>
                  </a:lnTo>
                  <a:lnTo>
                    <a:pt x="6788" y="5644"/>
                  </a:lnTo>
                  <a:lnTo>
                    <a:pt x="67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1099"/>
        <p:cNvGrpSpPr/>
        <p:nvPr/>
      </p:nvGrpSpPr>
      <p:grpSpPr>
        <a:xfrm>
          <a:off x="0" y="0"/>
          <a:ext cx="0" cy="0"/>
          <a:chOff x="0" y="0"/>
          <a:chExt cx="0" cy="0"/>
        </a:xfrm>
      </p:grpSpPr>
      <p:sp>
        <p:nvSpPr>
          <p:cNvPr id="1100" name="Google Shape;1100;p60"/>
          <p:cNvSpPr txBox="1">
            <a:spLocks noGrp="1"/>
          </p:cNvSpPr>
          <p:nvPr>
            <p:ph type="title"/>
          </p:nvPr>
        </p:nvSpPr>
        <p:spPr>
          <a:xfrm>
            <a:off x="2797800" y="851475"/>
            <a:ext cx="3548400" cy="119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1956</a:t>
            </a:r>
            <a:endParaRPr/>
          </a:p>
        </p:txBody>
      </p:sp>
      <p:sp>
        <p:nvSpPr>
          <p:cNvPr id="1101" name="Google Shape;1101;p60"/>
          <p:cNvSpPr txBox="1">
            <a:spLocks noGrp="1"/>
          </p:cNvSpPr>
          <p:nvPr>
            <p:ph type="subTitle" idx="1"/>
          </p:nvPr>
        </p:nvSpPr>
        <p:spPr>
          <a:xfrm>
            <a:off x="2797800" y="2051425"/>
            <a:ext cx="3548400" cy="40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1102" name="Google Shape;1102;p60"/>
          <p:cNvSpPr txBox="1">
            <a:spLocks noGrp="1"/>
          </p:cNvSpPr>
          <p:nvPr>
            <p:ph type="title" idx="2"/>
          </p:nvPr>
        </p:nvSpPr>
        <p:spPr>
          <a:xfrm>
            <a:off x="790200" y="2691150"/>
            <a:ext cx="3548400" cy="119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8 Aug</a:t>
            </a:r>
            <a:endParaRPr/>
          </a:p>
        </p:txBody>
      </p:sp>
      <p:sp>
        <p:nvSpPr>
          <p:cNvPr id="1103" name="Google Shape;1103;p60"/>
          <p:cNvSpPr txBox="1">
            <a:spLocks noGrp="1"/>
          </p:cNvSpPr>
          <p:nvPr>
            <p:ph type="subTitle" idx="3"/>
          </p:nvPr>
        </p:nvSpPr>
        <p:spPr>
          <a:xfrm>
            <a:off x="790200" y="3890925"/>
            <a:ext cx="3548400" cy="40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was named after a Roman god</a:t>
            </a:r>
            <a:endParaRPr/>
          </a:p>
        </p:txBody>
      </p:sp>
      <p:sp>
        <p:nvSpPr>
          <p:cNvPr id="1104" name="Google Shape;1104;p60"/>
          <p:cNvSpPr txBox="1">
            <a:spLocks noGrp="1"/>
          </p:cNvSpPr>
          <p:nvPr>
            <p:ph type="title" idx="4"/>
          </p:nvPr>
        </p:nvSpPr>
        <p:spPr>
          <a:xfrm>
            <a:off x="4805400" y="2691150"/>
            <a:ext cx="3548400" cy="119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20,000</a:t>
            </a:r>
            <a:endParaRPr/>
          </a:p>
        </p:txBody>
      </p:sp>
      <p:sp>
        <p:nvSpPr>
          <p:cNvPr id="1105" name="Google Shape;1105;p60"/>
          <p:cNvSpPr txBox="1">
            <a:spLocks noGrp="1"/>
          </p:cNvSpPr>
          <p:nvPr>
            <p:ph type="subTitle" idx="5"/>
          </p:nvPr>
        </p:nvSpPr>
        <p:spPr>
          <a:xfrm>
            <a:off x="4805400" y="3890925"/>
            <a:ext cx="3548400" cy="40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a:t>
            </a:r>
            <a:endParaRPr/>
          </a:p>
        </p:txBody>
      </p:sp>
      <p:sp>
        <p:nvSpPr>
          <p:cNvPr id="1106" name="Google Shape;1106;p60"/>
          <p:cNvSpPr/>
          <p:nvPr/>
        </p:nvSpPr>
        <p:spPr>
          <a:xfrm rot="5400000">
            <a:off x="658103" y="967375"/>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60"/>
          <p:cNvSpPr/>
          <p:nvPr/>
        </p:nvSpPr>
        <p:spPr>
          <a:xfrm rot="10800000">
            <a:off x="7319403" y="458725"/>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08" name="Google Shape;1108;p60"/>
          <p:cNvPicPr preferRelativeResize="0"/>
          <p:nvPr/>
        </p:nvPicPr>
        <p:blipFill rotWithShape="1">
          <a:blip r:embed="rId3">
            <a:alphaModFix/>
          </a:blip>
          <a:srcRect/>
          <a:stretch/>
        </p:blipFill>
        <p:spPr>
          <a:xfrm>
            <a:off x="4149301" y="3962684"/>
            <a:ext cx="845400" cy="1180815"/>
          </a:xfrm>
          <a:prstGeom prst="rect">
            <a:avLst/>
          </a:prstGeom>
          <a:noFill/>
          <a:ln>
            <a:noFill/>
          </a:ln>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61"/>
          <p:cNvSpPr txBox="1">
            <a:spLocks noGrp="1"/>
          </p:cNvSpPr>
          <p:nvPr>
            <p:ph type="title"/>
          </p:nvPr>
        </p:nvSpPr>
        <p:spPr>
          <a:xfrm>
            <a:off x="714000" y="1354800"/>
            <a:ext cx="4246200" cy="148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TO REINFORCE THE CONCEPT</a:t>
            </a:r>
            <a:r>
              <a:rPr lang="en"/>
              <a:t>, TRY USING AN IMAGE</a:t>
            </a:r>
            <a:endParaRPr/>
          </a:p>
        </p:txBody>
      </p:sp>
      <p:sp>
        <p:nvSpPr>
          <p:cNvPr id="1114" name="Google Shape;1114;p61"/>
          <p:cNvSpPr txBox="1">
            <a:spLocks noGrp="1"/>
          </p:cNvSpPr>
          <p:nvPr>
            <p:ph type="subTitle" idx="1"/>
          </p:nvPr>
        </p:nvSpPr>
        <p:spPr>
          <a:xfrm>
            <a:off x="714000" y="2993700"/>
            <a:ext cx="3553200" cy="79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1115" name="Google Shape;1115;p61"/>
          <p:cNvPicPr preferRelativeResize="0"/>
          <p:nvPr/>
        </p:nvPicPr>
        <p:blipFill rotWithShape="1">
          <a:blip r:embed="rId3">
            <a:alphaModFix/>
          </a:blip>
          <a:srcRect l="5420" r="5420"/>
          <a:stretch/>
        </p:blipFill>
        <p:spPr>
          <a:xfrm>
            <a:off x="5486400" y="538500"/>
            <a:ext cx="3056400" cy="4605000"/>
          </a:xfrm>
          <a:prstGeom prst="rect">
            <a:avLst/>
          </a:prstGeom>
          <a:noFill/>
          <a:ln>
            <a:noFill/>
          </a:ln>
        </p:spPr>
      </p:pic>
      <p:sp>
        <p:nvSpPr>
          <p:cNvPr id="1116" name="Google Shape;1116;p61"/>
          <p:cNvSpPr/>
          <p:nvPr/>
        </p:nvSpPr>
        <p:spPr>
          <a:xfrm>
            <a:off x="4308975" y="386115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61"/>
          <p:cNvSpPr/>
          <p:nvPr/>
        </p:nvSpPr>
        <p:spPr>
          <a:xfrm>
            <a:off x="7235903" y="757375"/>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1121"/>
        <p:cNvGrpSpPr/>
        <p:nvPr/>
      </p:nvGrpSpPr>
      <p:grpSpPr>
        <a:xfrm>
          <a:off x="0" y="0"/>
          <a:ext cx="0" cy="0"/>
          <a:chOff x="0" y="0"/>
          <a:chExt cx="0" cy="0"/>
        </a:xfrm>
      </p:grpSpPr>
      <p:sp>
        <p:nvSpPr>
          <p:cNvPr id="1122" name="Google Shape;1122;p62"/>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DAY</a:t>
            </a:r>
            <a:r>
              <a:rPr lang="en"/>
              <a:t> </a:t>
            </a:r>
            <a:r>
              <a:rPr lang="en">
                <a:solidFill>
                  <a:schemeClr val="accent2"/>
                </a:solidFill>
              </a:rPr>
              <a:t>ACTIVITIES </a:t>
            </a:r>
            <a:r>
              <a:rPr lang="en"/>
              <a:t>SCHEDULE</a:t>
            </a:r>
            <a:endParaRPr/>
          </a:p>
        </p:txBody>
      </p:sp>
      <p:graphicFrame>
        <p:nvGraphicFramePr>
          <p:cNvPr id="1123" name="Google Shape;1123;p62"/>
          <p:cNvGraphicFramePr/>
          <p:nvPr/>
        </p:nvGraphicFramePr>
        <p:xfrm>
          <a:off x="714000" y="1885950"/>
          <a:ext cx="3000000" cy="3000000"/>
        </p:xfrm>
        <a:graphic>
          <a:graphicData uri="http://schemas.openxmlformats.org/drawingml/2006/table">
            <a:tbl>
              <a:tblPr>
                <a:noFill/>
                <a:tableStyleId>{126DD2CE-0F8D-40FD-B329-D1D671988388}</a:tableStyleId>
              </a:tblPr>
              <a:tblGrid>
                <a:gridCol w="1102900">
                  <a:extLst>
                    <a:ext uri="{9D8B030D-6E8A-4147-A177-3AD203B41FA5}">
                      <a16:colId xmlns:a16="http://schemas.microsoft.com/office/drawing/2014/main" val="20000"/>
                    </a:ext>
                  </a:extLst>
                </a:gridCol>
                <a:gridCol w="2755100">
                  <a:extLst>
                    <a:ext uri="{9D8B030D-6E8A-4147-A177-3AD203B41FA5}">
                      <a16:colId xmlns:a16="http://schemas.microsoft.com/office/drawing/2014/main" val="20001"/>
                    </a:ext>
                  </a:extLst>
                </a:gridCol>
                <a:gridCol w="1030700">
                  <a:extLst>
                    <a:ext uri="{9D8B030D-6E8A-4147-A177-3AD203B41FA5}">
                      <a16:colId xmlns:a16="http://schemas.microsoft.com/office/drawing/2014/main" val="20002"/>
                    </a:ext>
                  </a:extLst>
                </a:gridCol>
                <a:gridCol w="2827300">
                  <a:extLst>
                    <a:ext uri="{9D8B030D-6E8A-4147-A177-3AD203B41FA5}">
                      <a16:colId xmlns:a16="http://schemas.microsoft.com/office/drawing/2014/main" val="20003"/>
                    </a:ext>
                  </a:extLst>
                </a:gridCol>
              </a:tblGrid>
              <a:tr h="502525">
                <a:tc>
                  <a:txBody>
                    <a:bodyPr/>
                    <a:lstStyle/>
                    <a:p>
                      <a:pPr marL="0" lvl="0" indent="0" algn="ctr" rtl="0">
                        <a:spcBef>
                          <a:spcPts val="0"/>
                        </a:spcBef>
                        <a:spcAft>
                          <a:spcPts val="0"/>
                        </a:spcAft>
                        <a:buNone/>
                      </a:pP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Morning</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Evening</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609575">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08:30h</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Saturn has several rings and is composed of hydrogen and helium</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13:30h</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Despite being red, Mars is actually a very cold place</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609575">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11:00h</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Neptune is the fourth-largest planet in the Solar System</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16:00h</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Earth is the third planet from the Sun and the only one with life</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609575">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12:00h</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Jupiter is a gas giant and the biggest planet in the Solar System</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lt1"/>
                          </a:solidFill>
                          <a:latin typeface="Josefin Sans"/>
                          <a:ea typeface="Josefin Sans"/>
                          <a:cs typeface="Josefin Sans"/>
                          <a:sym typeface="Josefin Sans"/>
                        </a:rPr>
                        <a:t>18:00h</a:t>
                      </a:r>
                      <a:endParaRPr sz="2000" b="1">
                        <a:solidFill>
                          <a:schemeClr val="lt1"/>
                        </a:solidFill>
                        <a:latin typeface="Josefin Sans"/>
                        <a:ea typeface="Josefin Sans"/>
                        <a:cs typeface="Josefin Sans"/>
                        <a:sym typeface="Josefin Sans"/>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1"/>
                          </a:solidFill>
                          <a:latin typeface="Catamaran"/>
                          <a:ea typeface="Catamaran"/>
                          <a:cs typeface="Catamaran"/>
                          <a:sym typeface="Catamaran"/>
                        </a:rPr>
                        <a:t>Venus has a beautiful name, but also high temperatures</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1127"/>
        <p:cNvGrpSpPr/>
        <p:nvPr/>
      </p:nvGrpSpPr>
      <p:grpSpPr>
        <a:xfrm>
          <a:off x="0" y="0"/>
          <a:ext cx="0" cy="0"/>
          <a:chOff x="0" y="0"/>
          <a:chExt cx="0" cy="0"/>
        </a:xfrm>
      </p:grpSpPr>
      <p:sp>
        <p:nvSpPr>
          <p:cNvPr id="1128" name="Google Shape;1128;p6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MAIN</a:t>
            </a:r>
            <a:r>
              <a:rPr lang="en"/>
              <a:t> EVENTS</a:t>
            </a:r>
            <a:endParaRPr/>
          </a:p>
        </p:txBody>
      </p:sp>
      <p:sp>
        <p:nvSpPr>
          <p:cNvPr id="1129" name="Google Shape;1129;p63"/>
          <p:cNvSpPr txBox="1"/>
          <p:nvPr/>
        </p:nvSpPr>
        <p:spPr>
          <a:xfrm>
            <a:off x="713100" y="4342218"/>
            <a:ext cx="7717800" cy="27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Catamaran"/>
                <a:ea typeface="Catamaran"/>
                <a:cs typeface="Catamaran"/>
                <a:sym typeface="Catamaran"/>
              </a:rPr>
              <a:t>Follow the link in the graph to modify its data and then paste the new one here. For more info, </a:t>
            </a:r>
            <a:r>
              <a:rPr lang="en" sz="1200" b="1">
                <a:solidFill>
                  <a:schemeClr val="lt1"/>
                </a:solidFill>
                <a:uFill>
                  <a:noFill/>
                </a:uFill>
                <a:latin typeface="Catamaran"/>
                <a:ea typeface="Catamaran"/>
                <a:cs typeface="Catamaran"/>
                <a:sym typeface="Catamaran"/>
                <a:hlinkClick r:id="rId3">
                  <a:extLst>
                    <a:ext uri="{A12FA001-AC4F-418D-AE19-62706E023703}">
                      <ahyp:hlinkClr xmlns:ahyp="http://schemas.microsoft.com/office/drawing/2018/hyperlinkcolor" val="tx"/>
                    </a:ext>
                  </a:extLst>
                </a:hlinkClick>
              </a:rPr>
              <a:t>click here</a:t>
            </a:r>
            <a:endParaRPr sz="1200" b="1">
              <a:solidFill>
                <a:schemeClr val="lt1"/>
              </a:solidFill>
              <a:latin typeface="Catamaran"/>
              <a:ea typeface="Catamaran"/>
              <a:cs typeface="Catamaran"/>
              <a:sym typeface="Catamaran"/>
            </a:endParaRPr>
          </a:p>
        </p:txBody>
      </p:sp>
      <p:sp>
        <p:nvSpPr>
          <p:cNvPr id="1130" name="Google Shape;1130;p63"/>
          <p:cNvSpPr txBox="1"/>
          <p:nvPr/>
        </p:nvSpPr>
        <p:spPr>
          <a:xfrm>
            <a:off x="715000" y="1662977"/>
            <a:ext cx="1427400" cy="33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Jupiter</a:t>
            </a:r>
            <a:endParaRPr sz="2000" b="1">
              <a:solidFill>
                <a:schemeClr val="lt1"/>
              </a:solidFill>
              <a:latin typeface="Josefin Sans"/>
              <a:ea typeface="Josefin Sans"/>
              <a:cs typeface="Josefin Sans"/>
              <a:sym typeface="Josefin Sans"/>
            </a:endParaRPr>
          </a:p>
        </p:txBody>
      </p:sp>
      <p:sp>
        <p:nvSpPr>
          <p:cNvPr id="1131" name="Google Shape;1131;p63"/>
          <p:cNvSpPr txBox="1"/>
          <p:nvPr/>
        </p:nvSpPr>
        <p:spPr>
          <a:xfrm>
            <a:off x="715000" y="1997900"/>
            <a:ext cx="2174400" cy="56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Jupiter is the biggest planet in the Solar System</a:t>
            </a:r>
            <a:endParaRPr>
              <a:solidFill>
                <a:schemeClr val="lt1"/>
              </a:solidFill>
              <a:latin typeface="Catamaran"/>
              <a:ea typeface="Catamaran"/>
              <a:cs typeface="Catamaran"/>
              <a:sym typeface="Catamaran"/>
            </a:endParaRPr>
          </a:p>
        </p:txBody>
      </p:sp>
      <p:sp>
        <p:nvSpPr>
          <p:cNvPr id="1132" name="Google Shape;1132;p63"/>
          <p:cNvSpPr txBox="1"/>
          <p:nvPr/>
        </p:nvSpPr>
        <p:spPr>
          <a:xfrm>
            <a:off x="715000" y="1329075"/>
            <a:ext cx="984000" cy="33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chemeClr val="lt2"/>
                </a:solidFill>
                <a:latin typeface="Josefin Sans"/>
                <a:ea typeface="Josefin Sans"/>
                <a:cs typeface="Josefin Sans"/>
                <a:sym typeface="Josefin Sans"/>
              </a:rPr>
              <a:t>25%</a:t>
            </a:r>
            <a:endParaRPr sz="2500" b="1">
              <a:solidFill>
                <a:schemeClr val="lt2"/>
              </a:solidFill>
              <a:latin typeface="Josefin Sans"/>
              <a:ea typeface="Josefin Sans"/>
              <a:cs typeface="Josefin Sans"/>
              <a:sym typeface="Josefin Sans"/>
            </a:endParaRPr>
          </a:p>
        </p:txBody>
      </p:sp>
      <p:sp>
        <p:nvSpPr>
          <p:cNvPr id="1133" name="Google Shape;1133;p63"/>
          <p:cNvSpPr txBox="1"/>
          <p:nvPr/>
        </p:nvSpPr>
        <p:spPr>
          <a:xfrm>
            <a:off x="715000" y="3119733"/>
            <a:ext cx="1427400" cy="33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Mars</a:t>
            </a:r>
            <a:endParaRPr sz="2000" b="1">
              <a:solidFill>
                <a:schemeClr val="lt1"/>
              </a:solidFill>
              <a:latin typeface="Josefin Sans"/>
              <a:ea typeface="Josefin Sans"/>
              <a:cs typeface="Josefin Sans"/>
              <a:sym typeface="Josefin Sans"/>
            </a:endParaRPr>
          </a:p>
        </p:txBody>
      </p:sp>
      <p:sp>
        <p:nvSpPr>
          <p:cNvPr id="1134" name="Google Shape;1134;p63"/>
          <p:cNvSpPr txBox="1"/>
          <p:nvPr/>
        </p:nvSpPr>
        <p:spPr>
          <a:xfrm>
            <a:off x="715000" y="3454627"/>
            <a:ext cx="2174400" cy="56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Despite being red, Mars is actually a cold place</a:t>
            </a:r>
            <a:endParaRPr>
              <a:solidFill>
                <a:schemeClr val="lt1"/>
              </a:solidFill>
              <a:latin typeface="Catamaran"/>
              <a:ea typeface="Catamaran"/>
              <a:cs typeface="Catamaran"/>
              <a:sym typeface="Catamaran"/>
            </a:endParaRPr>
          </a:p>
        </p:txBody>
      </p:sp>
      <p:sp>
        <p:nvSpPr>
          <p:cNvPr id="1135" name="Google Shape;1135;p63"/>
          <p:cNvSpPr txBox="1"/>
          <p:nvPr/>
        </p:nvSpPr>
        <p:spPr>
          <a:xfrm>
            <a:off x="715000" y="2785820"/>
            <a:ext cx="984000" cy="33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chemeClr val="accent1"/>
                </a:solidFill>
                <a:latin typeface="Josefin Sans"/>
                <a:ea typeface="Josefin Sans"/>
                <a:cs typeface="Josefin Sans"/>
                <a:sym typeface="Josefin Sans"/>
              </a:rPr>
              <a:t>23%</a:t>
            </a:r>
            <a:endParaRPr sz="2500" b="1">
              <a:solidFill>
                <a:schemeClr val="accent1"/>
              </a:solidFill>
              <a:latin typeface="Josefin Sans"/>
              <a:ea typeface="Josefin Sans"/>
              <a:cs typeface="Josefin Sans"/>
              <a:sym typeface="Josefin Sans"/>
            </a:endParaRPr>
          </a:p>
        </p:txBody>
      </p:sp>
      <p:sp>
        <p:nvSpPr>
          <p:cNvPr id="1136" name="Google Shape;1136;p63"/>
          <p:cNvSpPr txBox="1"/>
          <p:nvPr/>
        </p:nvSpPr>
        <p:spPr>
          <a:xfrm>
            <a:off x="7001575" y="1662977"/>
            <a:ext cx="1427400" cy="333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Josefin Sans"/>
                <a:ea typeface="Josefin Sans"/>
                <a:cs typeface="Josefin Sans"/>
                <a:sym typeface="Josefin Sans"/>
              </a:rPr>
              <a:t>Neptune</a:t>
            </a:r>
            <a:endParaRPr sz="2000" b="1">
              <a:solidFill>
                <a:schemeClr val="lt1"/>
              </a:solidFill>
              <a:latin typeface="Josefin Sans"/>
              <a:ea typeface="Josefin Sans"/>
              <a:cs typeface="Josefin Sans"/>
              <a:sym typeface="Josefin Sans"/>
            </a:endParaRPr>
          </a:p>
        </p:txBody>
      </p:sp>
      <p:sp>
        <p:nvSpPr>
          <p:cNvPr id="1137" name="Google Shape;1137;p63"/>
          <p:cNvSpPr txBox="1"/>
          <p:nvPr/>
        </p:nvSpPr>
        <p:spPr>
          <a:xfrm>
            <a:off x="6254600" y="1997900"/>
            <a:ext cx="2174400" cy="56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Catamaran"/>
                <a:ea typeface="Catamaran"/>
                <a:cs typeface="Catamaran"/>
                <a:sym typeface="Catamaran"/>
              </a:rPr>
              <a:t>Neptune is the farthest planet from the Sun</a:t>
            </a:r>
            <a:endParaRPr>
              <a:solidFill>
                <a:schemeClr val="lt1"/>
              </a:solidFill>
              <a:latin typeface="Catamaran"/>
              <a:ea typeface="Catamaran"/>
              <a:cs typeface="Catamaran"/>
              <a:sym typeface="Catamaran"/>
            </a:endParaRPr>
          </a:p>
        </p:txBody>
      </p:sp>
      <p:sp>
        <p:nvSpPr>
          <p:cNvPr id="1138" name="Google Shape;1138;p63"/>
          <p:cNvSpPr txBox="1"/>
          <p:nvPr/>
        </p:nvSpPr>
        <p:spPr>
          <a:xfrm>
            <a:off x="7445000" y="1329075"/>
            <a:ext cx="984000" cy="333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chemeClr val="accent2"/>
                </a:solidFill>
                <a:latin typeface="Josefin Sans"/>
                <a:ea typeface="Josefin Sans"/>
                <a:cs typeface="Josefin Sans"/>
                <a:sym typeface="Josefin Sans"/>
              </a:rPr>
              <a:t>20%</a:t>
            </a:r>
            <a:endParaRPr sz="2500" b="1">
              <a:solidFill>
                <a:schemeClr val="accent2"/>
              </a:solidFill>
              <a:latin typeface="Josefin Sans"/>
              <a:ea typeface="Josefin Sans"/>
              <a:cs typeface="Josefin Sans"/>
              <a:sym typeface="Josefin Sans"/>
            </a:endParaRPr>
          </a:p>
        </p:txBody>
      </p:sp>
      <p:sp>
        <p:nvSpPr>
          <p:cNvPr id="1139" name="Google Shape;1139;p63"/>
          <p:cNvSpPr txBox="1"/>
          <p:nvPr/>
        </p:nvSpPr>
        <p:spPr>
          <a:xfrm>
            <a:off x="7001575" y="3119733"/>
            <a:ext cx="1427400" cy="333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Josefin Sans"/>
                <a:ea typeface="Josefin Sans"/>
                <a:cs typeface="Josefin Sans"/>
                <a:sym typeface="Josefin Sans"/>
              </a:rPr>
              <a:t>Saturn</a:t>
            </a:r>
            <a:endParaRPr sz="2000" b="1">
              <a:solidFill>
                <a:schemeClr val="lt1"/>
              </a:solidFill>
              <a:latin typeface="Josefin Sans"/>
              <a:ea typeface="Josefin Sans"/>
              <a:cs typeface="Josefin Sans"/>
              <a:sym typeface="Josefin Sans"/>
            </a:endParaRPr>
          </a:p>
        </p:txBody>
      </p:sp>
      <p:sp>
        <p:nvSpPr>
          <p:cNvPr id="1140" name="Google Shape;1140;p63"/>
          <p:cNvSpPr txBox="1"/>
          <p:nvPr/>
        </p:nvSpPr>
        <p:spPr>
          <a:xfrm>
            <a:off x="6254600" y="3454626"/>
            <a:ext cx="2174400" cy="56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Catamaran"/>
                <a:ea typeface="Catamaran"/>
                <a:cs typeface="Catamaran"/>
                <a:sym typeface="Catamaran"/>
              </a:rPr>
              <a:t>Saturn is a gas giant and has several rings</a:t>
            </a:r>
            <a:endParaRPr>
              <a:solidFill>
                <a:schemeClr val="lt1"/>
              </a:solidFill>
              <a:latin typeface="Catamaran"/>
              <a:ea typeface="Catamaran"/>
              <a:cs typeface="Catamaran"/>
              <a:sym typeface="Catamaran"/>
            </a:endParaRPr>
          </a:p>
        </p:txBody>
      </p:sp>
      <p:sp>
        <p:nvSpPr>
          <p:cNvPr id="1141" name="Google Shape;1141;p63"/>
          <p:cNvSpPr txBox="1"/>
          <p:nvPr/>
        </p:nvSpPr>
        <p:spPr>
          <a:xfrm>
            <a:off x="7445000" y="2785820"/>
            <a:ext cx="984000" cy="333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chemeClr val="dk2"/>
                </a:solidFill>
                <a:latin typeface="Josefin Sans"/>
                <a:ea typeface="Josefin Sans"/>
                <a:cs typeface="Josefin Sans"/>
                <a:sym typeface="Josefin Sans"/>
              </a:rPr>
              <a:t>32%</a:t>
            </a:r>
            <a:endParaRPr sz="2500" b="1">
              <a:solidFill>
                <a:schemeClr val="dk2"/>
              </a:solidFill>
              <a:latin typeface="Josefin Sans"/>
              <a:ea typeface="Josefin Sans"/>
              <a:cs typeface="Josefin Sans"/>
              <a:sym typeface="Josefin Sans"/>
            </a:endParaRPr>
          </a:p>
        </p:txBody>
      </p:sp>
      <p:pic>
        <p:nvPicPr>
          <p:cNvPr id="1142" name="Google Shape;1142;p63" title="Gráfico">
            <a:hlinkClick r:id="rId4"/>
          </p:cNvPr>
          <p:cNvPicPr preferRelativeResize="0"/>
          <p:nvPr/>
        </p:nvPicPr>
        <p:blipFill>
          <a:blip r:embed="rId5">
            <a:alphaModFix/>
          </a:blip>
          <a:stretch>
            <a:fillRect/>
          </a:stretch>
        </p:blipFill>
        <p:spPr>
          <a:xfrm>
            <a:off x="2964013" y="1145550"/>
            <a:ext cx="3215974" cy="3035925"/>
          </a:xfrm>
          <a:prstGeom prst="rect">
            <a:avLst/>
          </a:prstGeom>
          <a:noFill/>
          <a:ln>
            <a:noFill/>
          </a:ln>
        </p:spPr>
      </p:pic>
      <p:sp>
        <p:nvSpPr>
          <p:cNvPr id="1143" name="Google Shape;1143;p63"/>
          <p:cNvSpPr/>
          <p:nvPr/>
        </p:nvSpPr>
        <p:spPr>
          <a:xfrm rot="10800000">
            <a:off x="397628" y="375235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3"/>
          <p:cNvSpPr/>
          <p:nvPr/>
        </p:nvSpPr>
        <p:spPr>
          <a:xfrm>
            <a:off x="5774078" y="650825"/>
            <a:ext cx="1110600" cy="1110600"/>
          </a:xfrm>
          <a:prstGeom prst="blockArc">
            <a:avLst>
              <a:gd name="adj1" fmla="val 16125860"/>
              <a:gd name="adj2" fmla="val 0"/>
              <a:gd name="adj3" fmla="val 25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1148"/>
        <p:cNvGrpSpPr/>
        <p:nvPr/>
      </p:nvGrpSpPr>
      <p:grpSpPr>
        <a:xfrm>
          <a:off x="0" y="0"/>
          <a:ext cx="0" cy="0"/>
          <a:chOff x="0" y="0"/>
          <a:chExt cx="0" cy="0"/>
        </a:xfrm>
      </p:grpSpPr>
      <p:sp>
        <p:nvSpPr>
          <p:cNvPr id="1149" name="Google Shape;1149;p64"/>
          <p:cNvSpPr txBox="1">
            <a:spLocks noGrp="1"/>
          </p:cNvSpPr>
          <p:nvPr>
            <p:ph type="title"/>
          </p:nvPr>
        </p:nvSpPr>
        <p:spPr>
          <a:xfrm>
            <a:off x="714000" y="538500"/>
            <a:ext cx="4712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SELECTED</a:t>
            </a:r>
            <a:r>
              <a:rPr lang="en"/>
              <a:t> REVIEWS</a:t>
            </a:r>
            <a:endParaRPr/>
          </a:p>
        </p:txBody>
      </p:sp>
      <p:sp>
        <p:nvSpPr>
          <p:cNvPr id="1150" name="Google Shape;1150;p64"/>
          <p:cNvSpPr txBox="1">
            <a:spLocks noGrp="1"/>
          </p:cNvSpPr>
          <p:nvPr>
            <p:ph type="subTitle" idx="1"/>
          </p:nvPr>
        </p:nvSpPr>
        <p:spPr>
          <a:xfrm>
            <a:off x="713999" y="1956700"/>
            <a:ext cx="2108400" cy="77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151" name="Google Shape;1151;p64"/>
          <p:cNvSpPr txBox="1">
            <a:spLocks noGrp="1"/>
          </p:cNvSpPr>
          <p:nvPr>
            <p:ph type="subTitle" idx="2"/>
          </p:nvPr>
        </p:nvSpPr>
        <p:spPr>
          <a:xfrm>
            <a:off x="714017" y="1617325"/>
            <a:ext cx="21084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Tim Patterson</a:t>
            </a:r>
            <a:endParaRPr/>
          </a:p>
        </p:txBody>
      </p:sp>
      <p:sp>
        <p:nvSpPr>
          <p:cNvPr id="1152" name="Google Shape;1152;p64"/>
          <p:cNvSpPr txBox="1">
            <a:spLocks noGrp="1"/>
          </p:cNvSpPr>
          <p:nvPr>
            <p:ph type="subTitle" idx="3"/>
          </p:nvPr>
        </p:nvSpPr>
        <p:spPr>
          <a:xfrm>
            <a:off x="3317924" y="1956700"/>
            <a:ext cx="2108400" cy="77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that harbors life”</a:t>
            </a:r>
            <a:endParaRPr/>
          </a:p>
        </p:txBody>
      </p:sp>
      <p:sp>
        <p:nvSpPr>
          <p:cNvPr id="1153" name="Google Shape;1153;p64"/>
          <p:cNvSpPr txBox="1">
            <a:spLocks noGrp="1"/>
          </p:cNvSpPr>
          <p:nvPr>
            <p:ph type="subTitle" idx="4"/>
          </p:nvPr>
        </p:nvSpPr>
        <p:spPr>
          <a:xfrm>
            <a:off x="3317942" y="1617325"/>
            <a:ext cx="21084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Anna Pitt</a:t>
            </a:r>
            <a:endParaRPr/>
          </a:p>
        </p:txBody>
      </p:sp>
      <p:sp>
        <p:nvSpPr>
          <p:cNvPr id="1154" name="Google Shape;1154;p64"/>
          <p:cNvSpPr txBox="1">
            <a:spLocks noGrp="1"/>
          </p:cNvSpPr>
          <p:nvPr>
            <p:ph type="subTitle" idx="5"/>
          </p:nvPr>
        </p:nvSpPr>
        <p:spPr>
          <a:xfrm>
            <a:off x="713999" y="3538775"/>
            <a:ext cx="2108400" cy="77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full of iron oxide dust, which gives the planet its reddish cast”</a:t>
            </a:r>
            <a:endParaRPr/>
          </a:p>
        </p:txBody>
      </p:sp>
      <p:sp>
        <p:nvSpPr>
          <p:cNvPr id="1155" name="Google Shape;1155;p64"/>
          <p:cNvSpPr txBox="1">
            <a:spLocks noGrp="1"/>
          </p:cNvSpPr>
          <p:nvPr>
            <p:ph type="subTitle" idx="6"/>
          </p:nvPr>
        </p:nvSpPr>
        <p:spPr>
          <a:xfrm>
            <a:off x="714017" y="3199400"/>
            <a:ext cx="21084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Sarah Smith</a:t>
            </a:r>
            <a:endParaRPr/>
          </a:p>
        </p:txBody>
      </p:sp>
      <p:sp>
        <p:nvSpPr>
          <p:cNvPr id="1156" name="Google Shape;1156;p64"/>
          <p:cNvSpPr txBox="1">
            <a:spLocks noGrp="1"/>
          </p:cNvSpPr>
          <p:nvPr>
            <p:ph type="subTitle" idx="7"/>
          </p:nvPr>
        </p:nvSpPr>
        <p:spPr>
          <a:xfrm>
            <a:off x="3317924" y="3538775"/>
            <a:ext cx="2108400" cy="77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of them all”</a:t>
            </a:r>
            <a:endParaRPr/>
          </a:p>
        </p:txBody>
      </p:sp>
      <p:sp>
        <p:nvSpPr>
          <p:cNvPr id="1157" name="Google Shape;1157;p64"/>
          <p:cNvSpPr txBox="1">
            <a:spLocks noGrp="1"/>
          </p:cNvSpPr>
          <p:nvPr>
            <p:ph type="subTitle" idx="8"/>
          </p:nvPr>
        </p:nvSpPr>
        <p:spPr>
          <a:xfrm>
            <a:off x="3317942" y="3199400"/>
            <a:ext cx="2108400" cy="3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Timmy Jimmy</a:t>
            </a:r>
            <a:endParaRPr/>
          </a:p>
        </p:txBody>
      </p:sp>
      <p:pic>
        <p:nvPicPr>
          <p:cNvPr id="1158" name="Google Shape;1158;p64"/>
          <p:cNvPicPr preferRelativeResize="0"/>
          <p:nvPr/>
        </p:nvPicPr>
        <p:blipFill rotWithShape="1">
          <a:blip r:embed="rId3">
            <a:alphaModFix/>
          </a:blip>
          <a:srcRect t="5570" b="5579"/>
          <a:stretch/>
        </p:blipFill>
        <p:spPr>
          <a:xfrm>
            <a:off x="5736925" y="538500"/>
            <a:ext cx="3407100" cy="4066500"/>
          </a:xfrm>
          <a:prstGeom prst="rect">
            <a:avLst/>
          </a:prstGeom>
          <a:noFill/>
          <a:ln>
            <a:noFill/>
          </a:ln>
        </p:spPr>
      </p:pic>
      <p:sp>
        <p:nvSpPr>
          <p:cNvPr id="1159" name="Google Shape;1159;p64"/>
          <p:cNvSpPr/>
          <p:nvPr/>
        </p:nvSpPr>
        <p:spPr>
          <a:xfrm flipH="1">
            <a:off x="8079288" y="3081550"/>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4"/>
          <p:cNvSpPr/>
          <p:nvPr/>
        </p:nvSpPr>
        <p:spPr>
          <a:xfrm rot="-5267166">
            <a:off x="6009210" y="929898"/>
            <a:ext cx="1110529" cy="1110529"/>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61" name="Google Shape;1161;p64"/>
          <p:cNvPicPr preferRelativeResize="0"/>
          <p:nvPr/>
        </p:nvPicPr>
        <p:blipFill rotWithShape="1">
          <a:blip r:embed="rId4">
            <a:alphaModFix/>
          </a:blip>
          <a:srcRect/>
          <a:stretch/>
        </p:blipFill>
        <p:spPr>
          <a:xfrm>
            <a:off x="5988176" y="3962684"/>
            <a:ext cx="845400" cy="1180815"/>
          </a:xfrm>
          <a:prstGeom prst="rect">
            <a:avLst/>
          </a:prstGeom>
          <a:noFill/>
          <a:ln>
            <a:noFill/>
          </a:ln>
        </p:spPr>
      </p:pic>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1165"/>
        <p:cNvGrpSpPr/>
        <p:nvPr/>
      </p:nvGrpSpPr>
      <p:grpSpPr>
        <a:xfrm>
          <a:off x="0" y="0"/>
          <a:ext cx="0" cy="0"/>
          <a:chOff x="0" y="0"/>
          <a:chExt cx="0" cy="0"/>
        </a:xfrm>
      </p:grpSpPr>
      <p:sp>
        <p:nvSpPr>
          <p:cNvPr id="1166" name="Google Shape;1166;p65"/>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POWERFUL</a:t>
            </a:r>
            <a:r>
              <a:rPr lang="en"/>
              <a:t> </a:t>
            </a:r>
            <a:r>
              <a:rPr lang="en">
                <a:solidFill>
                  <a:schemeClr val="accent2"/>
                </a:solidFill>
              </a:rPr>
              <a:t>DAY </a:t>
            </a:r>
            <a:r>
              <a:rPr lang="en"/>
              <a:t>FOR EQUAL RIGHTS</a:t>
            </a:r>
            <a:endParaRPr/>
          </a:p>
        </p:txBody>
      </p:sp>
      <p:sp>
        <p:nvSpPr>
          <p:cNvPr id="1167" name="Google Shape;1167;p65"/>
          <p:cNvSpPr txBox="1"/>
          <p:nvPr/>
        </p:nvSpPr>
        <p:spPr>
          <a:xfrm>
            <a:off x="5118150" y="1297127"/>
            <a:ext cx="1776300" cy="336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Mars</a:t>
            </a:r>
            <a:endParaRPr sz="2000" b="1">
              <a:solidFill>
                <a:schemeClr val="lt1"/>
              </a:solidFill>
              <a:latin typeface="Josefin Sans"/>
              <a:ea typeface="Josefin Sans"/>
              <a:cs typeface="Josefin Sans"/>
              <a:sym typeface="Josefin Sans"/>
            </a:endParaRPr>
          </a:p>
        </p:txBody>
      </p:sp>
      <p:sp>
        <p:nvSpPr>
          <p:cNvPr id="1168" name="Google Shape;1168;p65"/>
          <p:cNvSpPr txBox="1"/>
          <p:nvPr/>
        </p:nvSpPr>
        <p:spPr>
          <a:xfrm>
            <a:off x="5118150" y="1633151"/>
            <a:ext cx="1776300" cy="555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Despite being red, Mars is a cold place</a:t>
            </a:r>
            <a:endParaRPr>
              <a:solidFill>
                <a:schemeClr val="lt1"/>
              </a:solidFill>
              <a:latin typeface="Catamaran"/>
              <a:ea typeface="Catamaran"/>
              <a:cs typeface="Catamaran"/>
              <a:sym typeface="Catamaran"/>
            </a:endParaRPr>
          </a:p>
        </p:txBody>
      </p:sp>
      <p:sp>
        <p:nvSpPr>
          <p:cNvPr id="1169" name="Google Shape;1169;p65"/>
          <p:cNvSpPr txBox="1"/>
          <p:nvPr/>
        </p:nvSpPr>
        <p:spPr>
          <a:xfrm>
            <a:off x="6172350" y="2468355"/>
            <a:ext cx="1776300" cy="336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b="1">
                <a:solidFill>
                  <a:schemeClr val="lt1"/>
                </a:solidFill>
                <a:latin typeface="Josefin Sans"/>
                <a:ea typeface="Josefin Sans"/>
                <a:cs typeface="Josefin Sans"/>
                <a:sym typeface="Josefin Sans"/>
              </a:rPr>
              <a:t>Earth</a:t>
            </a:r>
            <a:endParaRPr sz="2000" b="1">
              <a:solidFill>
                <a:schemeClr val="lt1"/>
              </a:solidFill>
              <a:latin typeface="Josefin Sans"/>
              <a:ea typeface="Josefin Sans"/>
              <a:cs typeface="Josefin Sans"/>
              <a:sym typeface="Josefin Sans"/>
            </a:endParaRPr>
          </a:p>
        </p:txBody>
      </p:sp>
      <p:sp>
        <p:nvSpPr>
          <p:cNvPr id="1170" name="Google Shape;1170;p65"/>
          <p:cNvSpPr txBox="1"/>
          <p:nvPr/>
        </p:nvSpPr>
        <p:spPr>
          <a:xfrm>
            <a:off x="6172350" y="2804351"/>
            <a:ext cx="1776300" cy="555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lt1"/>
                </a:solidFill>
                <a:latin typeface="Catamaran"/>
                <a:ea typeface="Catamaran"/>
                <a:cs typeface="Catamaran"/>
                <a:sym typeface="Catamaran"/>
              </a:rPr>
              <a:t>Earth is the planet where we all live</a:t>
            </a:r>
            <a:endParaRPr>
              <a:solidFill>
                <a:schemeClr val="lt1"/>
              </a:solidFill>
              <a:latin typeface="Catamaran"/>
              <a:ea typeface="Catamaran"/>
              <a:cs typeface="Catamaran"/>
              <a:sym typeface="Catamaran"/>
            </a:endParaRPr>
          </a:p>
        </p:txBody>
      </p:sp>
      <p:sp>
        <p:nvSpPr>
          <p:cNvPr id="1171" name="Google Shape;1171;p65"/>
          <p:cNvSpPr txBox="1"/>
          <p:nvPr/>
        </p:nvSpPr>
        <p:spPr>
          <a:xfrm>
            <a:off x="1195350" y="2468354"/>
            <a:ext cx="1776300" cy="336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Josefin Sans"/>
                <a:ea typeface="Josefin Sans"/>
                <a:cs typeface="Josefin Sans"/>
                <a:sym typeface="Josefin Sans"/>
              </a:rPr>
              <a:t>Saturn</a:t>
            </a:r>
            <a:endParaRPr sz="2000" b="1">
              <a:solidFill>
                <a:schemeClr val="lt1"/>
              </a:solidFill>
              <a:latin typeface="Josefin Sans"/>
              <a:ea typeface="Josefin Sans"/>
              <a:cs typeface="Josefin Sans"/>
              <a:sym typeface="Josefin Sans"/>
            </a:endParaRPr>
          </a:p>
        </p:txBody>
      </p:sp>
      <p:sp>
        <p:nvSpPr>
          <p:cNvPr id="1172" name="Google Shape;1172;p65"/>
          <p:cNvSpPr txBox="1"/>
          <p:nvPr/>
        </p:nvSpPr>
        <p:spPr>
          <a:xfrm>
            <a:off x="1195350" y="2804351"/>
            <a:ext cx="1776300" cy="555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Catamaran"/>
                <a:ea typeface="Catamaran"/>
                <a:cs typeface="Catamaran"/>
                <a:sym typeface="Catamaran"/>
              </a:rPr>
              <a:t>Saturn is not the only planet with rings</a:t>
            </a:r>
            <a:endParaRPr>
              <a:solidFill>
                <a:schemeClr val="lt1"/>
              </a:solidFill>
              <a:latin typeface="Catamaran"/>
              <a:ea typeface="Catamaran"/>
              <a:cs typeface="Catamaran"/>
              <a:sym typeface="Catamaran"/>
            </a:endParaRPr>
          </a:p>
        </p:txBody>
      </p:sp>
      <p:sp>
        <p:nvSpPr>
          <p:cNvPr id="1173" name="Google Shape;1173;p65"/>
          <p:cNvSpPr txBox="1"/>
          <p:nvPr/>
        </p:nvSpPr>
        <p:spPr>
          <a:xfrm>
            <a:off x="2249550" y="3641352"/>
            <a:ext cx="1776300" cy="336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Josefin Sans"/>
                <a:ea typeface="Josefin Sans"/>
                <a:cs typeface="Josefin Sans"/>
                <a:sym typeface="Josefin Sans"/>
              </a:rPr>
              <a:t>Jupiter</a:t>
            </a:r>
            <a:endParaRPr sz="2000" b="1">
              <a:solidFill>
                <a:schemeClr val="lt1"/>
              </a:solidFill>
              <a:latin typeface="Josefin Sans"/>
              <a:ea typeface="Josefin Sans"/>
              <a:cs typeface="Josefin Sans"/>
              <a:sym typeface="Josefin Sans"/>
            </a:endParaRPr>
          </a:p>
        </p:txBody>
      </p:sp>
      <p:sp>
        <p:nvSpPr>
          <p:cNvPr id="1174" name="Google Shape;1174;p65"/>
          <p:cNvSpPr txBox="1"/>
          <p:nvPr/>
        </p:nvSpPr>
        <p:spPr>
          <a:xfrm>
            <a:off x="2249550" y="3977351"/>
            <a:ext cx="1776300" cy="555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Catamaran"/>
                <a:ea typeface="Catamaran"/>
                <a:cs typeface="Catamaran"/>
                <a:sym typeface="Catamaran"/>
              </a:rPr>
              <a:t>Jupiter was named after a Roman god</a:t>
            </a:r>
            <a:endParaRPr>
              <a:solidFill>
                <a:schemeClr val="lt1"/>
              </a:solidFill>
              <a:latin typeface="Catamaran"/>
              <a:ea typeface="Catamaran"/>
              <a:cs typeface="Catamaran"/>
              <a:sym typeface="Catamaran"/>
            </a:endParaRPr>
          </a:p>
        </p:txBody>
      </p:sp>
      <p:cxnSp>
        <p:nvCxnSpPr>
          <p:cNvPr id="1175" name="Google Shape;1175;p65"/>
          <p:cNvCxnSpPr>
            <a:stCxn id="1176" idx="4"/>
            <a:endCxn id="1177" idx="0"/>
          </p:cNvCxnSpPr>
          <p:nvPr/>
        </p:nvCxnSpPr>
        <p:spPr>
          <a:xfrm rot="-5400000" flipH="1">
            <a:off x="4907250" y="1817151"/>
            <a:ext cx="383700" cy="1054200"/>
          </a:xfrm>
          <a:prstGeom prst="bentConnector3">
            <a:avLst>
              <a:gd name="adj1" fmla="val 50003"/>
            </a:avLst>
          </a:prstGeom>
          <a:noFill/>
          <a:ln w="19050" cap="flat" cmpd="sng">
            <a:solidFill>
              <a:schemeClr val="lt1"/>
            </a:solidFill>
            <a:prstDash val="solid"/>
            <a:round/>
            <a:headEnd type="none" w="med" len="med"/>
            <a:tailEnd type="none" w="med" len="med"/>
          </a:ln>
        </p:spPr>
      </p:cxnSp>
      <p:cxnSp>
        <p:nvCxnSpPr>
          <p:cNvPr id="1178" name="Google Shape;1178;p65"/>
          <p:cNvCxnSpPr>
            <a:stCxn id="1177" idx="4"/>
            <a:endCxn id="1179" idx="0"/>
          </p:cNvCxnSpPr>
          <p:nvPr/>
        </p:nvCxnSpPr>
        <p:spPr>
          <a:xfrm rot="5400000">
            <a:off x="4906350" y="2989276"/>
            <a:ext cx="385500" cy="1054200"/>
          </a:xfrm>
          <a:prstGeom prst="bentConnector3">
            <a:avLst>
              <a:gd name="adj1" fmla="val 49994"/>
            </a:avLst>
          </a:prstGeom>
          <a:noFill/>
          <a:ln w="19050" cap="flat" cmpd="sng">
            <a:solidFill>
              <a:schemeClr val="lt1"/>
            </a:solidFill>
            <a:prstDash val="solid"/>
            <a:round/>
            <a:headEnd type="none" w="med" len="med"/>
            <a:tailEnd type="none" w="med" len="med"/>
          </a:ln>
        </p:spPr>
      </p:cxnSp>
      <p:cxnSp>
        <p:nvCxnSpPr>
          <p:cNvPr id="1180" name="Google Shape;1180;p65"/>
          <p:cNvCxnSpPr>
            <a:stCxn id="1179" idx="0"/>
            <a:endCxn id="1181" idx="4"/>
          </p:cNvCxnSpPr>
          <p:nvPr/>
        </p:nvCxnSpPr>
        <p:spPr>
          <a:xfrm rot="5400000" flipH="1">
            <a:off x="3852150" y="2989226"/>
            <a:ext cx="385500" cy="1054200"/>
          </a:xfrm>
          <a:prstGeom prst="bentConnector3">
            <a:avLst>
              <a:gd name="adj1" fmla="val 49994"/>
            </a:avLst>
          </a:prstGeom>
          <a:noFill/>
          <a:ln w="19050" cap="flat" cmpd="sng">
            <a:solidFill>
              <a:schemeClr val="lt1"/>
            </a:solidFill>
            <a:prstDash val="solid"/>
            <a:round/>
            <a:headEnd type="none" w="med" len="med"/>
            <a:tailEnd type="none" w="med" len="med"/>
          </a:ln>
        </p:spPr>
      </p:cxnSp>
      <p:cxnSp>
        <p:nvCxnSpPr>
          <p:cNvPr id="1182" name="Google Shape;1182;p65"/>
          <p:cNvCxnSpPr>
            <a:stCxn id="1181" idx="0"/>
            <a:endCxn id="1176" idx="4"/>
          </p:cNvCxnSpPr>
          <p:nvPr/>
        </p:nvCxnSpPr>
        <p:spPr>
          <a:xfrm rot="-5400000">
            <a:off x="3853050" y="1817176"/>
            <a:ext cx="383700" cy="1054200"/>
          </a:xfrm>
          <a:prstGeom prst="bentConnector3">
            <a:avLst>
              <a:gd name="adj1" fmla="val 50003"/>
            </a:avLst>
          </a:prstGeom>
          <a:noFill/>
          <a:ln w="19050" cap="flat" cmpd="sng">
            <a:solidFill>
              <a:schemeClr val="lt1"/>
            </a:solidFill>
            <a:prstDash val="solid"/>
            <a:round/>
            <a:headEnd type="none" w="med" len="med"/>
            <a:tailEnd type="none" w="med" len="med"/>
          </a:ln>
        </p:spPr>
      </p:cxnSp>
      <p:sp>
        <p:nvSpPr>
          <p:cNvPr id="1176" name="Google Shape;1176;p65"/>
          <p:cNvSpPr/>
          <p:nvPr/>
        </p:nvSpPr>
        <p:spPr>
          <a:xfrm>
            <a:off x="4178250" y="1364901"/>
            <a:ext cx="787500" cy="787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5"/>
          <p:cNvSpPr/>
          <p:nvPr/>
        </p:nvSpPr>
        <p:spPr>
          <a:xfrm>
            <a:off x="5232450" y="2536126"/>
            <a:ext cx="787500" cy="787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5"/>
          <p:cNvSpPr/>
          <p:nvPr/>
        </p:nvSpPr>
        <p:spPr>
          <a:xfrm>
            <a:off x="4178250" y="3709076"/>
            <a:ext cx="787500" cy="7875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5"/>
          <p:cNvSpPr/>
          <p:nvPr/>
        </p:nvSpPr>
        <p:spPr>
          <a:xfrm>
            <a:off x="3124050" y="2536126"/>
            <a:ext cx="787500" cy="787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5"/>
          <p:cNvSpPr/>
          <p:nvPr/>
        </p:nvSpPr>
        <p:spPr>
          <a:xfrm flipH="1">
            <a:off x="7560588" y="1522100"/>
            <a:ext cx="701400" cy="701400"/>
          </a:xfrm>
          <a:prstGeom prst="rtTriangl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5"/>
          <p:cNvSpPr/>
          <p:nvPr/>
        </p:nvSpPr>
        <p:spPr>
          <a:xfrm>
            <a:off x="7603200" y="390680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5"/>
          <p:cNvSpPr/>
          <p:nvPr/>
        </p:nvSpPr>
        <p:spPr>
          <a:xfrm rot="10800000">
            <a:off x="1359953" y="963150"/>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65"/>
          <p:cNvGrpSpPr/>
          <p:nvPr/>
        </p:nvGrpSpPr>
        <p:grpSpPr>
          <a:xfrm>
            <a:off x="4371934" y="3902755"/>
            <a:ext cx="400137" cy="400137"/>
            <a:chOff x="4047631" y="3382180"/>
            <a:chExt cx="400137" cy="400137"/>
          </a:xfrm>
        </p:grpSpPr>
        <p:sp>
          <p:nvSpPr>
            <p:cNvPr id="1187" name="Google Shape;1187;p65"/>
            <p:cNvSpPr/>
            <p:nvPr/>
          </p:nvSpPr>
          <p:spPr>
            <a:xfrm>
              <a:off x="4227246" y="3492844"/>
              <a:ext cx="40906" cy="87434"/>
            </a:xfrm>
            <a:custGeom>
              <a:avLst/>
              <a:gdLst/>
              <a:ahLst/>
              <a:cxnLst/>
              <a:rect l="l" t="t" r="r" b="b"/>
              <a:pathLst>
                <a:path w="1215" h="2597" extrusionOk="0">
                  <a:moveTo>
                    <a:pt x="0" y="0"/>
                  </a:moveTo>
                  <a:cubicBezTo>
                    <a:pt x="24" y="643"/>
                    <a:pt x="143" y="1286"/>
                    <a:pt x="334" y="1882"/>
                  </a:cubicBezTo>
                  <a:cubicBezTo>
                    <a:pt x="429" y="2144"/>
                    <a:pt x="500" y="2358"/>
                    <a:pt x="619" y="2596"/>
                  </a:cubicBezTo>
                  <a:cubicBezTo>
                    <a:pt x="953" y="1786"/>
                    <a:pt x="1167" y="905"/>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5"/>
            <p:cNvSpPr/>
            <p:nvPr/>
          </p:nvSpPr>
          <p:spPr>
            <a:xfrm>
              <a:off x="4149474" y="3386220"/>
              <a:ext cx="71375" cy="83394"/>
            </a:xfrm>
            <a:custGeom>
              <a:avLst/>
              <a:gdLst/>
              <a:ahLst/>
              <a:cxnLst/>
              <a:rect l="l" t="t" r="r" b="b"/>
              <a:pathLst>
                <a:path w="2120" h="2477" extrusionOk="0">
                  <a:moveTo>
                    <a:pt x="2120" y="0"/>
                  </a:moveTo>
                  <a:cubicBezTo>
                    <a:pt x="1000" y="310"/>
                    <a:pt x="143" y="1286"/>
                    <a:pt x="0" y="2477"/>
                  </a:cubicBezTo>
                  <a:lnTo>
                    <a:pt x="1620" y="2477"/>
                  </a:lnTo>
                  <a:cubicBezTo>
                    <a:pt x="1643" y="1619"/>
                    <a:pt x="1834" y="786"/>
                    <a:pt x="2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5"/>
            <p:cNvSpPr/>
            <p:nvPr/>
          </p:nvSpPr>
          <p:spPr>
            <a:xfrm>
              <a:off x="4149474" y="3492844"/>
              <a:ext cx="71375" cy="84202"/>
            </a:xfrm>
            <a:custGeom>
              <a:avLst/>
              <a:gdLst/>
              <a:ahLst/>
              <a:cxnLst/>
              <a:rect l="l" t="t" r="r" b="b"/>
              <a:pathLst>
                <a:path w="2120" h="2501" extrusionOk="0">
                  <a:moveTo>
                    <a:pt x="0" y="0"/>
                  </a:moveTo>
                  <a:cubicBezTo>
                    <a:pt x="143" y="1191"/>
                    <a:pt x="1000" y="2191"/>
                    <a:pt x="2120" y="2501"/>
                  </a:cubicBezTo>
                  <a:cubicBezTo>
                    <a:pt x="2024" y="2215"/>
                    <a:pt x="1929" y="1929"/>
                    <a:pt x="1858" y="1644"/>
                  </a:cubicBezTo>
                  <a:cubicBezTo>
                    <a:pt x="1715" y="1096"/>
                    <a:pt x="1643" y="572"/>
                    <a:pt x="1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5"/>
            <p:cNvSpPr/>
            <p:nvPr/>
          </p:nvSpPr>
          <p:spPr>
            <a:xfrm>
              <a:off x="4227246" y="3382180"/>
              <a:ext cx="40906" cy="87434"/>
            </a:xfrm>
            <a:custGeom>
              <a:avLst/>
              <a:gdLst/>
              <a:ahLst/>
              <a:cxnLst/>
              <a:rect l="l" t="t" r="r" b="b"/>
              <a:pathLst>
                <a:path w="1215" h="2597" extrusionOk="0">
                  <a:moveTo>
                    <a:pt x="619" y="1"/>
                  </a:moveTo>
                  <a:cubicBezTo>
                    <a:pt x="262" y="834"/>
                    <a:pt x="48" y="1716"/>
                    <a:pt x="0" y="2597"/>
                  </a:cubicBezTo>
                  <a:lnTo>
                    <a:pt x="1215" y="2597"/>
                  </a:lnTo>
                  <a:cubicBezTo>
                    <a:pt x="1167" y="1835"/>
                    <a:pt x="1024" y="1073"/>
                    <a:pt x="738" y="358"/>
                  </a:cubicBezTo>
                  <a:cubicBezTo>
                    <a:pt x="715" y="239"/>
                    <a:pt x="667" y="120"/>
                    <a:pt x="6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5"/>
            <p:cNvSpPr/>
            <p:nvPr/>
          </p:nvSpPr>
          <p:spPr>
            <a:xfrm>
              <a:off x="4274548" y="3492844"/>
              <a:ext cx="71375" cy="84202"/>
            </a:xfrm>
            <a:custGeom>
              <a:avLst/>
              <a:gdLst/>
              <a:ahLst/>
              <a:cxnLst/>
              <a:rect l="l" t="t" r="r" b="b"/>
              <a:pathLst>
                <a:path w="2120" h="2501" extrusionOk="0">
                  <a:moveTo>
                    <a:pt x="500" y="0"/>
                  </a:moveTo>
                  <a:cubicBezTo>
                    <a:pt x="476" y="858"/>
                    <a:pt x="286" y="1691"/>
                    <a:pt x="0" y="2501"/>
                  </a:cubicBezTo>
                  <a:cubicBezTo>
                    <a:pt x="1119" y="2191"/>
                    <a:pt x="1977" y="1191"/>
                    <a:pt x="2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5"/>
            <p:cNvSpPr/>
            <p:nvPr/>
          </p:nvSpPr>
          <p:spPr>
            <a:xfrm>
              <a:off x="4274548" y="3386220"/>
              <a:ext cx="71375" cy="83394"/>
            </a:xfrm>
            <a:custGeom>
              <a:avLst/>
              <a:gdLst/>
              <a:ahLst/>
              <a:cxnLst/>
              <a:rect l="l" t="t" r="r" b="b"/>
              <a:pathLst>
                <a:path w="2120" h="2477" extrusionOk="0">
                  <a:moveTo>
                    <a:pt x="0" y="0"/>
                  </a:moveTo>
                  <a:lnTo>
                    <a:pt x="0" y="0"/>
                  </a:lnTo>
                  <a:cubicBezTo>
                    <a:pt x="95" y="262"/>
                    <a:pt x="191" y="548"/>
                    <a:pt x="262" y="834"/>
                  </a:cubicBezTo>
                  <a:cubicBezTo>
                    <a:pt x="405" y="1381"/>
                    <a:pt x="476" y="1929"/>
                    <a:pt x="500" y="2477"/>
                  </a:cubicBezTo>
                  <a:lnTo>
                    <a:pt x="2120" y="2477"/>
                  </a:lnTo>
                  <a:cubicBezTo>
                    <a:pt x="1977" y="1286"/>
                    <a:pt x="1119" y="31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5"/>
            <p:cNvSpPr/>
            <p:nvPr/>
          </p:nvSpPr>
          <p:spPr>
            <a:xfrm>
              <a:off x="4047631" y="3566609"/>
              <a:ext cx="143558" cy="215708"/>
            </a:xfrm>
            <a:custGeom>
              <a:avLst/>
              <a:gdLst/>
              <a:ahLst/>
              <a:cxnLst/>
              <a:rect l="l" t="t" r="r" b="b"/>
              <a:pathLst>
                <a:path w="4264" h="6407" extrusionOk="0">
                  <a:moveTo>
                    <a:pt x="1" y="0"/>
                  </a:moveTo>
                  <a:lnTo>
                    <a:pt x="1" y="2286"/>
                  </a:lnTo>
                  <a:cubicBezTo>
                    <a:pt x="1" y="3525"/>
                    <a:pt x="644" y="4644"/>
                    <a:pt x="1715" y="5263"/>
                  </a:cubicBezTo>
                  <a:lnTo>
                    <a:pt x="1715" y="6406"/>
                  </a:lnTo>
                  <a:lnTo>
                    <a:pt x="4263" y="6406"/>
                  </a:lnTo>
                  <a:lnTo>
                    <a:pt x="4263" y="2286"/>
                  </a:lnTo>
                  <a:cubicBezTo>
                    <a:pt x="4263" y="1882"/>
                    <a:pt x="3930" y="1548"/>
                    <a:pt x="3525" y="1548"/>
                  </a:cubicBezTo>
                  <a:cubicBezTo>
                    <a:pt x="3120" y="1548"/>
                    <a:pt x="2787" y="1882"/>
                    <a:pt x="2787" y="2286"/>
                  </a:cubicBezTo>
                  <a:lnTo>
                    <a:pt x="2787" y="3025"/>
                  </a:lnTo>
                  <a:cubicBezTo>
                    <a:pt x="2358" y="2763"/>
                    <a:pt x="1977" y="2453"/>
                    <a:pt x="1763" y="2048"/>
                  </a:cubicBezTo>
                  <a:cubicBezTo>
                    <a:pt x="1668" y="1858"/>
                    <a:pt x="1572" y="1548"/>
                    <a:pt x="1525" y="1239"/>
                  </a:cubicBezTo>
                  <a:cubicBezTo>
                    <a:pt x="1382" y="524"/>
                    <a:pt x="739"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5"/>
            <p:cNvSpPr/>
            <p:nvPr/>
          </p:nvSpPr>
          <p:spPr>
            <a:xfrm>
              <a:off x="4304209" y="3566609"/>
              <a:ext cx="143558" cy="215708"/>
            </a:xfrm>
            <a:custGeom>
              <a:avLst/>
              <a:gdLst/>
              <a:ahLst/>
              <a:cxnLst/>
              <a:rect l="l" t="t" r="r" b="b"/>
              <a:pathLst>
                <a:path w="4264" h="6407" extrusionOk="0">
                  <a:moveTo>
                    <a:pt x="4263" y="0"/>
                  </a:moveTo>
                  <a:cubicBezTo>
                    <a:pt x="3525" y="0"/>
                    <a:pt x="2882" y="524"/>
                    <a:pt x="2739" y="1239"/>
                  </a:cubicBezTo>
                  <a:cubicBezTo>
                    <a:pt x="2691" y="1548"/>
                    <a:pt x="2596" y="1858"/>
                    <a:pt x="2501" y="2048"/>
                  </a:cubicBezTo>
                  <a:cubicBezTo>
                    <a:pt x="2287" y="2453"/>
                    <a:pt x="1905" y="2763"/>
                    <a:pt x="1477" y="3025"/>
                  </a:cubicBezTo>
                  <a:lnTo>
                    <a:pt x="1477" y="2286"/>
                  </a:lnTo>
                  <a:cubicBezTo>
                    <a:pt x="1477" y="1882"/>
                    <a:pt x="1143" y="1548"/>
                    <a:pt x="739" y="1548"/>
                  </a:cubicBezTo>
                  <a:cubicBezTo>
                    <a:pt x="334" y="1548"/>
                    <a:pt x="0" y="1882"/>
                    <a:pt x="0" y="2286"/>
                  </a:cubicBezTo>
                  <a:lnTo>
                    <a:pt x="0" y="6406"/>
                  </a:lnTo>
                  <a:lnTo>
                    <a:pt x="2548" y="6406"/>
                  </a:lnTo>
                  <a:lnTo>
                    <a:pt x="2548" y="5263"/>
                  </a:lnTo>
                  <a:cubicBezTo>
                    <a:pt x="3620" y="4644"/>
                    <a:pt x="4263" y="3525"/>
                    <a:pt x="4263" y="2286"/>
                  </a:cubicBezTo>
                  <a:lnTo>
                    <a:pt x="4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 name="Google Shape;1195;p65"/>
          <p:cNvGrpSpPr/>
          <p:nvPr/>
        </p:nvGrpSpPr>
        <p:grpSpPr>
          <a:xfrm>
            <a:off x="5420644" y="2751441"/>
            <a:ext cx="411112" cy="356840"/>
            <a:chOff x="3410444" y="3403828"/>
            <a:chExt cx="411112" cy="356840"/>
          </a:xfrm>
        </p:grpSpPr>
        <p:sp>
          <p:nvSpPr>
            <p:cNvPr id="1196" name="Google Shape;1196;p65"/>
            <p:cNvSpPr/>
            <p:nvPr/>
          </p:nvSpPr>
          <p:spPr>
            <a:xfrm>
              <a:off x="3577804" y="3698080"/>
              <a:ext cx="87434" cy="62588"/>
            </a:xfrm>
            <a:custGeom>
              <a:avLst/>
              <a:gdLst/>
              <a:ahLst/>
              <a:cxnLst/>
              <a:rect l="l" t="t" r="r" b="b"/>
              <a:pathLst>
                <a:path w="2597" h="1859" extrusionOk="0">
                  <a:moveTo>
                    <a:pt x="524" y="1"/>
                  </a:moveTo>
                  <a:lnTo>
                    <a:pt x="0" y="1858"/>
                  </a:lnTo>
                  <a:lnTo>
                    <a:pt x="2596" y="1858"/>
                  </a:lnTo>
                  <a:lnTo>
                    <a:pt x="2048" y="1"/>
                  </a:lnTo>
                  <a:cubicBezTo>
                    <a:pt x="1810" y="96"/>
                    <a:pt x="1572" y="144"/>
                    <a:pt x="1286" y="144"/>
                  </a:cubicBezTo>
                  <a:cubicBezTo>
                    <a:pt x="1024" y="144"/>
                    <a:pt x="762" y="96"/>
                    <a:pt x="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5"/>
            <p:cNvSpPr/>
            <p:nvPr/>
          </p:nvSpPr>
          <p:spPr>
            <a:xfrm>
              <a:off x="3410444" y="3403828"/>
              <a:ext cx="164196" cy="276006"/>
            </a:xfrm>
            <a:custGeom>
              <a:avLst/>
              <a:gdLst/>
              <a:ahLst/>
              <a:cxnLst/>
              <a:rect l="l" t="t" r="r" b="b"/>
              <a:pathLst>
                <a:path w="4877" h="8198" extrusionOk="0">
                  <a:moveTo>
                    <a:pt x="1304" y="1"/>
                  </a:moveTo>
                  <a:cubicBezTo>
                    <a:pt x="756" y="1"/>
                    <a:pt x="328" y="453"/>
                    <a:pt x="328" y="977"/>
                  </a:cubicBezTo>
                  <a:cubicBezTo>
                    <a:pt x="328" y="1525"/>
                    <a:pt x="756" y="1978"/>
                    <a:pt x="1304" y="1978"/>
                  </a:cubicBezTo>
                  <a:cubicBezTo>
                    <a:pt x="756" y="1978"/>
                    <a:pt x="328" y="2406"/>
                    <a:pt x="328" y="2954"/>
                  </a:cubicBezTo>
                  <a:cubicBezTo>
                    <a:pt x="328" y="3492"/>
                    <a:pt x="742" y="3939"/>
                    <a:pt x="1276" y="3954"/>
                  </a:cubicBezTo>
                  <a:lnTo>
                    <a:pt x="1277" y="3954"/>
                  </a:lnTo>
                  <a:cubicBezTo>
                    <a:pt x="437" y="3954"/>
                    <a:pt x="1" y="5032"/>
                    <a:pt x="613" y="5621"/>
                  </a:cubicBezTo>
                  <a:cubicBezTo>
                    <a:pt x="804" y="5812"/>
                    <a:pt x="1042" y="5907"/>
                    <a:pt x="1304" y="5907"/>
                  </a:cubicBezTo>
                  <a:lnTo>
                    <a:pt x="2399" y="5907"/>
                  </a:lnTo>
                  <a:cubicBezTo>
                    <a:pt x="2399" y="6000"/>
                    <a:pt x="2875" y="8198"/>
                    <a:pt x="4531" y="8198"/>
                  </a:cubicBezTo>
                  <a:cubicBezTo>
                    <a:pt x="4574" y="8198"/>
                    <a:pt x="4618" y="8196"/>
                    <a:pt x="4662" y="8193"/>
                  </a:cubicBezTo>
                  <a:cubicBezTo>
                    <a:pt x="4281" y="7788"/>
                    <a:pt x="4066" y="7264"/>
                    <a:pt x="4066" y="6669"/>
                  </a:cubicBezTo>
                  <a:lnTo>
                    <a:pt x="4066" y="3597"/>
                  </a:lnTo>
                  <a:lnTo>
                    <a:pt x="4876" y="2668"/>
                  </a:lnTo>
                  <a:lnTo>
                    <a:pt x="197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5"/>
            <p:cNvSpPr/>
            <p:nvPr/>
          </p:nvSpPr>
          <p:spPr>
            <a:xfrm>
              <a:off x="3668403" y="3403828"/>
              <a:ext cx="153153" cy="276006"/>
            </a:xfrm>
            <a:custGeom>
              <a:avLst/>
              <a:gdLst/>
              <a:ahLst/>
              <a:cxnLst/>
              <a:rect l="l" t="t" r="r" b="b"/>
              <a:pathLst>
                <a:path w="4549" h="8198" extrusionOk="0">
                  <a:moveTo>
                    <a:pt x="2882" y="1"/>
                  </a:moveTo>
                  <a:lnTo>
                    <a:pt x="0" y="2668"/>
                  </a:lnTo>
                  <a:lnTo>
                    <a:pt x="810" y="3597"/>
                  </a:lnTo>
                  <a:lnTo>
                    <a:pt x="810" y="6669"/>
                  </a:lnTo>
                  <a:cubicBezTo>
                    <a:pt x="810" y="7264"/>
                    <a:pt x="572" y="7788"/>
                    <a:pt x="215" y="8193"/>
                  </a:cubicBezTo>
                  <a:cubicBezTo>
                    <a:pt x="260" y="8196"/>
                    <a:pt x="303" y="8198"/>
                    <a:pt x="346" y="8198"/>
                  </a:cubicBezTo>
                  <a:cubicBezTo>
                    <a:pt x="2008" y="8198"/>
                    <a:pt x="2143" y="6000"/>
                    <a:pt x="2120" y="5907"/>
                  </a:cubicBezTo>
                  <a:lnTo>
                    <a:pt x="3549" y="5907"/>
                  </a:lnTo>
                  <a:cubicBezTo>
                    <a:pt x="4097" y="5907"/>
                    <a:pt x="4549" y="5478"/>
                    <a:pt x="4549" y="4930"/>
                  </a:cubicBezTo>
                  <a:cubicBezTo>
                    <a:pt x="4549" y="4383"/>
                    <a:pt x="4097" y="3954"/>
                    <a:pt x="3549" y="3954"/>
                  </a:cubicBezTo>
                  <a:cubicBezTo>
                    <a:pt x="4097" y="3954"/>
                    <a:pt x="4549" y="3502"/>
                    <a:pt x="4549" y="2954"/>
                  </a:cubicBezTo>
                  <a:cubicBezTo>
                    <a:pt x="4549" y="2406"/>
                    <a:pt x="4097" y="1978"/>
                    <a:pt x="3549" y="1978"/>
                  </a:cubicBezTo>
                  <a:cubicBezTo>
                    <a:pt x="4097" y="1978"/>
                    <a:pt x="4549" y="1525"/>
                    <a:pt x="4549" y="977"/>
                  </a:cubicBezTo>
                  <a:cubicBezTo>
                    <a:pt x="4549" y="453"/>
                    <a:pt x="4097" y="1"/>
                    <a:pt x="35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5"/>
            <p:cNvSpPr/>
            <p:nvPr/>
          </p:nvSpPr>
          <p:spPr>
            <a:xfrm>
              <a:off x="3597836" y="3422278"/>
              <a:ext cx="47337" cy="47337"/>
            </a:xfrm>
            <a:custGeom>
              <a:avLst/>
              <a:gdLst/>
              <a:ahLst/>
              <a:cxnLst/>
              <a:rect l="l" t="t" r="r" b="b"/>
              <a:pathLst>
                <a:path w="1406" h="1406" extrusionOk="0">
                  <a:moveTo>
                    <a:pt x="691" y="1"/>
                  </a:moveTo>
                  <a:cubicBezTo>
                    <a:pt x="310" y="1"/>
                    <a:pt x="1" y="334"/>
                    <a:pt x="1" y="715"/>
                  </a:cubicBezTo>
                  <a:lnTo>
                    <a:pt x="691" y="1406"/>
                  </a:lnTo>
                  <a:lnTo>
                    <a:pt x="1382" y="715"/>
                  </a:lnTo>
                  <a:cubicBezTo>
                    <a:pt x="1406" y="334"/>
                    <a:pt x="1096"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5"/>
            <p:cNvSpPr/>
            <p:nvPr/>
          </p:nvSpPr>
          <p:spPr>
            <a:xfrm>
              <a:off x="3570599" y="3479209"/>
              <a:ext cx="101844" cy="200490"/>
            </a:xfrm>
            <a:custGeom>
              <a:avLst/>
              <a:gdLst/>
              <a:ahLst/>
              <a:cxnLst/>
              <a:rect l="l" t="t" r="r" b="b"/>
              <a:pathLst>
                <a:path w="3025" h="5955" extrusionOk="0">
                  <a:moveTo>
                    <a:pt x="810" y="0"/>
                  </a:moveTo>
                  <a:lnTo>
                    <a:pt x="810" y="691"/>
                  </a:lnTo>
                  <a:lnTo>
                    <a:pt x="0" y="1620"/>
                  </a:lnTo>
                  <a:lnTo>
                    <a:pt x="0" y="4430"/>
                  </a:lnTo>
                  <a:cubicBezTo>
                    <a:pt x="0" y="5263"/>
                    <a:pt x="667" y="5954"/>
                    <a:pt x="1500" y="5954"/>
                  </a:cubicBezTo>
                  <a:cubicBezTo>
                    <a:pt x="2334" y="5954"/>
                    <a:pt x="3025" y="5263"/>
                    <a:pt x="3025" y="4430"/>
                  </a:cubicBezTo>
                  <a:lnTo>
                    <a:pt x="3025" y="1620"/>
                  </a:lnTo>
                  <a:lnTo>
                    <a:pt x="2191" y="691"/>
                  </a:lnTo>
                  <a:lnTo>
                    <a:pt x="2191" y="0"/>
                  </a:lnTo>
                  <a:cubicBezTo>
                    <a:pt x="2191" y="0"/>
                    <a:pt x="1500" y="691"/>
                    <a:pt x="1500" y="691"/>
                  </a:cubicBezTo>
                  <a:cubicBezTo>
                    <a:pt x="1500" y="691"/>
                    <a:pt x="810"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 name="Google Shape;1201;p65"/>
          <p:cNvGrpSpPr/>
          <p:nvPr/>
        </p:nvGrpSpPr>
        <p:grpSpPr>
          <a:xfrm>
            <a:off x="3317748" y="2745059"/>
            <a:ext cx="400103" cy="369635"/>
            <a:chOff x="6733573" y="4058892"/>
            <a:chExt cx="400103" cy="369635"/>
          </a:xfrm>
        </p:grpSpPr>
        <p:sp>
          <p:nvSpPr>
            <p:cNvPr id="1202" name="Google Shape;1202;p65"/>
            <p:cNvSpPr/>
            <p:nvPr/>
          </p:nvSpPr>
          <p:spPr>
            <a:xfrm>
              <a:off x="6956450" y="4321868"/>
              <a:ext cx="55349" cy="34509"/>
            </a:xfrm>
            <a:custGeom>
              <a:avLst/>
              <a:gdLst/>
              <a:ahLst/>
              <a:cxnLst/>
              <a:rect l="l" t="t" r="r" b="b"/>
              <a:pathLst>
                <a:path w="1644" h="1025" extrusionOk="0">
                  <a:moveTo>
                    <a:pt x="1" y="0"/>
                  </a:moveTo>
                  <a:lnTo>
                    <a:pt x="1" y="1024"/>
                  </a:lnTo>
                  <a:cubicBezTo>
                    <a:pt x="429" y="762"/>
                    <a:pt x="1215" y="262"/>
                    <a:pt x="1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5"/>
            <p:cNvSpPr/>
            <p:nvPr/>
          </p:nvSpPr>
          <p:spPr>
            <a:xfrm>
              <a:off x="6969277" y="4136664"/>
              <a:ext cx="164398" cy="238938"/>
            </a:xfrm>
            <a:custGeom>
              <a:avLst/>
              <a:gdLst/>
              <a:ahLst/>
              <a:cxnLst/>
              <a:rect l="l" t="t" r="r" b="b"/>
              <a:pathLst>
                <a:path w="4883" h="7097" extrusionOk="0">
                  <a:moveTo>
                    <a:pt x="2549" y="0"/>
                  </a:moveTo>
                  <a:lnTo>
                    <a:pt x="2549" y="5525"/>
                  </a:lnTo>
                  <a:cubicBezTo>
                    <a:pt x="1858" y="5954"/>
                    <a:pt x="667" y="6668"/>
                    <a:pt x="1" y="7097"/>
                  </a:cubicBezTo>
                  <a:lnTo>
                    <a:pt x="4883" y="7097"/>
                  </a:lnTo>
                  <a:lnTo>
                    <a:pt x="488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5"/>
            <p:cNvSpPr/>
            <p:nvPr/>
          </p:nvSpPr>
          <p:spPr>
            <a:xfrm>
              <a:off x="6869858" y="4155080"/>
              <a:ext cx="36125" cy="59389"/>
            </a:xfrm>
            <a:custGeom>
              <a:avLst/>
              <a:gdLst/>
              <a:ahLst/>
              <a:cxnLst/>
              <a:rect l="l" t="t" r="r" b="b"/>
              <a:pathLst>
                <a:path w="1073" h="1764" extrusionOk="0">
                  <a:moveTo>
                    <a:pt x="1072" y="1"/>
                  </a:moveTo>
                  <a:cubicBezTo>
                    <a:pt x="453" y="168"/>
                    <a:pt x="1" y="739"/>
                    <a:pt x="1" y="1406"/>
                  </a:cubicBezTo>
                  <a:cubicBezTo>
                    <a:pt x="1" y="1525"/>
                    <a:pt x="1" y="1644"/>
                    <a:pt x="48" y="1763"/>
                  </a:cubicBezTo>
                  <a:lnTo>
                    <a:pt x="1072" y="1192"/>
                  </a:lnTo>
                  <a:lnTo>
                    <a:pt x="10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5"/>
            <p:cNvSpPr/>
            <p:nvPr/>
          </p:nvSpPr>
          <p:spPr>
            <a:xfrm>
              <a:off x="6882685" y="4221640"/>
              <a:ext cx="23298" cy="27304"/>
            </a:xfrm>
            <a:custGeom>
              <a:avLst/>
              <a:gdLst/>
              <a:ahLst/>
              <a:cxnLst/>
              <a:rect l="l" t="t" r="r" b="b"/>
              <a:pathLst>
                <a:path w="692" h="811" extrusionOk="0">
                  <a:moveTo>
                    <a:pt x="691" y="1"/>
                  </a:moveTo>
                  <a:lnTo>
                    <a:pt x="1" y="405"/>
                  </a:lnTo>
                  <a:cubicBezTo>
                    <a:pt x="167" y="596"/>
                    <a:pt x="429" y="763"/>
                    <a:pt x="691" y="810"/>
                  </a:cubicBez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5"/>
            <p:cNvSpPr/>
            <p:nvPr/>
          </p:nvSpPr>
          <p:spPr>
            <a:xfrm>
              <a:off x="6929987" y="4221640"/>
              <a:ext cx="24106" cy="27304"/>
            </a:xfrm>
            <a:custGeom>
              <a:avLst/>
              <a:gdLst/>
              <a:ahLst/>
              <a:cxnLst/>
              <a:rect l="l" t="t" r="r" b="b"/>
              <a:pathLst>
                <a:path w="716" h="811" extrusionOk="0">
                  <a:moveTo>
                    <a:pt x="1" y="1"/>
                  </a:moveTo>
                  <a:lnTo>
                    <a:pt x="1" y="810"/>
                  </a:lnTo>
                  <a:cubicBezTo>
                    <a:pt x="263" y="763"/>
                    <a:pt x="525" y="596"/>
                    <a:pt x="715" y="405"/>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5"/>
            <p:cNvSpPr/>
            <p:nvPr/>
          </p:nvSpPr>
          <p:spPr>
            <a:xfrm>
              <a:off x="6929987" y="4155080"/>
              <a:ext cx="41748" cy="59389"/>
            </a:xfrm>
            <a:custGeom>
              <a:avLst/>
              <a:gdLst/>
              <a:ahLst/>
              <a:cxnLst/>
              <a:rect l="l" t="t" r="r" b="b"/>
              <a:pathLst>
                <a:path w="1240" h="1764" extrusionOk="0">
                  <a:moveTo>
                    <a:pt x="1" y="1"/>
                  </a:moveTo>
                  <a:lnTo>
                    <a:pt x="1" y="1192"/>
                  </a:lnTo>
                  <a:lnTo>
                    <a:pt x="1049" y="1763"/>
                  </a:lnTo>
                  <a:cubicBezTo>
                    <a:pt x="1239" y="1001"/>
                    <a:pt x="739" y="19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5"/>
            <p:cNvSpPr/>
            <p:nvPr/>
          </p:nvSpPr>
          <p:spPr>
            <a:xfrm>
              <a:off x="6804106" y="4106195"/>
              <a:ext cx="227761" cy="192443"/>
            </a:xfrm>
            <a:custGeom>
              <a:avLst/>
              <a:gdLst/>
              <a:ahLst/>
              <a:cxnLst/>
              <a:rect l="l" t="t" r="r" b="b"/>
              <a:pathLst>
                <a:path w="6765" h="5716" extrusionOk="0">
                  <a:moveTo>
                    <a:pt x="3383" y="733"/>
                  </a:moveTo>
                  <a:cubicBezTo>
                    <a:pt x="4424" y="733"/>
                    <a:pt x="5466" y="1441"/>
                    <a:pt x="5526" y="2858"/>
                  </a:cubicBezTo>
                  <a:cubicBezTo>
                    <a:pt x="5526" y="4025"/>
                    <a:pt x="4549" y="4977"/>
                    <a:pt x="3383" y="4977"/>
                  </a:cubicBezTo>
                  <a:cubicBezTo>
                    <a:pt x="2216" y="4977"/>
                    <a:pt x="1239" y="4025"/>
                    <a:pt x="1239" y="2858"/>
                  </a:cubicBezTo>
                  <a:cubicBezTo>
                    <a:pt x="1299" y="1441"/>
                    <a:pt x="2341" y="733"/>
                    <a:pt x="3383" y="733"/>
                  </a:cubicBezTo>
                  <a:close/>
                  <a:moveTo>
                    <a:pt x="1" y="0"/>
                  </a:moveTo>
                  <a:lnTo>
                    <a:pt x="1" y="5716"/>
                  </a:lnTo>
                  <a:lnTo>
                    <a:pt x="6764" y="5716"/>
                  </a:lnTo>
                  <a:lnTo>
                    <a:pt x="67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5"/>
            <p:cNvSpPr/>
            <p:nvPr/>
          </p:nvSpPr>
          <p:spPr>
            <a:xfrm>
              <a:off x="6733573" y="4058892"/>
              <a:ext cx="47337" cy="369635"/>
            </a:xfrm>
            <a:custGeom>
              <a:avLst/>
              <a:gdLst/>
              <a:ahLst/>
              <a:cxnLst/>
              <a:rect l="l" t="t" r="r" b="b"/>
              <a:pathLst>
                <a:path w="1406" h="10979" extrusionOk="0">
                  <a:moveTo>
                    <a:pt x="0" y="0"/>
                  </a:moveTo>
                  <a:lnTo>
                    <a:pt x="0" y="10979"/>
                  </a:lnTo>
                  <a:lnTo>
                    <a:pt x="1405" y="10979"/>
                  </a:lnTo>
                  <a:lnTo>
                    <a:pt x="140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 name="Google Shape;1210;p65"/>
          <p:cNvGrpSpPr/>
          <p:nvPr/>
        </p:nvGrpSpPr>
        <p:grpSpPr>
          <a:xfrm>
            <a:off x="4371953" y="1565417"/>
            <a:ext cx="400105" cy="386469"/>
            <a:chOff x="3421453" y="2136255"/>
            <a:chExt cx="400105" cy="386469"/>
          </a:xfrm>
        </p:grpSpPr>
        <p:sp>
          <p:nvSpPr>
            <p:cNvPr id="1211" name="Google Shape;1211;p65"/>
            <p:cNvSpPr/>
            <p:nvPr/>
          </p:nvSpPr>
          <p:spPr>
            <a:xfrm>
              <a:off x="3570599" y="2286175"/>
              <a:ext cx="52151" cy="22490"/>
            </a:xfrm>
            <a:custGeom>
              <a:avLst/>
              <a:gdLst/>
              <a:ahLst/>
              <a:cxnLst/>
              <a:rect l="l" t="t" r="r" b="b"/>
              <a:pathLst>
                <a:path w="1549" h="668" extrusionOk="0">
                  <a:moveTo>
                    <a:pt x="0" y="1"/>
                  </a:moveTo>
                  <a:lnTo>
                    <a:pt x="0" y="667"/>
                  </a:lnTo>
                  <a:lnTo>
                    <a:pt x="572" y="667"/>
                  </a:lnTo>
                  <a:cubicBezTo>
                    <a:pt x="1024" y="667"/>
                    <a:pt x="1405" y="382"/>
                    <a:pt x="1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5"/>
            <p:cNvSpPr/>
            <p:nvPr/>
          </p:nvSpPr>
          <p:spPr>
            <a:xfrm>
              <a:off x="3570599" y="2226551"/>
              <a:ext cx="99454" cy="35620"/>
            </a:xfrm>
            <a:custGeom>
              <a:avLst/>
              <a:gdLst/>
              <a:ahLst/>
              <a:cxnLst/>
              <a:rect l="l" t="t" r="r" b="b"/>
              <a:pathLst>
                <a:path w="2954" h="1058" extrusionOk="0">
                  <a:moveTo>
                    <a:pt x="705" y="0"/>
                  </a:moveTo>
                  <a:cubicBezTo>
                    <a:pt x="338" y="0"/>
                    <a:pt x="0" y="330"/>
                    <a:pt x="0" y="700"/>
                  </a:cubicBezTo>
                  <a:lnTo>
                    <a:pt x="0" y="1057"/>
                  </a:lnTo>
                  <a:lnTo>
                    <a:pt x="2953" y="1057"/>
                  </a:lnTo>
                  <a:cubicBezTo>
                    <a:pt x="2905" y="891"/>
                    <a:pt x="2834" y="748"/>
                    <a:pt x="2715" y="605"/>
                  </a:cubicBezTo>
                  <a:cubicBezTo>
                    <a:pt x="2524" y="390"/>
                    <a:pt x="2262" y="224"/>
                    <a:pt x="1953" y="200"/>
                  </a:cubicBezTo>
                  <a:lnTo>
                    <a:pt x="810" y="9"/>
                  </a:lnTo>
                  <a:cubicBezTo>
                    <a:pt x="775" y="3"/>
                    <a:pt x="740" y="0"/>
                    <a:pt x="7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5"/>
            <p:cNvSpPr/>
            <p:nvPr/>
          </p:nvSpPr>
          <p:spPr>
            <a:xfrm>
              <a:off x="3583426" y="2286175"/>
              <a:ext cx="89017" cy="173219"/>
            </a:xfrm>
            <a:custGeom>
              <a:avLst/>
              <a:gdLst/>
              <a:ahLst/>
              <a:cxnLst/>
              <a:rect l="l" t="t" r="r" b="b"/>
              <a:pathLst>
                <a:path w="2644" h="5145" extrusionOk="0">
                  <a:moveTo>
                    <a:pt x="1881" y="1"/>
                  </a:moveTo>
                  <a:cubicBezTo>
                    <a:pt x="1715" y="763"/>
                    <a:pt x="1024" y="1358"/>
                    <a:pt x="191" y="1358"/>
                  </a:cubicBezTo>
                  <a:lnTo>
                    <a:pt x="0" y="1358"/>
                  </a:lnTo>
                  <a:lnTo>
                    <a:pt x="667" y="1930"/>
                  </a:lnTo>
                  <a:lnTo>
                    <a:pt x="667" y="5145"/>
                  </a:lnTo>
                  <a:lnTo>
                    <a:pt x="2644" y="5145"/>
                  </a:lnTo>
                  <a:lnTo>
                    <a:pt x="26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5"/>
            <p:cNvSpPr/>
            <p:nvPr/>
          </p:nvSpPr>
          <p:spPr>
            <a:xfrm>
              <a:off x="3421453" y="2136255"/>
              <a:ext cx="400105" cy="386469"/>
            </a:xfrm>
            <a:custGeom>
              <a:avLst/>
              <a:gdLst/>
              <a:ahLst/>
              <a:cxnLst/>
              <a:rect l="l" t="t" r="r" b="b"/>
              <a:pathLst>
                <a:path w="11884" h="11479" extrusionOk="0">
                  <a:moveTo>
                    <a:pt x="1" y="0"/>
                  </a:moveTo>
                  <a:lnTo>
                    <a:pt x="1" y="11479"/>
                  </a:lnTo>
                  <a:lnTo>
                    <a:pt x="2739" y="9598"/>
                  </a:lnTo>
                  <a:lnTo>
                    <a:pt x="4787" y="9598"/>
                  </a:lnTo>
                  <a:lnTo>
                    <a:pt x="4787" y="6692"/>
                  </a:lnTo>
                  <a:lnTo>
                    <a:pt x="3739" y="5811"/>
                  </a:lnTo>
                  <a:lnTo>
                    <a:pt x="3739" y="3382"/>
                  </a:lnTo>
                  <a:cubicBezTo>
                    <a:pt x="3739" y="2614"/>
                    <a:pt x="4407" y="1987"/>
                    <a:pt x="5146" y="1987"/>
                  </a:cubicBezTo>
                  <a:cubicBezTo>
                    <a:pt x="5209" y="1987"/>
                    <a:pt x="5272" y="1992"/>
                    <a:pt x="5335" y="2001"/>
                  </a:cubicBezTo>
                  <a:lnTo>
                    <a:pt x="6502" y="2191"/>
                  </a:lnTo>
                  <a:cubicBezTo>
                    <a:pt x="6954" y="2263"/>
                    <a:pt x="7359" y="2477"/>
                    <a:pt x="7669" y="2834"/>
                  </a:cubicBezTo>
                  <a:cubicBezTo>
                    <a:pt x="7978" y="3192"/>
                    <a:pt x="8145" y="3644"/>
                    <a:pt x="8145" y="4096"/>
                  </a:cubicBezTo>
                  <a:lnTo>
                    <a:pt x="8145" y="9598"/>
                  </a:lnTo>
                  <a:lnTo>
                    <a:pt x="11884" y="9598"/>
                  </a:lnTo>
                  <a:lnTo>
                    <a:pt x="11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1218"/>
        <p:cNvGrpSpPr/>
        <p:nvPr/>
      </p:nvGrpSpPr>
      <p:grpSpPr>
        <a:xfrm>
          <a:off x="0" y="0"/>
          <a:ext cx="0" cy="0"/>
          <a:chOff x="0" y="0"/>
          <a:chExt cx="0" cy="0"/>
        </a:xfrm>
      </p:grpSpPr>
      <p:grpSp>
        <p:nvGrpSpPr>
          <p:cNvPr id="1219" name="Google Shape;1219;p66"/>
          <p:cNvGrpSpPr/>
          <p:nvPr/>
        </p:nvGrpSpPr>
        <p:grpSpPr>
          <a:xfrm>
            <a:off x="935100" y="1890380"/>
            <a:ext cx="3867000" cy="2458200"/>
            <a:chOff x="935100" y="1890380"/>
            <a:chExt cx="3867000" cy="2458200"/>
          </a:xfrm>
        </p:grpSpPr>
        <p:sp>
          <p:nvSpPr>
            <p:cNvPr id="1220" name="Google Shape;1220;p66"/>
            <p:cNvSpPr/>
            <p:nvPr/>
          </p:nvSpPr>
          <p:spPr>
            <a:xfrm>
              <a:off x="935100" y="1890380"/>
              <a:ext cx="3867000" cy="2458200"/>
            </a:xfrm>
            <a:prstGeom prst="roundRect">
              <a:avLst>
                <a:gd name="adj" fmla="val 7083"/>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66"/>
            <p:cNvGrpSpPr/>
            <p:nvPr/>
          </p:nvGrpSpPr>
          <p:grpSpPr>
            <a:xfrm>
              <a:off x="1120472" y="4102663"/>
              <a:ext cx="556012" cy="109394"/>
              <a:chOff x="912891" y="3985001"/>
              <a:chExt cx="385050" cy="75753"/>
            </a:xfrm>
          </p:grpSpPr>
          <p:sp>
            <p:nvSpPr>
              <p:cNvPr id="1222" name="Google Shape;1222;p66"/>
              <p:cNvSpPr/>
              <p:nvPr/>
            </p:nvSpPr>
            <p:spPr>
              <a:xfrm>
                <a:off x="912891" y="3988644"/>
                <a:ext cx="67540" cy="67540"/>
              </a:xfrm>
              <a:custGeom>
                <a:avLst/>
                <a:gdLst/>
                <a:ahLst/>
                <a:cxnLst/>
                <a:rect l="l" t="t" r="r" b="b"/>
                <a:pathLst>
                  <a:path w="4523" h="4523" extrusionOk="0">
                    <a:moveTo>
                      <a:pt x="0" y="1"/>
                    </a:moveTo>
                    <a:lnTo>
                      <a:pt x="0" y="4523"/>
                    </a:lnTo>
                    <a:lnTo>
                      <a:pt x="4522" y="2262"/>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6"/>
              <p:cNvSpPr/>
              <p:nvPr/>
            </p:nvSpPr>
            <p:spPr>
              <a:xfrm>
                <a:off x="1066169" y="3997767"/>
                <a:ext cx="49292" cy="49292"/>
              </a:xfrm>
              <a:custGeom>
                <a:avLst/>
                <a:gdLst/>
                <a:ahLst/>
                <a:cxnLst/>
                <a:rect l="l" t="t" r="r" b="b"/>
                <a:pathLst>
                  <a:path w="3301" h="3301" extrusionOk="0">
                    <a:moveTo>
                      <a:pt x="1" y="1"/>
                    </a:moveTo>
                    <a:lnTo>
                      <a:pt x="1" y="3301"/>
                    </a:lnTo>
                    <a:lnTo>
                      <a:pt x="3300" y="1651"/>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6"/>
              <p:cNvSpPr/>
              <p:nvPr/>
            </p:nvSpPr>
            <p:spPr>
              <a:xfrm>
                <a:off x="1117262" y="3997767"/>
                <a:ext cx="6406" cy="49292"/>
              </a:xfrm>
              <a:custGeom>
                <a:avLst/>
                <a:gdLst/>
                <a:ahLst/>
                <a:cxnLst/>
                <a:rect l="l" t="t" r="r" b="b"/>
                <a:pathLst>
                  <a:path w="429" h="3301" extrusionOk="0">
                    <a:moveTo>
                      <a:pt x="1" y="1"/>
                    </a:moveTo>
                    <a:lnTo>
                      <a:pt x="1" y="3301"/>
                    </a:lnTo>
                    <a:lnTo>
                      <a:pt x="428" y="3301"/>
                    </a:lnTo>
                    <a:lnTo>
                      <a:pt x="42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6"/>
              <p:cNvSpPr/>
              <p:nvPr/>
            </p:nvSpPr>
            <p:spPr>
              <a:xfrm>
                <a:off x="1210324" y="3985001"/>
                <a:ext cx="51129" cy="75753"/>
              </a:xfrm>
              <a:custGeom>
                <a:avLst/>
                <a:gdLst/>
                <a:ahLst/>
                <a:cxnLst/>
                <a:rect l="l" t="t" r="r" b="b"/>
                <a:pathLst>
                  <a:path w="3424" h="5073" extrusionOk="0">
                    <a:moveTo>
                      <a:pt x="3423" y="0"/>
                    </a:moveTo>
                    <a:lnTo>
                      <a:pt x="1" y="2506"/>
                    </a:lnTo>
                    <a:lnTo>
                      <a:pt x="3423" y="5072"/>
                    </a:lnTo>
                    <a:lnTo>
                      <a:pt x="342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6"/>
              <p:cNvSpPr/>
              <p:nvPr/>
            </p:nvSpPr>
            <p:spPr>
              <a:xfrm>
                <a:off x="1210324" y="4004157"/>
                <a:ext cx="25564" cy="37421"/>
              </a:xfrm>
              <a:custGeom>
                <a:avLst/>
                <a:gdLst/>
                <a:ahLst/>
                <a:cxnLst/>
                <a:rect l="l" t="t" r="r" b="b"/>
                <a:pathLst>
                  <a:path w="1712" h="2506" extrusionOk="0">
                    <a:moveTo>
                      <a:pt x="1" y="0"/>
                    </a:moveTo>
                    <a:lnTo>
                      <a:pt x="1" y="2506"/>
                    </a:lnTo>
                    <a:lnTo>
                      <a:pt x="1712" y="2506"/>
                    </a:lnTo>
                    <a:lnTo>
                      <a:pt x="17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6"/>
              <p:cNvSpPr/>
              <p:nvPr/>
            </p:nvSpPr>
            <p:spPr>
              <a:xfrm>
                <a:off x="1268718" y="3986822"/>
                <a:ext cx="29223" cy="72109"/>
              </a:xfrm>
              <a:custGeom>
                <a:avLst/>
                <a:gdLst/>
                <a:ahLst/>
                <a:cxnLst/>
                <a:rect l="l" t="t" r="r" b="b"/>
                <a:pathLst>
                  <a:path w="1957" h="4829" extrusionOk="0">
                    <a:moveTo>
                      <a:pt x="1" y="0"/>
                    </a:moveTo>
                    <a:lnTo>
                      <a:pt x="1" y="489"/>
                    </a:lnTo>
                    <a:cubicBezTo>
                      <a:pt x="856" y="734"/>
                      <a:pt x="1468" y="1528"/>
                      <a:pt x="1468" y="2384"/>
                    </a:cubicBezTo>
                    <a:cubicBezTo>
                      <a:pt x="1468" y="3300"/>
                      <a:pt x="856" y="4095"/>
                      <a:pt x="1" y="4278"/>
                    </a:cubicBezTo>
                    <a:lnTo>
                      <a:pt x="1" y="4828"/>
                    </a:lnTo>
                    <a:cubicBezTo>
                      <a:pt x="1162" y="4584"/>
                      <a:pt x="1956" y="3606"/>
                      <a:pt x="1956" y="2384"/>
                    </a:cubicBezTo>
                    <a:cubicBezTo>
                      <a:pt x="1956" y="1223"/>
                      <a:pt x="1162" y="245"/>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6"/>
              <p:cNvSpPr/>
              <p:nvPr/>
            </p:nvSpPr>
            <p:spPr>
              <a:xfrm>
                <a:off x="1268718" y="4005068"/>
                <a:ext cx="14619" cy="35599"/>
              </a:xfrm>
              <a:custGeom>
                <a:avLst/>
                <a:gdLst/>
                <a:ahLst/>
                <a:cxnLst/>
                <a:rect l="l" t="t" r="r" b="b"/>
                <a:pathLst>
                  <a:path w="979" h="2384" extrusionOk="0">
                    <a:moveTo>
                      <a:pt x="1" y="1"/>
                    </a:moveTo>
                    <a:lnTo>
                      <a:pt x="1" y="2384"/>
                    </a:lnTo>
                    <a:cubicBezTo>
                      <a:pt x="612" y="2262"/>
                      <a:pt x="979" y="1773"/>
                      <a:pt x="979" y="1162"/>
                    </a:cubicBezTo>
                    <a:cubicBezTo>
                      <a:pt x="979" y="612"/>
                      <a:pt x="612" y="12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 name="Google Shape;1229;p66"/>
            <p:cNvGrpSpPr/>
            <p:nvPr/>
          </p:nvGrpSpPr>
          <p:grpSpPr>
            <a:xfrm>
              <a:off x="4052886" y="4097404"/>
              <a:ext cx="606075" cy="119931"/>
              <a:chOff x="4349939" y="3981343"/>
              <a:chExt cx="419720" cy="83049"/>
            </a:xfrm>
          </p:grpSpPr>
          <p:sp>
            <p:nvSpPr>
              <p:cNvPr id="1230" name="Google Shape;1230;p66"/>
              <p:cNvSpPr/>
              <p:nvPr/>
            </p:nvSpPr>
            <p:spPr>
              <a:xfrm>
                <a:off x="4349939" y="3989555"/>
                <a:ext cx="104946" cy="65718"/>
              </a:xfrm>
              <a:custGeom>
                <a:avLst/>
                <a:gdLst/>
                <a:ahLst/>
                <a:cxnLst/>
                <a:rect l="l" t="t" r="r" b="b"/>
                <a:pathLst>
                  <a:path w="7028" h="4401" extrusionOk="0">
                    <a:moveTo>
                      <a:pt x="6417" y="612"/>
                    </a:moveTo>
                    <a:lnTo>
                      <a:pt x="6417" y="3789"/>
                    </a:lnTo>
                    <a:lnTo>
                      <a:pt x="672" y="3789"/>
                    </a:lnTo>
                    <a:lnTo>
                      <a:pt x="672" y="612"/>
                    </a:lnTo>
                    <a:close/>
                    <a:moveTo>
                      <a:pt x="306" y="1"/>
                    </a:moveTo>
                    <a:cubicBezTo>
                      <a:pt x="183" y="1"/>
                      <a:pt x="0" y="123"/>
                      <a:pt x="0" y="306"/>
                    </a:cubicBezTo>
                    <a:lnTo>
                      <a:pt x="0" y="4095"/>
                    </a:lnTo>
                    <a:cubicBezTo>
                      <a:pt x="0" y="4278"/>
                      <a:pt x="183" y="4401"/>
                      <a:pt x="306" y="4401"/>
                    </a:cubicBezTo>
                    <a:lnTo>
                      <a:pt x="6722" y="4401"/>
                    </a:lnTo>
                    <a:cubicBezTo>
                      <a:pt x="6906" y="4401"/>
                      <a:pt x="7028" y="4278"/>
                      <a:pt x="7028" y="4095"/>
                    </a:cubicBezTo>
                    <a:lnTo>
                      <a:pt x="7028" y="306"/>
                    </a:lnTo>
                    <a:cubicBezTo>
                      <a:pt x="7028" y="123"/>
                      <a:pt x="6906" y="1"/>
                      <a:pt x="6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6"/>
              <p:cNvSpPr/>
              <p:nvPr/>
            </p:nvSpPr>
            <p:spPr>
              <a:xfrm>
                <a:off x="4521462" y="3982254"/>
                <a:ext cx="101317" cy="80322"/>
              </a:xfrm>
              <a:custGeom>
                <a:avLst/>
                <a:gdLst/>
                <a:ahLst/>
                <a:cxnLst/>
                <a:rect l="l" t="t" r="r" b="b"/>
                <a:pathLst>
                  <a:path w="6785" h="5379" extrusionOk="0">
                    <a:moveTo>
                      <a:pt x="856" y="1"/>
                    </a:moveTo>
                    <a:cubicBezTo>
                      <a:pt x="367" y="1"/>
                      <a:pt x="1" y="429"/>
                      <a:pt x="1" y="917"/>
                    </a:cubicBezTo>
                    <a:lnTo>
                      <a:pt x="429" y="917"/>
                    </a:lnTo>
                    <a:cubicBezTo>
                      <a:pt x="429" y="673"/>
                      <a:pt x="612" y="429"/>
                      <a:pt x="856" y="429"/>
                    </a:cubicBezTo>
                    <a:lnTo>
                      <a:pt x="5928" y="429"/>
                    </a:lnTo>
                    <a:cubicBezTo>
                      <a:pt x="6173" y="429"/>
                      <a:pt x="6417" y="673"/>
                      <a:pt x="6417" y="917"/>
                    </a:cubicBezTo>
                    <a:lnTo>
                      <a:pt x="6417" y="4523"/>
                    </a:lnTo>
                    <a:cubicBezTo>
                      <a:pt x="6417" y="4767"/>
                      <a:pt x="6173" y="4951"/>
                      <a:pt x="5928" y="4951"/>
                    </a:cubicBezTo>
                    <a:lnTo>
                      <a:pt x="4706" y="4951"/>
                    </a:lnTo>
                    <a:lnTo>
                      <a:pt x="4706" y="5378"/>
                    </a:lnTo>
                    <a:lnTo>
                      <a:pt x="5928" y="5378"/>
                    </a:lnTo>
                    <a:cubicBezTo>
                      <a:pt x="6417" y="5378"/>
                      <a:pt x="6784" y="5012"/>
                      <a:pt x="6784" y="4523"/>
                    </a:cubicBezTo>
                    <a:lnTo>
                      <a:pt x="6784" y="917"/>
                    </a:lnTo>
                    <a:cubicBezTo>
                      <a:pt x="6784" y="429"/>
                      <a:pt x="6417" y="1"/>
                      <a:pt x="59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6"/>
              <p:cNvSpPr/>
              <p:nvPr/>
            </p:nvSpPr>
            <p:spPr>
              <a:xfrm>
                <a:off x="4521462" y="4002335"/>
                <a:ext cx="59327" cy="59327"/>
              </a:xfrm>
              <a:custGeom>
                <a:avLst/>
                <a:gdLst/>
                <a:ahLst/>
                <a:cxnLst/>
                <a:rect l="l" t="t" r="r" b="b"/>
                <a:pathLst>
                  <a:path w="3973" h="3973" extrusionOk="0">
                    <a:moveTo>
                      <a:pt x="1" y="0"/>
                    </a:moveTo>
                    <a:lnTo>
                      <a:pt x="1" y="611"/>
                    </a:lnTo>
                    <a:cubicBezTo>
                      <a:pt x="1834" y="611"/>
                      <a:pt x="3362" y="2078"/>
                      <a:pt x="3362" y="3972"/>
                    </a:cubicBezTo>
                    <a:lnTo>
                      <a:pt x="3973" y="3972"/>
                    </a:lnTo>
                    <a:cubicBezTo>
                      <a:pt x="3973" y="1772"/>
                      <a:pt x="214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66"/>
              <p:cNvSpPr/>
              <p:nvPr/>
            </p:nvSpPr>
            <p:spPr>
              <a:xfrm>
                <a:off x="4521462" y="4022402"/>
                <a:ext cx="39258" cy="39258"/>
              </a:xfrm>
              <a:custGeom>
                <a:avLst/>
                <a:gdLst/>
                <a:ahLst/>
                <a:cxnLst/>
                <a:rect l="l" t="t" r="r" b="b"/>
                <a:pathLst>
                  <a:path w="2629" h="2629" extrusionOk="0">
                    <a:moveTo>
                      <a:pt x="1" y="1"/>
                    </a:moveTo>
                    <a:lnTo>
                      <a:pt x="1" y="612"/>
                    </a:lnTo>
                    <a:cubicBezTo>
                      <a:pt x="1101" y="612"/>
                      <a:pt x="2017" y="1528"/>
                      <a:pt x="2017" y="2628"/>
                    </a:cubicBezTo>
                    <a:lnTo>
                      <a:pt x="2629" y="2628"/>
                    </a:lnTo>
                    <a:cubicBezTo>
                      <a:pt x="2629" y="1162"/>
                      <a:pt x="140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6"/>
              <p:cNvSpPr/>
              <p:nvPr/>
            </p:nvSpPr>
            <p:spPr>
              <a:xfrm>
                <a:off x="4521462" y="4044305"/>
                <a:ext cx="16441" cy="17352"/>
              </a:xfrm>
              <a:custGeom>
                <a:avLst/>
                <a:gdLst/>
                <a:ahLst/>
                <a:cxnLst/>
                <a:rect l="l" t="t" r="r" b="b"/>
                <a:pathLst>
                  <a:path w="1101" h="1162" extrusionOk="0">
                    <a:moveTo>
                      <a:pt x="1" y="0"/>
                    </a:moveTo>
                    <a:lnTo>
                      <a:pt x="1" y="1161"/>
                    </a:lnTo>
                    <a:lnTo>
                      <a:pt x="1101" y="1161"/>
                    </a:lnTo>
                    <a:cubicBezTo>
                      <a:pt x="1101" y="550"/>
                      <a:pt x="612"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6"/>
              <p:cNvSpPr/>
              <p:nvPr/>
            </p:nvSpPr>
            <p:spPr>
              <a:xfrm>
                <a:off x="4689357" y="3981343"/>
                <a:ext cx="36510" cy="36525"/>
              </a:xfrm>
              <a:custGeom>
                <a:avLst/>
                <a:gdLst/>
                <a:ahLst/>
                <a:cxnLst/>
                <a:rect l="l" t="t" r="r" b="b"/>
                <a:pathLst>
                  <a:path w="2445" h="2446" extrusionOk="0">
                    <a:moveTo>
                      <a:pt x="306" y="1"/>
                    </a:moveTo>
                    <a:cubicBezTo>
                      <a:pt x="122" y="1"/>
                      <a:pt x="0" y="123"/>
                      <a:pt x="0" y="306"/>
                    </a:cubicBezTo>
                    <a:lnTo>
                      <a:pt x="0" y="2140"/>
                    </a:lnTo>
                    <a:cubicBezTo>
                      <a:pt x="0" y="2323"/>
                      <a:pt x="122" y="2445"/>
                      <a:pt x="306" y="2445"/>
                    </a:cubicBezTo>
                    <a:cubicBezTo>
                      <a:pt x="489" y="2445"/>
                      <a:pt x="611" y="2323"/>
                      <a:pt x="611" y="2140"/>
                    </a:cubicBezTo>
                    <a:lnTo>
                      <a:pt x="611" y="612"/>
                    </a:lnTo>
                    <a:lnTo>
                      <a:pt x="2139" y="612"/>
                    </a:lnTo>
                    <a:cubicBezTo>
                      <a:pt x="2322" y="612"/>
                      <a:pt x="2444" y="490"/>
                      <a:pt x="2444" y="306"/>
                    </a:cubicBezTo>
                    <a:cubicBezTo>
                      <a:pt x="2444" y="123"/>
                      <a:pt x="2322" y="1"/>
                      <a:pt x="2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6"/>
              <p:cNvSpPr/>
              <p:nvPr/>
            </p:nvSpPr>
            <p:spPr>
              <a:xfrm>
                <a:off x="4732238" y="3981343"/>
                <a:ext cx="37421" cy="36525"/>
              </a:xfrm>
              <a:custGeom>
                <a:avLst/>
                <a:gdLst/>
                <a:ahLst/>
                <a:cxnLst/>
                <a:rect l="l" t="t" r="r" b="b"/>
                <a:pathLst>
                  <a:path w="2506" h="2446" extrusionOk="0">
                    <a:moveTo>
                      <a:pt x="367" y="1"/>
                    </a:moveTo>
                    <a:cubicBezTo>
                      <a:pt x="184" y="1"/>
                      <a:pt x="0" y="123"/>
                      <a:pt x="0" y="306"/>
                    </a:cubicBezTo>
                    <a:cubicBezTo>
                      <a:pt x="0" y="490"/>
                      <a:pt x="184" y="612"/>
                      <a:pt x="367" y="612"/>
                    </a:cubicBezTo>
                    <a:lnTo>
                      <a:pt x="1834" y="612"/>
                    </a:lnTo>
                    <a:lnTo>
                      <a:pt x="1834" y="2140"/>
                    </a:lnTo>
                    <a:cubicBezTo>
                      <a:pt x="1834" y="2323"/>
                      <a:pt x="2017" y="2445"/>
                      <a:pt x="2139" y="2445"/>
                    </a:cubicBezTo>
                    <a:cubicBezTo>
                      <a:pt x="2322" y="2445"/>
                      <a:pt x="2506" y="2323"/>
                      <a:pt x="2506" y="2140"/>
                    </a:cubicBezTo>
                    <a:lnTo>
                      <a:pt x="2506" y="306"/>
                    </a:lnTo>
                    <a:cubicBezTo>
                      <a:pt x="2506" y="123"/>
                      <a:pt x="2322" y="1"/>
                      <a:pt x="2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6"/>
              <p:cNvSpPr/>
              <p:nvPr/>
            </p:nvSpPr>
            <p:spPr>
              <a:xfrm>
                <a:off x="4732238" y="4027882"/>
                <a:ext cx="37421" cy="36510"/>
              </a:xfrm>
              <a:custGeom>
                <a:avLst/>
                <a:gdLst/>
                <a:ahLst/>
                <a:cxnLst/>
                <a:rect l="l" t="t" r="r" b="b"/>
                <a:pathLst>
                  <a:path w="2506" h="2445" extrusionOk="0">
                    <a:moveTo>
                      <a:pt x="2139" y="0"/>
                    </a:moveTo>
                    <a:cubicBezTo>
                      <a:pt x="2017" y="0"/>
                      <a:pt x="1834" y="123"/>
                      <a:pt x="1834" y="306"/>
                    </a:cubicBezTo>
                    <a:lnTo>
                      <a:pt x="1834" y="1834"/>
                    </a:lnTo>
                    <a:lnTo>
                      <a:pt x="367" y="1834"/>
                    </a:lnTo>
                    <a:cubicBezTo>
                      <a:pt x="184" y="1834"/>
                      <a:pt x="0" y="1956"/>
                      <a:pt x="0" y="2139"/>
                    </a:cubicBezTo>
                    <a:cubicBezTo>
                      <a:pt x="0" y="2322"/>
                      <a:pt x="184" y="2445"/>
                      <a:pt x="367" y="2445"/>
                    </a:cubicBezTo>
                    <a:lnTo>
                      <a:pt x="2139" y="2445"/>
                    </a:lnTo>
                    <a:cubicBezTo>
                      <a:pt x="2322" y="2445"/>
                      <a:pt x="2506" y="2322"/>
                      <a:pt x="2445" y="2139"/>
                    </a:cubicBezTo>
                    <a:lnTo>
                      <a:pt x="2445" y="306"/>
                    </a:lnTo>
                    <a:cubicBezTo>
                      <a:pt x="2445" y="123"/>
                      <a:pt x="2322" y="0"/>
                      <a:pt x="2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6"/>
              <p:cNvSpPr/>
              <p:nvPr/>
            </p:nvSpPr>
            <p:spPr>
              <a:xfrm>
                <a:off x="4689357" y="4027882"/>
                <a:ext cx="36510" cy="36510"/>
              </a:xfrm>
              <a:custGeom>
                <a:avLst/>
                <a:gdLst/>
                <a:ahLst/>
                <a:cxnLst/>
                <a:rect l="l" t="t" r="r" b="b"/>
                <a:pathLst>
                  <a:path w="2445" h="2445" extrusionOk="0">
                    <a:moveTo>
                      <a:pt x="306" y="0"/>
                    </a:moveTo>
                    <a:cubicBezTo>
                      <a:pt x="122" y="0"/>
                      <a:pt x="0" y="123"/>
                      <a:pt x="0" y="306"/>
                    </a:cubicBezTo>
                    <a:lnTo>
                      <a:pt x="0" y="2139"/>
                    </a:lnTo>
                    <a:cubicBezTo>
                      <a:pt x="0" y="2322"/>
                      <a:pt x="122" y="2445"/>
                      <a:pt x="306" y="2445"/>
                    </a:cubicBezTo>
                    <a:lnTo>
                      <a:pt x="2139" y="2445"/>
                    </a:lnTo>
                    <a:cubicBezTo>
                      <a:pt x="2322" y="2445"/>
                      <a:pt x="2444" y="2322"/>
                      <a:pt x="2444" y="2139"/>
                    </a:cubicBezTo>
                    <a:cubicBezTo>
                      <a:pt x="2444" y="1956"/>
                      <a:pt x="2322" y="1834"/>
                      <a:pt x="2139" y="1834"/>
                    </a:cubicBezTo>
                    <a:lnTo>
                      <a:pt x="611" y="1834"/>
                    </a:lnTo>
                    <a:lnTo>
                      <a:pt x="611" y="306"/>
                    </a:lnTo>
                    <a:cubicBezTo>
                      <a:pt x="611" y="123"/>
                      <a:pt x="489"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 name="Google Shape;1239;p66"/>
            <p:cNvGrpSpPr/>
            <p:nvPr/>
          </p:nvGrpSpPr>
          <p:grpSpPr>
            <a:xfrm>
              <a:off x="1082626" y="3970862"/>
              <a:ext cx="3576945" cy="55304"/>
              <a:chOff x="838074" y="3747922"/>
              <a:chExt cx="4005987" cy="60238"/>
            </a:xfrm>
          </p:grpSpPr>
          <p:sp>
            <p:nvSpPr>
              <p:cNvPr id="1240" name="Google Shape;1240;p66"/>
              <p:cNvSpPr/>
              <p:nvPr/>
            </p:nvSpPr>
            <p:spPr>
              <a:xfrm>
                <a:off x="838074" y="3767078"/>
                <a:ext cx="4005987" cy="21921"/>
              </a:xfrm>
              <a:custGeom>
                <a:avLst/>
                <a:gdLst/>
                <a:ahLst/>
                <a:cxnLst/>
                <a:rect l="l" t="t" r="r" b="b"/>
                <a:pathLst>
                  <a:path w="268273" h="1468" extrusionOk="0">
                    <a:moveTo>
                      <a:pt x="0" y="1"/>
                    </a:moveTo>
                    <a:lnTo>
                      <a:pt x="0" y="1468"/>
                    </a:lnTo>
                    <a:lnTo>
                      <a:pt x="268273" y="1468"/>
                    </a:lnTo>
                    <a:lnTo>
                      <a:pt x="268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6"/>
              <p:cNvSpPr/>
              <p:nvPr/>
            </p:nvSpPr>
            <p:spPr>
              <a:xfrm>
                <a:off x="865694" y="3747922"/>
                <a:ext cx="61149" cy="60238"/>
              </a:xfrm>
              <a:custGeom>
                <a:avLst/>
                <a:gdLst/>
                <a:ahLst/>
                <a:cxnLst/>
                <a:rect l="l" t="t" r="r" b="b"/>
                <a:pathLst>
                  <a:path w="4095" h="4034" extrusionOk="0">
                    <a:moveTo>
                      <a:pt x="2078" y="1"/>
                    </a:moveTo>
                    <a:cubicBezTo>
                      <a:pt x="917" y="1"/>
                      <a:pt x="0" y="917"/>
                      <a:pt x="0" y="2017"/>
                    </a:cubicBezTo>
                    <a:cubicBezTo>
                      <a:pt x="0" y="3117"/>
                      <a:pt x="917" y="4034"/>
                      <a:pt x="2078" y="4034"/>
                    </a:cubicBezTo>
                    <a:cubicBezTo>
                      <a:pt x="3178" y="4034"/>
                      <a:pt x="4094" y="3117"/>
                      <a:pt x="4094" y="2017"/>
                    </a:cubicBezTo>
                    <a:cubicBezTo>
                      <a:pt x="4094" y="917"/>
                      <a:pt x="3178" y="1"/>
                      <a:pt x="20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6"/>
              <p:cNvSpPr/>
              <p:nvPr/>
            </p:nvSpPr>
            <p:spPr>
              <a:xfrm>
                <a:off x="838074" y="3767075"/>
                <a:ext cx="989927" cy="21925"/>
              </a:xfrm>
              <a:custGeom>
                <a:avLst/>
                <a:gdLst/>
                <a:ahLst/>
                <a:cxnLst/>
                <a:rect l="l" t="t" r="r" b="b"/>
                <a:pathLst>
                  <a:path w="268273" h="1468" extrusionOk="0">
                    <a:moveTo>
                      <a:pt x="0" y="1"/>
                    </a:moveTo>
                    <a:lnTo>
                      <a:pt x="0" y="1468"/>
                    </a:lnTo>
                    <a:lnTo>
                      <a:pt x="268273" y="1468"/>
                    </a:lnTo>
                    <a:lnTo>
                      <a:pt x="2682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243" name="Google Shape;1243;p66"/>
          <p:cNvPicPr preferRelativeResize="0"/>
          <p:nvPr/>
        </p:nvPicPr>
        <p:blipFill rotWithShape="1">
          <a:blip r:embed="rId3">
            <a:alphaModFix/>
          </a:blip>
          <a:srcRect l="626" t="1378" b="6735"/>
          <a:stretch/>
        </p:blipFill>
        <p:spPr>
          <a:xfrm>
            <a:off x="1080125" y="2015650"/>
            <a:ext cx="3576950" cy="1860500"/>
          </a:xfrm>
          <a:prstGeom prst="rect">
            <a:avLst/>
          </a:prstGeom>
          <a:noFill/>
          <a:ln>
            <a:noFill/>
          </a:ln>
        </p:spPr>
      </p:pic>
      <p:grpSp>
        <p:nvGrpSpPr>
          <p:cNvPr id="1244" name="Google Shape;1244;p66"/>
          <p:cNvGrpSpPr/>
          <p:nvPr/>
        </p:nvGrpSpPr>
        <p:grpSpPr>
          <a:xfrm>
            <a:off x="2596565" y="2760598"/>
            <a:ext cx="538028" cy="538691"/>
            <a:chOff x="2423811" y="2132386"/>
            <a:chExt cx="404167" cy="404666"/>
          </a:xfrm>
        </p:grpSpPr>
        <p:sp>
          <p:nvSpPr>
            <p:cNvPr id="1245" name="Google Shape;1245;p66"/>
            <p:cNvSpPr/>
            <p:nvPr/>
          </p:nvSpPr>
          <p:spPr>
            <a:xfrm>
              <a:off x="2423811" y="2132386"/>
              <a:ext cx="404167" cy="404666"/>
            </a:xfrm>
            <a:custGeom>
              <a:avLst/>
              <a:gdLst/>
              <a:ahLst/>
              <a:cxnLst/>
              <a:rect l="l" t="t" r="r" b="b"/>
              <a:pathLst>
                <a:path w="49500" h="49561" extrusionOk="0">
                  <a:moveTo>
                    <a:pt x="24750" y="1"/>
                  </a:moveTo>
                  <a:cubicBezTo>
                    <a:pt x="11062" y="1"/>
                    <a:pt x="1" y="11123"/>
                    <a:pt x="1" y="24750"/>
                  </a:cubicBezTo>
                  <a:cubicBezTo>
                    <a:pt x="1" y="38439"/>
                    <a:pt x="11062" y="49561"/>
                    <a:pt x="24750" y="49561"/>
                  </a:cubicBezTo>
                  <a:cubicBezTo>
                    <a:pt x="38439" y="49561"/>
                    <a:pt x="49500" y="38439"/>
                    <a:pt x="49500" y="24750"/>
                  </a:cubicBezTo>
                  <a:cubicBezTo>
                    <a:pt x="49500" y="11123"/>
                    <a:pt x="38439" y="1"/>
                    <a:pt x="24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6"/>
            <p:cNvSpPr/>
            <p:nvPr/>
          </p:nvSpPr>
          <p:spPr>
            <a:xfrm>
              <a:off x="2557047" y="2243653"/>
              <a:ext cx="182627" cy="182128"/>
            </a:xfrm>
            <a:custGeom>
              <a:avLst/>
              <a:gdLst/>
              <a:ahLst/>
              <a:cxnLst/>
              <a:rect l="l" t="t" r="r" b="b"/>
              <a:pathLst>
                <a:path w="22367" h="22306" extrusionOk="0">
                  <a:moveTo>
                    <a:pt x="0" y="0"/>
                  </a:moveTo>
                  <a:lnTo>
                    <a:pt x="0" y="22305"/>
                  </a:lnTo>
                  <a:lnTo>
                    <a:pt x="22366" y="11122"/>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 name="Google Shape;1247;p66"/>
          <p:cNvSpPr txBox="1">
            <a:spLocks noGrp="1"/>
          </p:cNvSpPr>
          <p:nvPr>
            <p:ph type="subTitle" idx="1"/>
          </p:nvPr>
        </p:nvSpPr>
        <p:spPr>
          <a:xfrm>
            <a:off x="5620000" y="3327975"/>
            <a:ext cx="2810100" cy="1020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multimedia content. Just right-click on it and select “Replace image”</a:t>
            </a:r>
            <a:endParaRPr/>
          </a:p>
        </p:txBody>
      </p:sp>
      <p:sp>
        <p:nvSpPr>
          <p:cNvPr id="1248" name="Google Shape;1248;p66"/>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SUMMARY</a:t>
            </a:r>
            <a:r>
              <a:rPr lang="en"/>
              <a:t> </a:t>
            </a:r>
            <a:r>
              <a:rPr lang="en">
                <a:solidFill>
                  <a:schemeClr val="accent2"/>
                </a:solidFill>
              </a:rPr>
              <a:t>OF </a:t>
            </a:r>
            <a:r>
              <a:rPr lang="en"/>
              <a:t>PREVIOUS YEARS</a:t>
            </a:r>
            <a:endParaRPr/>
          </a:p>
        </p:txBody>
      </p:sp>
      <p:sp>
        <p:nvSpPr>
          <p:cNvPr id="1249" name="Google Shape;1249;p66"/>
          <p:cNvSpPr/>
          <p:nvPr/>
        </p:nvSpPr>
        <p:spPr>
          <a:xfrm>
            <a:off x="6010400" y="155635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1253"/>
        <p:cNvGrpSpPr/>
        <p:nvPr/>
      </p:nvGrpSpPr>
      <p:grpSpPr>
        <a:xfrm>
          <a:off x="0" y="0"/>
          <a:ext cx="0" cy="0"/>
          <a:chOff x="0" y="0"/>
          <a:chExt cx="0" cy="0"/>
        </a:xfrm>
      </p:grpSpPr>
      <p:sp>
        <p:nvSpPr>
          <p:cNvPr id="1254" name="Google Shape;1254;p67"/>
          <p:cNvSpPr/>
          <p:nvPr/>
        </p:nvSpPr>
        <p:spPr>
          <a:xfrm>
            <a:off x="2346900" y="4112753"/>
            <a:ext cx="4450200" cy="3897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7"/>
          <p:cNvSpPr txBox="1">
            <a:spLocks noGrp="1"/>
          </p:cNvSpPr>
          <p:nvPr>
            <p:ph type="title"/>
          </p:nvPr>
        </p:nvSpPr>
        <p:spPr>
          <a:xfrm>
            <a:off x="1193400" y="2438400"/>
            <a:ext cx="6757200" cy="152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941,785</a:t>
            </a:r>
            <a:endParaRPr/>
          </a:p>
        </p:txBody>
      </p:sp>
      <p:sp>
        <p:nvSpPr>
          <p:cNvPr id="1256" name="Google Shape;1256;p67"/>
          <p:cNvSpPr txBox="1">
            <a:spLocks noGrp="1"/>
          </p:cNvSpPr>
          <p:nvPr>
            <p:ph type="subTitle" idx="1"/>
          </p:nvPr>
        </p:nvSpPr>
        <p:spPr>
          <a:xfrm>
            <a:off x="2530200" y="4144703"/>
            <a:ext cx="4083600" cy="32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pic>
        <p:nvPicPr>
          <p:cNvPr id="1257" name="Google Shape;1257;p67"/>
          <p:cNvPicPr preferRelativeResize="0"/>
          <p:nvPr/>
        </p:nvPicPr>
        <p:blipFill rotWithShape="1">
          <a:blip r:embed="rId3">
            <a:alphaModFix/>
          </a:blip>
          <a:srcRect l="1982" t="22700" r="13635" b="34763"/>
          <a:stretch/>
        </p:blipFill>
        <p:spPr>
          <a:xfrm>
            <a:off x="714000" y="0"/>
            <a:ext cx="7716000" cy="2187875"/>
          </a:xfrm>
          <a:prstGeom prst="rect">
            <a:avLst/>
          </a:prstGeom>
          <a:noFill/>
          <a:ln>
            <a:noFill/>
          </a:ln>
        </p:spPr>
      </p:pic>
      <p:sp>
        <p:nvSpPr>
          <p:cNvPr id="1258" name="Google Shape;1258;p67"/>
          <p:cNvSpPr/>
          <p:nvPr/>
        </p:nvSpPr>
        <p:spPr>
          <a:xfrm>
            <a:off x="8016600" y="1170125"/>
            <a:ext cx="826800" cy="869100"/>
          </a:xfrm>
          <a:prstGeom prst="star10">
            <a:avLst>
              <a:gd name="adj" fmla="val 0"/>
              <a:gd name="hf" fmla="val 105146"/>
            </a:avLst>
          </a:prstGeom>
          <a:solidFill>
            <a:schemeClr val="l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7"/>
          <p:cNvSpPr/>
          <p:nvPr/>
        </p:nvSpPr>
        <p:spPr>
          <a:xfrm rot="5400000">
            <a:off x="266503" y="2187875"/>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60" name="Google Shape;1260;p67"/>
          <p:cNvPicPr preferRelativeResize="0"/>
          <p:nvPr/>
        </p:nvPicPr>
        <p:blipFill>
          <a:blip r:embed="rId4">
            <a:alphaModFix/>
          </a:blip>
          <a:stretch>
            <a:fillRect/>
          </a:stretch>
        </p:blipFill>
        <p:spPr>
          <a:xfrm>
            <a:off x="6591851" y="3981209"/>
            <a:ext cx="845400" cy="1180815"/>
          </a:xfrm>
          <a:prstGeom prst="rect">
            <a:avLst/>
          </a:prstGeom>
          <a:noFill/>
          <a:ln>
            <a:noFill/>
          </a:ln>
        </p:spPr>
      </p:pic>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1264"/>
        <p:cNvGrpSpPr/>
        <p:nvPr/>
      </p:nvGrpSpPr>
      <p:grpSpPr>
        <a:xfrm>
          <a:off x="0" y="0"/>
          <a:ext cx="0" cy="0"/>
          <a:chOff x="0" y="0"/>
          <a:chExt cx="0" cy="0"/>
        </a:xfrm>
      </p:grpSpPr>
      <p:sp>
        <p:nvSpPr>
          <p:cNvPr id="1265" name="Google Shape;1265;p68"/>
          <p:cNvSpPr txBox="1">
            <a:spLocks noGrp="1"/>
          </p:cNvSpPr>
          <p:nvPr>
            <p:ph type="title"/>
          </p:nvPr>
        </p:nvSpPr>
        <p:spPr>
          <a:xfrm>
            <a:off x="5024013" y="1020100"/>
            <a:ext cx="3405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2"/>
                </a:solidFill>
              </a:rPr>
              <a:t>OUR</a:t>
            </a:r>
            <a:r>
              <a:rPr lang="en"/>
              <a:t> TEAM</a:t>
            </a:r>
            <a:endParaRPr/>
          </a:p>
        </p:txBody>
      </p:sp>
      <p:sp>
        <p:nvSpPr>
          <p:cNvPr id="1266" name="Google Shape;1266;p68"/>
          <p:cNvSpPr txBox="1">
            <a:spLocks noGrp="1"/>
          </p:cNvSpPr>
          <p:nvPr>
            <p:ph type="subTitle" idx="1"/>
          </p:nvPr>
        </p:nvSpPr>
        <p:spPr>
          <a:xfrm>
            <a:off x="5619513" y="2252022"/>
            <a:ext cx="2214900" cy="68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1267" name="Google Shape;1267;p68"/>
          <p:cNvSpPr txBox="1">
            <a:spLocks noGrp="1"/>
          </p:cNvSpPr>
          <p:nvPr>
            <p:ph type="subTitle" idx="2"/>
          </p:nvPr>
        </p:nvSpPr>
        <p:spPr>
          <a:xfrm>
            <a:off x="5619513" y="1844850"/>
            <a:ext cx="2214900" cy="40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Susan Bones</a:t>
            </a:r>
            <a:endParaRPr/>
          </a:p>
        </p:txBody>
      </p:sp>
      <p:sp>
        <p:nvSpPr>
          <p:cNvPr id="1268" name="Google Shape;1268;p68"/>
          <p:cNvSpPr txBox="1">
            <a:spLocks noGrp="1"/>
          </p:cNvSpPr>
          <p:nvPr>
            <p:ph type="subTitle" idx="3"/>
          </p:nvPr>
        </p:nvSpPr>
        <p:spPr>
          <a:xfrm>
            <a:off x="5619513" y="3443300"/>
            <a:ext cx="2214900" cy="68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1269" name="Google Shape;1269;p68"/>
          <p:cNvSpPr txBox="1">
            <a:spLocks noGrp="1"/>
          </p:cNvSpPr>
          <p:nvPr>
            <p:ph type="subTitle" idx="4"/>
          </p:nvPr>
        </p:nvSpPr>
        <p:spPr>
          <a:xfrm>
            <a:off x="5619513" y="3036174"/>
            <a:ext cx="2214900" cy="40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Jenna Doe</a:t>
            </a:r>
            <a:endParaRPr/>
          </a:p>
        </p:txBody>
      </p:sp>
      <p:pic>
        <p:nvPicPr>
          <p:cNvPr id="1270" name="Google Shape;1270;p68"/>
          <p:cNvPicPr preferRelativeResize="0"/>
          <p:nvPr/>
        </p:nvPicPr>
        <p:blipFill rotWithShape="1">
          <a:blip r:embed="rId3">
            <a:alphaModFix/>
          </a:blip>
          <a:srcRect l="12851" r="12649"/>
          <a:stretch/>
        </p:blipFill>
        <p:spPr>
          <a:xfrm>
            <a:off x="0" y="538500"/>
            <a:ext cx="4572000" cy="4066500"/>
          </a:xfrm>
          <a:prstGeom prst="rect">
            <a:avLst/>
          </a:prstGeom>
          <a:noFill/>
          <a:ln>
            <a:noFill/>
          </a:ln>
        </p:spPr>
      </p:pic>
      <p:sp>
        <p:nvSpPr>
          <p:cNvPr id="1271" name="Google Shape;1271;p68"/>
          <p:cNvSpPr/>
          <p:nvPr/>
        </p:nvSpPr>
        <p:spPr>
          <a:xfrm>
            <a:off x="2018149" y="871900"/>
            <a:ext cx="826800" cy="869100"/>
          </a:xfrm>
          <a:prstGeom prst="star10">
            <a:avLst>
              <a:gd name="adj" fmla="val 0"/>
              <a:gd name="hf" fmla="val 105146"/>
            </a:avLst>
          </a:pr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8"/>
          <p:cNvSpPr/>
          <p:nvPr/>
        </p:nvSpPr>
        <p:spPr>
          <a:xfrm rot="5400000">
            <a:off x="7319328" y="349440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8"/>
          <p:cNvSpPr/>
          <p:nvPr/>
        </p:nvSpPr>
        <p:spPr>
          <a:xfrm>
            <a:off x="-301275" y="4269525"/>
            <a:ext cx="1276200" cy="1275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1277"/>
        <p:cNvGrpSpPr/>
        <p:nvPr/>
      </p:nvGrpSpPr>
      <p:grpSpPr>
        <a:xfrm>
          <a:off x="0" y="0"/>
          <a:ext cx="0" cy="0"/>
          <a:chOff x="0" y="0"/>
          <a:chExt cx="0" cy="0"/>
        </a:xfrm>
      </p:grpSpPr>
      <p:sp>
        <p:nvSpPr>
          <p:cNvPr id="1278" name="Google Shape;1278;p69"/>
          <p:cNvSpPr/>
          <p:nvPr/>
        </p:nvSpPr>
        <p:spPr>
          <a:xfrm>
            <a:off x="1141558" y="2586808"/>
            <a:ext cx="731400" cy="7314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1279" name="Google Shape;1279;p69"/>
          <p:cNvSpPr/>
          <p:nvPr/>
        </p:nvSpPr>
        <p:spPr>
          <a:xfrm>
            <a:off x="1141558" y="1483869"/>
            <a:ext cx="731400" cy="7314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1280" name="Google Shape;1280;p69"/>
          <p:cNvSpPr txBox="1">
            <a:spLocks noGrp="1"/>
          </p:cNvSpPr>
          <p:nvPr>
            <p:ph type="title"/>
          </p:nvPr>
        </p:nvSpPr>
        <p:spPr>
          <a:xfrm>
            <a:off x="714000" y="538500"/>
            <a:ext cx="4739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MAIN</a:t>
            </a:r>
            <a:r>
              <a:rPr lang="en"/>
              <a:t> CONCLUSIONS</a:t>
            </a:r>
            <a:endParaRPr/>
          </a:p>
        </p:txBody>
      </p:sp>
      <p:sp>
        <p:nvSpPr>
          <p:cNvPr id="1281" name="Google Shape;1281;p69"/>
          <p:cNvSpPr txBox="1">
            <a:spLocks noGrp="1"/>
          </p:cNvSpPr>
          <p:nvPr>
            <p:ph type="title" idx="2"/>
          </p:nvPr>
        </p:nvSpPr>
        <p:spPr>
          <a:xfrm>
            <a:off x="1092808" y="1652769"/>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282" name="Google Shape;1282;p69"/>
          <p:cNvSpPr txBox="1">
            <a:spLocks noGrp="1"/>
          </p:cNvSpPr>
          <p:nvPr>
            <p:ph type="subTitle" idx="1"/>
          </p:nvPr>
        </p:nvSpPr>
        <p:spPr>
          <a:xfrm>
            <a:off x="2015426" y="1381151"/>
            <a:ext cx="13500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1283" name="Google Shape;1283;p69"/>
          <p:cNvSpPr txBox="1">
            <a:spLocks noGrp="1"/>
          </p:cNvSpPr>
          <p:nvPr>
            <p:ph type="subTitle" idx="3"/>
          </p:nvPr>
        </p:nvSpPr>
        <p:spPr>
          <a:xfrm>
            <a:off x="2015425" y="1774751"/>
            <a:ext cx="2852700" cy="53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full of iron oxide dust, which gives the planet its reddish cast</a:t>
            </a:r>
            <a:endParaRPr/>
          </a:p>
        </p:txBody>
      </p:sp>
      <p:sp>
        <p:nvSpPr>
          <p:cNvPr id="1284" name="Google Shape;1284;p69"/>
          <p:cNvSpPr txBox="1">
            <a:spLocks noGrp="1"/>
          </p:cNvSpPr>
          <p:nvPr>
            <p:ph type="title" idx="4"/>
          </p:nvPr>
        </p:nvSpPr>
        <p:spPr>
          <a:xfrm>
            <a:off x="1092808" y="2755708"/>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285" name="Google Shape;1285;p69"/>
          <p:cNvSpPr txBox="1">
            <a:spLocks noGrp="1"/>
          </p:cNvSpPr>
          <p:nvPr>
            <p:ph type="subTitle" idx="5"/>
          </p:nvPr>
        </p:nvSpPr>
        <p:spPr>
          <a:xfrm>
            <a:off x="2015426" y="2484095"/>
            <a:ext cx="13500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1286" name="Google Shape;1286;p69"/>
          <p:cNvSpPr txBox="1">
            <a:spLocks noGrp="1"/>
          </p:cNvSpPr>
          <p:nvPr>
            <p:ph type="subTitle" idx="6"/>
          </p:nvPr>
        </p:nvSpPr>
        <p:spPr>
          <a:xfrm>
            <a:off x="2015425" y="2877697"/>
            <a:ext cx="2852700" cy="53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287" name="Google Shape;1287;p69"/>
          <p:cNvSpPr/>
          <p:nvPr/>
        </p:nvSpPr>
        <p:spPr>
          <a:xfrm>
            <a:off x="1141558" y="3689752"/>
            <a:ext cx="731400" cy="7314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1288" name="Google Shape;1288;p69"/>
          <p:cNvSpPr txBox="1">
            <a:spLocks noGrp="1"/>
          </p:cNvSpPr>
          <p:nvPr>
            <p:ph type="title" idx="7"/>
          </p:nvPr>
        </p:nvSpPr>
        <p:spPr>
          <a:xfrm>
            <a:off x="1092808" y="3858652"/>
            <a:ext cx="82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289" name="Google Shape;1289;p69"/>
          <p:cNvSpPr txBox="1">
            <a:spLocks noGrp="1"/>
          </p:cNvSpPr>
          <p:nvPr>
            <p:ph type="subTitle" idx="8"/>
          </p:nvPr>
        </p:nvSpPr>
        <p:spPr>
          <a:xfrm>
            <a:off x="2015426" y="3587042"/>
            <a:ext cx="1350000" cy="39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1290" name="Google Shape;1290;p69"/>
          <p:cNvSpPr txBox="1">
            <a:spLocks noGrp="1"/>
          </p:cNvSpPr>
          <p:nvPr>
            <p:ph type="subTitle" idx="9"/>
          </p:nvPr>
        </p:nvSpPr>
        <p:spPr>
          <a:xfrm>
            <a:off x="2015425" y="3980642"/>
            <a:ext cx="2852700" cy="53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of them all</a:t>
            </a:r>
            <a:endParaRPr/>
          </a:p>
        </p:txBody>
      </p:sp>
      <p:pic>
        <p:nvPicPr>
          <p:cNvPr id="1291" name="Google Shape;1291;p69"/>
          <p:cNvPicPr preferRelativeResize="0"/>
          <p:nvPr/>
        </p:nvPicPr>
        <p:blipFill rotWithShape="1">
          <a:blip r:embed="rId3">
            <a:alphaModFix/>
          </a:blip>
          <a:srcRect l="45265" r="19174"/>
          <a:stretch/>
        </p:blipFill>
        <p:spPr>
          <a:xfrm flipH="1">
            <a:off x="5518800" y="0"/>
            <a:ext cx="2911200" cy="4605000"/>
          </a:xfrm>
          <a:prstGeom prst="rect">
            <a:avLst/>
          </a:prstGeom>
          <a:noFill/>
          <a:ln>
            <a:noFill/>
          </a:ln>
        </p:spPr>
      </p:pic>
      <p:sp>
        <p:nvSpPr>
          <p:cNvPr id="1292" name="Google Shape;1292;p69"/>
          <p:cNvSpPr/>
          <p:nvPr/>
        </p:nvSpPr>
        <p:spPr>
          <a:xfrm>
            <a:off x="7144003" y="269550"/>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93" name="Google Shape;1293;p69"/>
          <p:cNvPicPr preferRelativeResize="0"/>
          <p:nvPr/>
        </p:nvPicPr>
        <p:blipFill rotWithShape="1">
          <a:blip r:embed="rId4">
            <a:alphaModFix/>
          </a:blip>
          <a:srcRect/>
          <a:stretch/>
        </p:blipFill>
        <p:spPr>
          <a:xfrm>
            <a:off x="7207376" y="3962684"/>
            <a:ext cx="845400" cy="1180815"/>
          </a:xfrm>
          <a:prstGeom prst="rect">
            <a:avLst/>
          </a:prstGeom>
          <a:noFill/>
          <a:ln>
            <a:noFill/>
          </a:ln>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1297"/>
        <p:cNvGrpSpPr/>
        <p:nvPr/>
      </p:nvGrpSpPr>
      <p:grpSpPr>
        <a:xfrm>
          <a:off x="0" y="0"/>
          <a:ext cx="0" cy="0"/>
          <a:chOff x="0" y="0"/>
          <a:chExt cx="0" cy="0"/>
        </a:xfrm>
      </p:grpSpPr>
      <p:sp>
        <p:nvSpPr>
          <p:cNvPr id="1298" name="Google Shape;1298;p70"/>
          <p:cNvSpPr txBox="1">
            <a:spLocks noGrp="1"/>
          </p:cNvSpPr>
          <p:nvPr>
            <p:ph type="subTitle" idx="1"/>
          </p:nvPr>
        </p:nvSpPr>
        <p:spPr>
          <a:xfrm>
            <a:off x="768337" y="2770652"/>
            <a:ext cx="3254400" cy="7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299" name="Google Shape;1299;p70"/>
          <p:cNvSpPr txBox="1">
            <a:spLocks noGrp="1"/>
          </p:cNvSpPr>
          <p:nvPr>
            <p:ph type="title"/>
          </p:nvPr>
        </p:nvSpPr>
        <p:spPr>
          <a:xfrm>
            <a:off x="768325" y="1584750"/>
            <a:ext cx="3803700" cy="105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MORE INFO</a:t>
            </a:r>
            <a:r>
              <a:rPr lang="en"/>
              <a:t> </a:t>
            </a:r>
            <a:r>
              <a:rPr lang="en">
                <a:solidFill>
                  <a:schemeClr val="accent2"/>
                </a:solidFill>
              </a:rPr>
              <a:t>ON </a:t>
            </a:r>
            <a:r>
              <a:rPr lang="en"/>
              <a:t>THE WEBSITE</a:t>
            </a:r>
            <a:endParaRPr/>
          </a:p>
        </p:txBody>
      </p:sp>
      <p:grpSp>
        <p:nvGrpSpPr>
          <p:cNvPr id="1300" name="Google Shape;1300;p70"/>
          <p:cNvGrpSpPr/>
          <p:nvPr/>
        </p:nvGrpSpPr>
        <p:grpSpPr>
          <a:xfrm>
            <a:off x="5043712" y="1197818"/>
            <a:ext cx="3331951" cy="2747864"/>
            <a:chOff x="5006922" y="1205843"/>
            <a:chExt cx="3228009" cy="2662143"/>
          </a:xfrm>
        </p:grpSpPr>
        <p:sp>
          <p:nvSpPr>
            <p:cNvPr id="1301" name="Google Shape;1301;p70"/>
            <p:cNvSpPr/>
            <p:nvPr/>
          </p:nvSpPr>
          <p:spPr>
            <a:xfrm>
              <a:off x="6244046" y="3281082"/>
              <a:ext cx="811709" cy="473846"/>
            </a:xfrm>
            <a:custGeom>
              <a:avLst/>
              <a:gdLst/>
              <a:ahLst/>
              <a:cxnLst/>
              <a:rect l="l" t="t" r="r" b="b"/>
              <a:pathLst>
                <a:path w="29834" h="17416" extrusionOk="0">
                  <a:moveTo>
                    <a:pt x="2511" y="0"/>
                  </a:moveTo>
                  <a:lnTo>
                    <a:pt x="0" y="17416"/>
                  </a:lnTo>
                  <a:lnTo>
                    <a:pt x="29833" y="17416"/>
                  </a:lnTo>
                  <a:lnTo>
                    <a:pt x="270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70"/>
            <p:cNvSpPr/>
            <p:nvPr/>
          </p:nvSpPr>
          <p:spPr>
            <a:xfrm>
              <a:off x="5962083" y="3799638"/>
              <a:ext cx="1374958" cy="68348"/>
            </a:xfrm>
            <a:custGeom>
              <a:avLst/>
              <a:gdLst/>
              <a:ahLst/>
              <a:cxnLst/>
              <a:rect l="l" t="t" r="r" b="b"/>
              <a:pathLst>
                <a:path w="50536" h="1256" extrusionOk="0">
                  <a:moveTo>
                    <a:pt x="1" y="1"/>
                  </a:moveTo>
                  <a:lnTo>
                    <a:pt x="1" y="1256"/>
                  </a:lnTo>
                  <a:lnTo>
                    <a:pt x="50536" y="1256"/>
                  </a:lnTo>
                  <a:lnTo>
                    <a:pt x="5053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70"/>
            <p:cNvSpPr/>
            <p:nvPr/>
          </p:nvSpPr>
          <p:spPr>
            <a:xfrm>
              <a:off x="5962091" y="3738326"/>
              <a:ext cx="1374958" cy="68345"/>
            </a:xfrm>
            <a:custGeom>
              <a:avLst/>
              <a:gdLst/>
              <a:ahLst/>
              <a:cxnLst/>
              <a:rect l="l" t="t" r="r" b="b"/>
              <a:pathLst>
                <a:path w="50536" h="2512" extrusionOk="0">
                  <a:moveTo>
                    <a:pt x="10363" y="1"/>
                  </a:moveTo>
                  <a:lnTo>
                    <a:pt x="1" y="2512"/>
                  </a:lnTo>
                  <a:lnTo>
                    <a:pt x="50536" y="2512"/>
                  </a:lnTo>
                  <a:lnTo>
                    <a:pt x="401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0"/>
            <p:cNvSpPr/>
            <p:nvPr/>
          </p:nvSpPr>
          <p:spPr>
            <a:xfrm>
              <a:off x="5006925" y="3027426"/>
              <a:ext cx="3228006" cy="303717"/>
            </a:xfrm>
            <a:custGeom>
              <a:avLst/>
              <a:gdLst/>
              <a:ahLst/>
              <a:cxnLst/>
              <a:rect l="l" t="t" r="r" b="b"/>
              <a:pathLst>
                <a:path w="116524" h="11163" extrusionOk="0">
                  <a:moveTo>
                    <a:pt x="0" y="1"/>
                  </a:moveTo>
                  <a:lnTo>
                    <a:pt x="0" y="6369"/>
                  </a:lnTo>
                  <a:cubicBezTo>
                    <a:pt x="0" y="9017"/>
                    <a:pt x="2169" y="11162"/>
                    <a:pt x="4816" y="11162"/>
                  </a:cubicBezTo>
                  <a:lnTo>
                    <a:pt x="111707" y="11162"/>
                  </a:lnTo>
                  <a:cubicBezTo>
                    <a:pt x="114355" y="11162"/>
                    <a:pt x="116523" y="9017"/>
                    <a:pt x="116523" y="6369"/>
                  </a:cubicBezTo>
                  <a:lnTo>
                    <a:pt x="1165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0"/>
            <p:cNvSpPr/>
            <p:nvPr/>
          </p:nvSpPr>
          <p:spPr>
            <a:xfrm>
              <a:off x="5006922" y="1205843"/>
              <a:ext cx="3228006" cy="1831139"/>
            </a:xfrm>
            <a:custGeom>
              <a:avLst/>
              <a:gdLst/>
              <a:ahLst/>
              <a:cxnLst/>
              <a:rect l="l" t="t" r="r" b="b"/>
              <a:pathLst>
                <a:path w="116524" h="65258" extrusionOk="0">
                  <a:moveTo>
                    <a:pt x="112209" y="3766"/>
                  </a:moveTo>
                  <a:lnTo>
                    <a:pt x="112209" y="61218"/>
                  </a:lnTo>
                  <a:lnTo>
                    <a:pt x="4314" y="61218"/>
                  </a:lnTo>
                  <a:lnTo>
                    <a:pt x="4314" y="3766"/>
                  </a:lnTo>
                  <a:close/>
                  <a:moveTo>
                    <a:pt x="4839" y="0"/>
                  </a:moveTo>
                  <a:cubicBezTo>
                    <a:pt x="2169" y="0"/>
                    <a:pt x="0" y="2169"/>
                    <a:pt x="0" y="4839"/>
                  </a:cubicBezTo>
                  <a:lnTo>
                    <a:pt x="0" y="65258"/>
                  </a:lnTo>
                  <a:lnTo>
                    <a:pt x="116523" y="65258"/>
                  </a:lnTo>
                  <a:lnTo>
                    <a:pt x="116523" y="4839"/>
                  </a:lnTo>
                  <a:cubicBezTo>
                    <a:pt x="116523" y="2169"/>
                    <a:pt x="114355" y="0"/>
                    <a:pt x="1116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0"/>
            <p:cNvSpPr/>
            <p:nvPr/>
          </p:nvSpPr>
          <p:spPr>
            <a:xfrm>
              <a:off x="6588090" y="3114624"/>
              <a:ext cx="123604" cy="124229"/>
            </a:xfrm>
            <a:custGeom>
              <a:avLst/>
              <a:gdLst/>
              <a:ahLst/>
              <a:cxnLst/>
              <a:rect l="l" t="t" r="r" b="b"/>
              <a:pathLst>
                <a:path w="4543" h="4566" extrusionOk="0">
                  <a:moveTo>
                    <a:pt x="2260" y="1"/>
                  </a:moveTo>
                  <a:cubicBezTo>
                    <a:pt x="1005" y="1"/>
                    <a:pt x="1" y="1028"/>
                    <a:pt x="1" y="2283"/>
                  </a:cubicBezTo>
                  <a:cubicBezTo>
                    <a:pt x="1" y="3539"/>
                    <a:pt x="1005" y="4566"/>
                    <a:pt x="2260" y="4566"/>
                  </a:cubicBezTo>
                  <a:cubicBezTo>
                    <a:pt x="3516" y="4566"/>
                    <a:pt x="4543" y="3539"/>
                    <a:pt x="4543" y="2283"/>
                  </a:cubicBezTo>
                  <a:cubicBezTo>
                    <a:pt x="4543" y="1028"/>
                    <a:pt x="3516" y="1"/>
                    <a:pt x="2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07" name="Google Shape;1307;p70"/>
          <p:cNvPicPr preferRelativeResize="0"/>
          <p:nvPr/>
        </p:nvPicPr>
        <p:blipFill rotWithShape="1">
          <a:blip r:embed="rId3">
            <a:alphaModFix/>
          </a:blip>
          <a:srcRect t="1662" b="1662"/>
          <a:stretch/>
        </p:blipFill>
        <p:spPr>
          <a:xfrm>
            <a:off x="5171962" y="1304042"/>
            <a:ext cx="3075425" cy="1672475"/>
          </a:xfrm>
          <a:prstGeom prst="rect">
            <a:avLst/>
          </a:prstGeom>
          <a:noFill/>
          <a:ln>
            <a:noFill/>
          </a:ln>
        </p:spPr>
      </p:pic>
      <p:sp>
        <p:nvSpPr>
          <p:cNvPr id="1308" name="Google Shape;1308;p70"/>
          <p:cNvSpPr/>
          <p:nvPr/>
        </p:nvSpPr>
        <p:spPr>
          <a:xfrm>
            <a:off x="3195925" y="3625225"/>
            <a:ext cx="826800" cy="869100"/>
          </a:xfrm>
          <a:prstGeom prst="star10">
            <a:avLst>
              <a:gd name="adj" fmla="val 0"/>
              <a:gd name="hf" fmla="val 10514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1312"/>
        <p:cNvGrpSpPr/>
        <p:nvPr/>
      </p:nvGrpSpPr>
      <p:grpSpPr>
        <a:xfrm>
          <a:off x="0" y="0"/>
          <a:ext cx="0" cy="0"/>
          <a:chOff x="0" y="0"/>
          <a:chExt cx="0" cy="0"/>
        </a:xfrm>
      </p:grpSpPr>
      <p:sp>
        <p:nvSpPr>
          <p:cNvPr id="1313" name="Google Shape;1313;p71"/>
          <p:cNvSpPr/>
          <p:nvPr/>
        </p:nvSpPr>
        <p:spPr>
          <a:xfrm>
            <a:off x="2804409" y="1494125"/>
            <a:ext cx="3535200" cy="2112900"/>
          </a:xfrm>
          <a:prstGeom prst="roundRect">
            <a:avLst>
              <a:gd name="adj" fmla="val 7182"/>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71"/>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2"/>
                </a:solidFill>
              </a:rPr>
              <a:t>ACCESS </a:t>
            </a:r>
            <a:r>
              <a:rPr lang="en"/>
              <a:t>WITH YOUR TABLET</a:t>
            </a:r>
            <a:endParaRPr/>
          </a:p>
        </p:txBody>
      </p:sp>
      <p:sp>
        <p:nvSpPr>
          <p:cNvPr id="1315" name="Google Shape;1315;p71"/>
          <p:cNvSpPr txBox="1">
            <a:spLocks noGrp="1"/>
          </p:cNvSpPr>
          <p:nvPr>
            <p:ph type="subTitle" idx="1"/>
          </p:nvPr>
        </p:nvSpPr>
        <p:spPr>
          <a:xfrm>
            <a:off x="1818300" y="3989950"/>
            <a:ext cx="5507400" cy="62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pic>
        <p:nvPicPr>
          <p:cNvPr id="1316" name="Google Shape;1316;p71"/>
          <p:cNvPicPr preferRelativeResize="0"/>
          <p:nvPr/>
        </p:nvPicPr>
        <p:blipFill rotWithShape="1">
          <a:blip r:embed="rId3">
            <a:alphaModFix/>
          </a:blip>
          <a:srcRect l="9" r="9"/>
          <a:stretch/>
        </p:blipFill>
        <p:spPr>
          <a:xfrm>
            <a:off x="2971199" y="1675278"/>
            <a:ext cx="3201600" cy="1801200"/>
          </a:xfrm>
          <a:prstGeom prst="roundRect">
            <a:avLst>
              <a:gd name="adj" fmla="val 0"/>
            </a:avLst>
          </a:prstGeom>
          <a:noFill/>
          <a:ln>
            <a:noFill/>
          </a:ln>
        </p:spPr>
      </p:pic>
      <p:sp>
        <p:nvSpPr>
          <p:cNvPr id="1317" name="Google Shape;1317;p71"/>
          <p:cNvSpPr/>
          <p:nvPr/>
        </p:nvSpPr>
        <p:spPr>
          <a:xfrm>
            <a:off x="4056660" y="3347654"/>
            <a:ext cx="1030500" cy="573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1"/>
          <p:cNvSpPr/>
          <p:nvPr/>
        </p:nvSpPr>
        <p:spPr>
          <a:xfrm>
            <a:off x="768238" y="127495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1"/>
          <p:cNvSpPr/>
          <p:nvPr/>
        </p:nvSpPr>
        <p:spPr>
          <a:xfrm rot="5400000">
            <a:off x="7492703" y="2571750"/>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1323"/>
        <p:cNvGrpSpPr/>
        <p:nvPr/>
      </p:nvGrpSpPr>
      <p:grpSpPr>
        <a:xfrm>
          <a:off x="0" y="0"/>
          <a:ext cx="0" cy="0"/>
          <a:chOff x="0" y="0"/>
          <a:chExt cx="0" cy="0"/>
        </a:xfrm>
      </p:grpSpPr>
      <p:sp>
        <p:nvSpPr>
          <p:cNvPr id="1324" name="Google Shape;1324;p72"/>
          <p:cNvSpPr txBox="1">
            <a:spLocks noGrp="1"/>
          </p:cNvSpPr>
          <p:nvPr>
            <p:ph type="title"/>
          </p:nvPr>
        </p:nvSpPr>
        <p:spPr>
          <a:xfrm>
            <a:off x="4003069" y="1584750"/>
            <a:ext cx="4154400" cy="105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ALWAYS INFORMED</a:t>
            </a:r>
            <a:r>
              <a:rPr lang="en"/>
              <a:t> OF YOUR NEEDS</a:t>
            </a:r>
            <a:endParaRPr/>
          </a:p>
        </p:txBody>
      </p:sp>
      <p:sp>
        <p:nvSpPr>
          <p:cNvPr id="1325" name="Google Shape;1325;p72"/>
          <p:cNvSpPr txBox="1">
            <a:spLocks noGrp="1"/>
          </p:cNvSpPr>
          <p:nvPr>
            <p:ph type="subTitle" idx="1"/>
          </p:nvPr>
        </p:nvSpPr>
        <p:spPr>
          <a:xfrm>
            <a:off x="4003069" y="2770650"/>
            <a:ext cx="3308700" cy="79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1326" name="Google Shape;1326;p72"/>
          <p:cNvGrpSpPr/>
          <p:nvPr/>
        </p:nvGrpSpPr>
        <p:grpSpPr>
          <a:xfrm>
            <a:off x="986531" y="908850"/>
            <a:ext cx="1950000" cy="3325800"/>
            <a:chOff x="1411411" y="918324"/>
            <a:chExt cx="1950000" cy="3325800"/>
          </a:xfrm>
        </p:grpSpPr>
        <p:sp>
          <p:nvSpPr>
            <p:cNvPr id="1327" name="Google Shape;1327;p72"/>
            <p:cNvSpPr/>
            <p:nvPr/>
          </p:nvSpPr>
          <p:spPr>
            <a:xfrm rot="-5400000">
              <a:off x="723511" y="1606224"/>
              <a:ext cx="3325800" cy="1950000"/>
            </a:xfrm>
            <a:prstGeom prst="roundRect">
              <a:avLst>
                <a:gd name="adj" fmla="val 903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2"/>
            <p:cNvSpPr/>
            <p:nvPr/>
          </p:nvSpPr>
          <p:spPr>
            <a:xfrm rot="5400000">
              <a:off x="2345832" y="4095993"/>
              <a:ext cx="81300" cy="77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29" name="Google Shape;1329;p72"/>
          <p:cNvPicPr preferRelativeResize="0"/>
          <p:nvPr/>
        </p:nvPicPr>
        <p:blipFill rotWithShape="1">
          <a:blip r:embed="rId3">
            <a:alphaModFix/>
          </a:blip>
          <a:srcRect t="23334" b="23329"/>
          <a:stretch/>
        </p:blipFill>
        <p:spPr>
          <a:xfrm rot="-5400000">
            <a:off x="470789" y="1683069"/>
            <a:ext cx="2981624" cy="1677224"/>
          </a:xfrm>
          <a:prstGeom prst="rect">
            <a:avLst/>
          </a:prstGeom>
          <a:noFill/>
          <a:ln>
            <a:noFill/>
          </a:ln>
        </p:spPr>
      </p:pic>
      <p:pic>
        <p:nvPicPr>
          <p:cNvPr id="1330" name="Google Shape;1330;p72"/>
          <p:cNvPicPr preferRelativeResize="0"/>
          <p:nvPr/>
        </p:nvPicPr>
        <p:blipFill rotWithShape="1">
          <a:blip r:embed="rId4">
            <a:alphaModFix/>
          </a:blip>
          <a:srcRect l="12218" r="12218"/>
          <a:stretch/>
        </p:blipFill>
        <p:spPr>
          <a:xfrm>
            <a:off x="1122994" y="1030876"/>
            <a:ext cx="1677300" cy="2981700"/>
          </a:xfrm>
          <a:prstGeom prst="rect">
            <a:avLst/>
          </a:prstGeom>
          <a:noFill/>
          <a:ln>
            <a:noFill/>
          </a:ln>
        </p:spPr>
      </p:pic>
      <p:sp>
        <p:nvSpPr>
          <p:cNvPr id="1331" name="Google Shape;1331;p72"/>
          <p:cNvSpPr/>
          <p:nvPr/>
        </p:nvSpPr>
        <p:spPr>
          <a:xfrm>
            <a:off x="3599125" y="3900775"/>
            <a:ext cx="826800" cy="869100"/>
          </a:xfrm>
          <a:prstGeom prst="star10">
            <a:avLst>
              <a:gd name="adj" fmla="val 0"/>
              <a:gd name="hf" fmla="val 105146"/>
            </a:avLst>
          </a:pr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2"/>
          <p:cNvSpPr/>
          <p:nvPr/>
        </p:nvSpPr>
        <p:spPr>
          <a:xfrm rot="10800000">
            <a:off x="6886078" y="-79725"/>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33" name="Google Shape;1333;p72"/>
          <p:cNvPicPr preferRelativeResize="0"/>
          <p:nvPr/>
        </p:nvPicPr>
        <p:blipFill>
          <a:blip r:embed="rId5">
            <a:alphaModFix/>
          </a:blip>
          <a:stretch>
            <a:fillRect/>
          </a:stretch>
        </p:blipFill>
        <p:spPr>
          <a:xfrm>
            <a:off x="675376" y="3972859"/>
            <a:ext cx="845400" cy="1180815"/>
          </a:xfrm>
          <a:prstGeom prst="rect">
            <a:avLst/>
          </a:prstGeom>
          <a:noFill/>
          <a:ln>
            <a:noFill/>
          </a:ln>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337"/>
        <p:cNvGrpSpPr/>
        <p:nvPr/>
      </p:nvGrpSpPr>
      <p:grpSpPr>
        <a:xfrm>
          <a:off x="0" y="0"/>
          <a:ext cx="0" cy="0"/>
          <a:chOff x="0" y="0"/>
          <a:chExt cx="0" cy="0"/>
        </a:xfrm>
      </p:grpSpPr>
      <p:sp>
        <p:nvSpPr>
          <p:cNvPr id="1338" name="Google Shape;1338;p73"/>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RELATED BOOKS </a:t>
            </a:r>
            <a:r>
              <a:rPr lang="en"/>
              <a:t>YOU SHOULD READ</a:t>
            </a:r>
            <a:endParaRPr/>
          </a:p>
        </p:txBody>
      </p:sp>
      <p:sp>
        <p:nvSpPr>
          <p:cNvPr id="1339" name="Google Shape;1339;p73"/>
          <p:cNvSpPr/>
          <p:nvPr/>
        </p:nvSpPr>
        <p:spPr>
          <a:xfrm rot="5400000">
            <a:off x="-80422" y="895475"/>
            <a:ext cx="1110600" cy="1110600"/>
          </a:xfrm>
          <a:prstGeom prst="blockArc">
            <a:avLst>
              <a:gd name="adj1" fmla="val 16125860"/>
              <a:gd name="adj2" fmla="val 0"/>
              <a:gd name="adj3" fmla="val 25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3"/>
          <p:cNvSpPr/>
          <p:nvPr/>
        </p:nvSpPr>
        <p:spPr>
          <a:xfrm rot="10800000">
            <a:off x="777753" y="3716825"/>
            <a:ext cx="1110600" cy="1110600"/>
          </a:xfrm>
          <a:prstGeom prst="blockArc">
            <a:avLst>
              <a:gd name="adj1" fmla="val 16125860"/>
              <a:gd name="adj2" fmla="val 0"/>
              <a:gd name="adj3" fmla="val 25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aphicFrame>
        <p:nvGraphicFramePr>
          <p:cNvPr id="1341" name="Google Shape;1341;p73"/>
          <p:cNvGraphicFramePr/>
          <p:nvPr/>
        </p:nvGraphicFramePr>
        <p:xfrm>
          <a:off x="1234325" y="1492950"/>
          <a:ext cx="3000000" cy="3000000"/>
        </p:xfrm>
        <a:graphic>
          <a:graphicData uri="http://schemas.openxmlformats.org/drawingml/2006/table">
            <a:tbl>
              <a:tblPr>
                <a:noFill/>
                <a:tableStyleId>{126DD2CE-0F8D-40FD-B329-D1D671988388}</a:tableStyleId>
              </a:tblPr>
              <a:tblGrid>
                <a:gridCol w="2026225">
                  <a:extLst>
                    <a:ext uri="{9D8B030D-6E8A-4147-A177-3AD203B41FA5}">
                      <a16:colId xmlns:a16="http://schemas.microsoft.com/office/drawing/2014/main" val="20000"/>
                    </a:ext>
                  </a:extLst>
                </a:gridCol>
                <a:gridCol w="2513225">
                  <a:extLst>
                    <a:ext uri="{9D8B030D-6E8A-4147-A177-3AD203B41FA5}">
                      <a16:colId xmlns:a16="http://schemas.microsoft.com/office/drawing/2014/main" val="20001"/>
                    </a:ext>
                  </a:extLst>
                </a:gridCol>
                <a:gridCol w="1067950">
                  <a:extLst>
                    <a:ext uri="{9D8B030D-6E8A-4147-A177-3AD203B41FA5}">
                      <a16:colId xmlns:a16="http://schemas.microsoft.com/office/drawing/2014/main" val="20002"/>
                    </a:ext>
                  </a:extLst>
                </a:gridCol>
                <a:gridCol w="1067950">
                  <a:extLst>
                    <a:ext uri="{9D8B030D-6E8A-4147-A177-3AD203B41FA5}">
                      <a16:colId xmlns:a16="http://schemas.microsoft.com/office/drawing/2014/main" val="20003"/>
                    </a:ext>
                  </a:extLst>
                </a:gridCol>
              </a:tblGrid>
              <a:tr h="376000">
                <a:tc>
                  <a:txBody>
                    <a:bodyPr/>
                    <a:lstStyle/>
                    <a:p>
                      <a:pPr marL="0" lvl="0" indent="0" algn="l" rtl="0">
                        <a:spcBef>
                          <a:spcPts val="0"/>
                        </a:spcBef>
                        <a:spcAft>
                          <a:spcPts val="0"/>
                        </a:spcAft>
                        <a:buNone/>
                      </a:pPr>
                      <a:endParaRPr/>
                    </a:p>
                  </a:txBody>
                  <a:tcPr marL="91425" marR="91425" marT="91425" marB="91425">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lt1"/>
                          </a:solidFill>
                          <a:latin typeface="Josefin Sans"/>
                          <a:ea typeface="Josefin Sans"/>
                          <a:cs typeface="Josefin Sans"/>
                          <a:sym typeface="Josefin Sans"/>
                        </a:rPr>
                        <a:t>Status</a:t>
                      </a:r>
                      <a:endParaRPr sz="1800" b="1">
                        <a:solidFill>
                          <a:schemeClr val="lt1"/>
                        </a:solidFill>
                        <a:latin typeface="Josefin Sans"/>
                        <a:ea typeface="Josefin Sans"/>
                        <a:cs typeface="Josefin Sans"/>
                        <a:sym typeface="Josefin Sans"/>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441675">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Author (Year)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i="1">
                          <a:solidFill>
                            <a:schemeClr val="lt1"/>
                          </a:solidFill>
                          <a:latin typeface="Catamaran"/>
                          <a:ea typeface="Catamaran"/>
                          <a:cs typeface="Catamaran"/>
                          <a:sym typeface="Catamaran"/>
                        </a:rPr>
                        <a:t>Title of the book</a:t>
                      </a:r>
                      <a:endParaRPr i="1">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Publisher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441675">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Author (Year)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i="1">
                          <a:solidFill>
                            <a:schemeClr val="lt1"/>
                          </a:solidFill>
                          <a:latin typeface="Catamaran"/>
                          <a:ea typeface="Catamaran"/>
                          <a:cs typeface="Catamaran"/>
                          <a:sym typeface="Catamaran"/>
                        </a:rPr>
                        <a:t>Title of the book</a:t>
                      </a:r>
                      <a:endParaRPr i="1">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Publisher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441675">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Author (Year)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i="1">
                          <a:solidFill>
                            <a:schemeClr val="lt1"/>
                          </a:solidFill>
                          <a:latin typeface="Catamaran"/>
                          <a:ea typeface="Catamaran"/>
                          <a:cs typeface="Catamaran"/>
                          <a:sym typeface="Catamaran"/>
                        </a:rPr>
                        <a:t>Title of the book</a:t>
                      </a:r>
                      <a:endParaRPr i="1">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Publisher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441675">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Author (Year)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i="1">
                          <a:solidFill>
                            <a:schemeClr val="lt1"/>
                          </a:solidFill>
                          <a:latin typeface="Catamaran"/>
                          <a:ea typeface="Catamaran"/>
                          <a:cs typeface="Catamaran"/>
                          <a:sym typeface="Catamaran"/>
                        </a:rPr>
                        <a:t>Title of the book</a:t>
                      </a:r>
                      <a:endParaRPr i="1">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Publisher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4"/>
                  </a:ext>
                </a:extLst>
              </a:tr>
              <a:tr h="441675">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Author (Year)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i="1">
                          <a:solidFill>
                            <a:schemeClr val="lt1"/>
                          </a:solidFill>
                          <a:latin typeface="Catamaran"/>
                          <a:ea typeface="Catamaran"/>
                          <a:cs typeface="Catamaran"/>
                          <a:sym typeface="Catamaran"/>
                        </a:rPr>
                        <a:t>Title of the book</a:t>
                      </a:r>
                      <a:endParaRPr i="1">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1"/>
                          </a:solidFill>
                          <a:latin typeface="Catamaran"/>
                          <a:ea typeface="Catamaran"/>
                          <a:cs typeface="Catamaran"/>
                          <a:sym typeface="Catamaran"/>
                        </a:rPr>
                        <a:t>Publisher</a:t>
                      </a:r>
                      <a:endParaRPr>
                        <a:solidFill>
                          <a:schemeClr val="lt1"/>
                        </a:solidFill>
                        <a:latin typeface="Catamaran"/>
                        <a:ea typeface="Catamaran"/>
                        <a:cs typeface="Catamaran"/>
                        <a:sym typeface="Catamaran"/>
                      </a:endParaRPr>
                    </a:p>
                  </a:txBody>
                  <a:tcPr marL="91425" marR="91425" marT="91425" marB="9142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lt1"/>
                        </a:solidFill>
                        <a:latin typeface="Catamaran"/>
                        <a:ea typeface="Catamaran"/>
                        <a:cs typeface="Catamaran"/>
                        <a:sym typeface="Catamaran"/>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1342" name="Google Shape;1342;p73"/>
          <p:cNvGrpSpPr/>
          <p:nvPr/>
        </p:nvGrpSpPr>
        <p:grpSpPr>
          <a:xfrm>
            <a:off x="7206985" y="2006067"/>
            <a:ext cx="339253" cy="339253"/>
            <a:chOff x="1492675" y="4992125"/>
            <a:chExt cx="481825" cy="481825"/>
          </a:xfrm>
        </p:grpSpPr>
        <p:sp>
          <p:nvSpPr>
            <p:cNvPr id="1343" name="Google Shape;1343;p7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 name="Google Shape;1344;p7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5" name="Google Shape;1345;p73"/>
          <p:cNvGrpSpPr/>
          <p:nvPr/>
        </p:nvGrpSpPr>
        <p:grpSpPr>
          <a:xfrm>
            <a:off x="7206985" y="2873692"/>
            <a:ext cx="339253" cy="339253"/>
            <a:chOff x="1492675" y="4992125"/>
            <a:chExt cx="481825" cy="481825"/>
          </a:xfrm>
        </p:grpSpPr>
        <p:sp>
          <p:nvSpPr>
            <p:cNvPr id="1346" name="Google Shape;1346;p7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 name="Google Shape;1347;p7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1351"/>
        <p:cNvGrpSpPr/>
        <p:nvPr/>
      </p:nvGrpSpPr>
      <p:grpSpPr>
        <a:xfrm>
          <a:off x="0" y="0"/>
          <a:ext cx="0" cy="0"/>
          <a:chOff x="0" y="0"/>
          <a:chExt cx="0" cy="0"/>
        </a:xfrm>
      </p:grpSpPr>
      <p:sp>
        <p:nvSpPr>
          <p:cNvPr id="1352" name="Google Shape;1352;p74"/>
          <p:cNvSpPr/>
          <p:nvPr/>
        </p:nvSpPr>
        <p:spPr>
          <a:xfrm>
            <a:off x="1350483" y="2812100"/>
            <a:ext cx="417900" cy="4179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1353" name="Google Shape;1353;p74"/>
          <p:cNvSpPr/>
          <p:nvPr/>
        </p:nvSpPr>
        <p:spPr>
          <a:xfrm>
            <a:off x="1885517" y="2812100"/>
            <a:ext cx="417900" cy="4179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sp>
        <p:nvSpPr>
          <p:cNvPr id="1354" name="Google Shape;1354;p74"/>
          <p:cNvSpPr txBox="1">
            <a:spLocks noGrp="1"/>
          </p:cNvSpPr>
          <p:nvPr>
            <p:ph type="title"/>
          </p:nvPr>
        </p:nvSpPr>
        <p:spPr>
          <a:xfrm>
            <a:off x="714000" y="738750"/>
            <a:ext cx="3858000" cy="80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1355" name="Google Shape;1355;p74"/>
          <p:cNvSpPr txBox="1">
            <a:spLocks noGrp="1"/>
          </p:cNvSpPr>
          <p:nvPr>
            <p:ph type="subTitle" idx="1"/>
          </p:nvPr>
        </p:nvSpPr>
        <p:spPr>
          <a:xfrm>
            <a:off x="714000" y="1620150"/>
            <a:ext cx="2635800" cy="110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have any questions?</a:t>
            </a:r>
            <a:endParaRPr/>
          </a:p>
          <a:p>
            <a:pPr marL="0" lvl="0" indent="0" algn="l" rtl="0">
              <a:spcBef>
                <a:spcPts val="1000"/>
              </a:spcBef>
              <a:spcAft>
                <a:spcPts val="0"/>
              </a:spcAft>
              <a:buNone/>
            </a:pPr>
            <a:r>
              <a:rPr lang="en"/>
              <a:t>youremail@freepik.com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yourwebsite.com</a:t>
            </a:r>
            <a:endParaRPr/>
          </a:p>
        </p:txBody>
      </p:sp>
      <p:sp>
        <p:nvSpPr>
          <p:cNvPr id="1356" name="Google Shape;1356;p74"/>
          <p:cNvSpPr txBox="1">
            <a:spLocks noGrp="1"/>
          </p:cNvSpPr>
          <p:nvPr>
            <p:ph type="subTitle" idx="4294967295"/>
          </p:nvPr>
        </p:nvSpPr>
        <p:spPr>
          <a:xfrm>
            <a:off x="714000" y="4137750"/>
            <a:ext cx="2919600" cy="2670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1200"/>
              </a:spcAft>
              <a:buNone/>
            </a:pPr>
            <a:r>
              <a:rPr lang="en" sz="1200"/>
              <a:t>Please keep this slide for attribution</a:t>
            </a:r>
            <a:endParaRPr sz="1200"/>
          </a:p>
        </p:txBody>
      </p:sp>
      <p:pic>
        <p:nvPicPr>
          <p:cNvPr id="1357" name="Google Shape;1357;p74"/>
          <p:cNvPicPr preferRelativeResize="0"/>
          <p:nvPr/>
        </p:nvPicPr>
        <p:blipFill rotWithShape="1">
          <a:blip r:embed="rId3">
            <a:alphaModFix/>
          </a:blip>
          <a:srcRect t="12629" b="-518"/>
          <a:stretch/>
        </p:blipFill>
        <p:spPr>
          <a:xfrm>
            <a:off x="4751550" y="536100"/>
            <a:ext cx="4392300" cy="4071300"/>
          </a:xfrm>
          <a:prstGeom prst="rect">
            <a:avLst/>
          </a:prstGeom>
          <a:noFill/>
          <a:ln>
            <a:noFill/>
          </a:ln>
        </p:spPr>
      </p:pic>
      <p:sp>
        <p:nvSpPr>
          <p:cNvPr id="1358" name="Google Shape;1358;p74"/>
          <p:cNvSpPr/>
          <p:nvPr/>
        </p:nvSpPr>
        <p:spPr>
          <a:xfrm>
            <a:off x="815450" y="2812100"/>
            <a:ext cx="417900" cy="417900"/>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solidFill>
                <a:schemeClr val="lt1"/>
              </a:solidFill>
            </a:endParaRPr>
          </a:p>
        </p:txBody>
      </p:sp>
      <p:grpSp>
        <p:nvGrpSpPr>
          <p:cNvPr id="1359" name="Google Shape;1359;p74"/>
          <p:cNvGrpSpPr/>
          <p:nvPr/>
        </p:nvGrpSpPr>
        <p:grpSpPr>
          <a:xfrm>
            <a:off x="902289" y="2898942"/>
            <a:ext cx="244236" cy="244223"/>
            <a:chOff x="266768" y="1721375"/>
            <a:chExt cx="397907" cy="397887"/>
          </a:xfrm>
        </p:grpSpPr>
        <p:sp>
          <p:nvSpPr>
            <p:cNvPr id="1360" name="Google Shape;1360;p7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 name="Google Shape;1362;p74"/>
          <p:cNvGrpSpPr/>
          <p:nvPr/>
        </p:nvGrpSpPr>
        <p:grpSpPr>
          <a:xfrm>
            <a:off x="1972328" y="2898942"/>
            <a:ext cx="244223" cy="244223"/>
            <a:chOff x="1379798" y="1723250"/>
            <a:chExt cx="397887" cy="397887"/>
          </a:xfrm>
        </p:grpSpPr>
        <p:sp>
          <p:nvSpPr>
            <p:cNvPr id="1363" name="Google Shape;1363;p7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 name="Google Shape;1367;p74"/>
          <p:cNvGrpSpPr/>
          <p:nvPr/>
        </p:nvGrpSpPr>
        <p:grpSpPr>
          <a:xfrm>
            <a:off x="1437329" y="2898942"/>
            <a:ext cx="244210" cy="244223"/>
            <a:chOff x="864491" y="1723250"/>
            <a:chExt cx="397866" cy="397887"/>
          </a:xfrm>
        </p:grpSpPr>
        <p:sp>
          <p:nvSpPr>
            <p:cNvPr id="1368" name="Google Shape;1368;p7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1" name="Google Shape;1371;p74"/>
          <p:cNvSpPr/>
          <p:nvPr/>
        </p:nvSpPr>
        <p:spPr>
          <a:xfrm>
            <a:off x="4333974" y="3650250"/>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4"/>
          <p:cNvSpPr/>
          <p:nvPr/>
        </p:nvSpPr>
        <p:spPr>
          <a:xfrm rot="5400000">
            <a:off x="2923903" y="1544850"/>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73" name="Google Shape;1373;p74"/>
          <p:cNvPicPr preferRelativeResize="0"/>
          <p:nvPr/>
        </p:nvPicPr>
        <p:blipFill rotWithShape="1">
          <a:blip r:embed="rId4">
            <a:alphaModFix/>
          </a:blip>
          <a:srcRect/>
          <a:stretch/>
        </p:blipFill>
        <p:spPr>
          <a:xfrm>
            <a:off x="8007301" y="3972859"/>
            <a:ext cx="845400" cy="1180815"/>
          </a:xfrm>
          <a:prstGeom prst="rect">
            <a:avLst/>
          </a:prstGeom>
          <a:noFill/>
          <a:ln>
            <a:noFill/>
          </a:ln>
        </p:spPr>
      </p:pic>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377"/>
        <p:cNvGrpSpPr/>
        <p:nvPr/>
      </p:nvGrpSpPr>
      <p:grpSpPr>
        <a:xfrm>
          <a:off x="0" y="0"/>
          <a:ext cx="0" cy="0"/>
          <a:chOff x="0" y="0"/>
          <a:chExt cx="0" cy="0"/>
        </a:xfrm>
      </p:grpSpPr>
      <p:sp>
        <p:nvSpPr>
          <p:cNvPr id="1378" name="Google Shape;1378;p75"/>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ICON</a:t>
            </a:r>
            <a:r>
              <a:rPr lang="en"/>
              <a:t> PACK</a:t>
            </a:r>
            <a:endParaRPr/>
          </a:p>
        </p:txBody>
      </p:sp>
      <p:grpSp>
        <p:nvGrpSpPr>
          <p:cNvPr id="1379" name="Google Shape;1379;p75"/>
          <p:cNvGrpSpPr/>
          <p:nvPr/>
        </p:nvGrpSpPr>
        <p:grpSpPr>
          <a:xfrm>
            <a:off x="5401022" y="4043406"/>
            <a:ext cx="399330" cy="400372"/>
            <a:chOff x="5401022" y="4043406"/>
            <a:chExt cx="399330" cy="400372"/>
          </a:xfrm>
        </p:grpSpPr>
        <p:sp>
          <p:nvSpPr>
            <p:cNvPr id="1380" name="Google Shape;1380;p75"/>
            <p:cNvSpPr/>
            <p:nvPr/>
          </p:nvSpPr>
          <p:spPr>
            <a:xfrm>
              <a:off x="5455529" y="4043405"/>
              <a:ext cx="344823" cy="319370"/>
            </a:xfrm>
            <a:custGeom>
              <a:avLst/>
              <a:gdLst/>
              <a:ahLst/>
              <a:cxnLst/>
              <a:rect l="l" t="t" r="r" b="b"/>
              <a:pathLst>
                <a:path w="10242" h="9486" extrusionOk="0">
                  <a:moveTo>
                    <a:pt x="5026" y="3223"/>
                  </a:moveTo>
                  <a:lnTo>
                    <a:pt x="5026" y="3437"/>
                  </a:lnTo>
                  <a:cubicBezTo>
                    <a:pt x="5026" y="4104"/>
                    <a:pt x="5597" y="4675"/>
                    <a:pt x="6288" y="4675"/>
                  </a:cubicBezTo>
                  <a:lnTo>
                    <a:pt x="6502" y="4675"/>
                  </a:lnTo>
                  <a:lnTo>
                    <a:pt x="6502" y="5366"/>
                  </a:lnTo>
                  <a:cubicBezTo>
                    <a:pt x="6443" y="5371"/>
                    <a:pt x="6384" y="5373"/>
                    <a:pt x="6326" y="5373"/>
                  </a:cubicBezTo>
                  <a:cubicBezTo>
                    <a:pt x="5236" y="5373"/>
                    <a:pt x="4335" y="4545"/>
                    <a:pt x="4335" y="3437"/>
                  </a:cubicBezTo>
                  <a:lnTo>
                    <a:pt x="4335" y="3223"/>
                  </a:lnTo>
                  <a:close/>
                  <a:moveTo>
                    <a:pt x="3669" y="1"/>
                  </a:moveTo>
                  <a:cubicBezTo>
                    <a:pt x="3403" y="1"/>
                    <a:pt x="3126" y="8"/>
                    <a:pt x="2835" y="8"/>
                  </a:cubicBezTo>
                  <a:cubicBezTo>
                    <a:pt x="787" y="32"/>
                    <a:pt x="1" y="2651"/>
                    <a:pt x="1692" y="3794"/>
                  </a:cubicBezTo>
                  <a:cubicBezTo>
                    <a:pt x="1596" y="4342"/>
                    <a:pt x="1930" y="4890"/>
                    <a:pt x="2430" y="5104"/>
                  </a:cubicBezTo>
                  <a:cubicBezTo>
                    <a:pt x="1930" y="5938"/>
                    <a:pt x="2287" y="7081"/>
                    <a:pt x="3121" y="7509"/>
                  </a:cubicBezTo>
                  <a:lnTo>
                    <a:pt x="6026" y="7509"/>
                  </a:lnTo>
                  <a:lnTo>
                    <a:pt x="6026" y="8152"/>
                  </a:lnTo>
                  <a:lnTo>
                    <a:pt x="7074" y="8843"/>
                  </a:lnTo>
                  <a:lnTo>
                    <a:pt x="8312" y="8843"/>
                  </a:lnTo>
                  <a:lnTo>
                    <a:pt x="8312" y="9486"/>
                  </a:lnTo>
                  <a:cubicBezTo>
                    <a:pt x="9408" y="9343"/>
                    <a:pt x="10241" y="8390"/>
                    <a:pt x="10241" y="7271"/>
                  </a:cubicBezTo>
                  <a:lnTo>
                    <a:pt x="10241" y="6319"/>
                  </a:lnTo>
                  <a:cubicBezTo>
                    <a:pt x="10241" y="5914"/>
                    <a:pt x="10122" y="5557"/>
                    <a:pt x="9860" y="5247"/>
                  </a:cubicBezTo>
                  <a:cubicBezTo>
                    <a:pt x="10098" y="4652"/>
                    <a:pt x="9812" y="3961"/>
                    <a:pt x="9241" y="3699"/>
                  </a:cubicBezTo>
                  <a:cubicBezTo>
                    <a:pt x="10005" y="2133"/>
                    <a:pt x="8793" y="552"/>
                    <a:pt x="7325" y="552"/>
                  </a:cubicBezTo>
                  <a:cubicBezTo>
                    <a:pt x="6963" y="552"/>
                    <a:pt x="6584" y="648"/>
                    <a:pt x="6217" y="865"/>
                  </a:cubicBezTo>
                  <a:cubicBezTo>
                    <a:pt x="5402" y="87"/>
                    <a:pt x="4601" y="1"/>
                    <a:pt x="36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5"/>
            <p:cNvSpPr/>
            <p:nvPr/>
          </p:nvSpPr>
          <p:spPr>
            <a:xfrm>
              <a:off x="5658374" y="4345906"/>
              <a:ext cx="52959" cy="71409"/>
            </a:xfrm>
            <a:custGeom>
              <a:avLst/>
              <a:gdLst/>
              <a:ahLst/>
              <a:cxnLst/>
              <a:rect l="l" t="t" r="r" b="b"/>
              <a:pathLst>
                <a:path w="1573" h="2121" extrusionOk="0">
                  <a:moveTo>
                    <a:pt x="1" y="1"/>
                  </a:moveTo>
                  <a:lnTo>
                    <a:pt x="1" y="2120"/>
                  </a:lnTo>
                  <a:lnTo>
                    <a:pt x="858" y="1573"/>
                  </a:lnTo>
                  <a:lnTo>
                    <a:pt x="1573" y="1573"/>
                  </a:lnTo>
                  <a:lnTo>
                    <a:pt x="1573" y="549"/>
                  </a:lnTo>
                  <a:lnTo>
                    <a:pt x="858" y="549"/>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5"/>
            <p:cNvSpPr/>
            <p:nvPr/>
          </p:nvSpPr>
          <p:spPr>
            <a:xfrm>
              <a:off x="5401022" y="4319444"/>
              <a:ext cx="34509" cy="124334"/>
            </a:xfrm>
            <a:custGeom>
              <a:avLst/>
              <a:gdLst/>
              <a:ahLst/>
              <a:cxnLst/>
              <a:rect l="l" t="t" r="r" b="b"/>
              <a:pathLst>
                <a:path w="1025" h="3693" extrusionOk="0">
                  <a:moveTo>
                    <a:pt x="1" y="1"/>
                  </a:moveTo>
                  <a:lnTo>
                    <a:pt x="1" y="3692"/>
                  </a:lnTo>
                  <a:lnTo>
                    <a:pt x="1025" y="3692"/>
                  </a:lnTo>
                  <a:lnTo>
                    <a:pt x="102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5"/>
            <p:cNvSpPr/>
            <p:nvPr/>
          </p:nvSpPr>
          <p:spPr>
            <a:xfrm>
              <a:off x="5458761" y="4319444"/>
              <a:ext cx="176418" cy="124334"/>
            </a:xfrm>
            <a:custGeom>
              <a:avLst/>
              <a:gdLst/>
              <a:ahLst/>
              <a:cxnLst/>
              <a:rect l="l" t="t" r="r" b="b"/>
              <a:pathLst>
                <a:path w="5240" h="3693" extrusionOk="0">
                  <a:moveTo>
                    <a:pt x="2858" y="2263"/>
                  </a:moveTo>
                  <a:lnTo>
                    <a:pt x="2858" y="2954"/>
                  </a:lnTo>
                  <a:lnTo>
                    <a:pt x="1381" y="2954"/>
                  </a:lnTo>
                  <a:lnTo>
                    <a:pt x="1381" y="2263"/>
                  </a:lnTo>
                  <a:close/>
                  <a:moveTo>
                    <a:pt x="0" y="1"/>
                  </a:moveTo>
                  <a:lnTo>
                    <a:pt x="0" y="3692"/>
                  </a:lnTo>
                  <a:lnTo>
                    <a:pt x="5239" y="3692"/>
                  </a:lnTo>
                  <a:lnTo>
                    <a:pt x="5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 name="Google Shape;1384;p75"/>
          <p:cNvGrpSpPr/>
          <p:nvPr/>
        </p:nvGrpSpPr>
        <p:grpSpPr>
          <a:xfrm>
            <a:off x="4742759" y="4044449"/>
            <a:ext cx="342398" cy="398520"/>
            <a:chOff x="4742759" y="4044449"/>
            <a:chExt cx="342398" cy="398520"/>
          </a:xfrm>
        </p:grpSpPr>
        <p:sp>
          <p:nvSpPr>
            <p:cNvPr id="1385" name="Google Shape;1385;p75"/>
            <p:cNvSpPr/>
            <p:nvPr/>
          </p:nvSpPr>
          <p:spPr>
            <a:xfrm>
              <a:off x="4742759" y="4086129"/>
              <a:ext cx="325565" cy="238972"/>
            </a:xfrm>
            <a:custGeom>
              <a:avLst/>
              <a:gdLst/>
              <a:ahLst/>
              <a:cxnLst/>
              <a:rect l="l" t="t" r="r" b="b"/>
              <a:pathLst>
                <a:path w="9670" h="7098" extrusionOk="0">
                  <a:moveTo>
                    <a:pt x="6836" y="1"/>
                  </a:moveTo>
                  <a:lnTo>
                    <a:pt x="2763" y="2359"/>
                  </a:lnTo>
                  <a:lnTo>
                    <a:pt x="2192" y="3359"/>
                  </a:lnTo>
                  <a:cubicBezTo>
                    <a:pt x="382" y="3502"/>
                    <a:pt x="1" y="5931"/>
                    <a:pt x="1668" y="6621"/>
                  </a:cubicBezTo>
                  <a:cubicBezTo>
                    <a:pt x="1858" y="6669"/>
                    <a:pt x="2835" y="7074"/>
                    <a:pt x="3001" y="7098"/>
                  </a:cubicBezTo>
                  <a:cubicBezTo>
                    <a:pt x="3430" y="6764"/>
                    <a:pt x="3930" y="6526"/>
                    <a:pt x="4478" y="6359"/>
                  </a:cubicBezTo>
                  <a:cubicBezTo>
                    <a:pt x="3906" y="5907"/>
                    <a:pt x="3549" y="5240"/>
                    <a:pt x="3549" y="4478"/>
                  </a:cubicBezTo>
                  <a:lnTo>
                    <a:pt x="3549" y="3454"/>
                  </a:lnTo>
                  <a:cubicBezTo>
                    <a:pt x="3654" y="3459"/>
                    <a:pt x="3756" y="3462"/>
                    <a:pt x="3857" y="3462"/>
                  </a:cubicBezTo>
                  <a:cubicBezTo>
                    <a:pt x="6122" y="3462"/>
                    <a:pt x="7440" y="2228"/>
                    <a:pt x="7645" y="1978"/>
                  </a:cubicBezTo>
                  <a:lnTo>
                    <a:pt x="8360" y="1954"/>
                  </a:lnTo>
                  <a:lnTo>
                    <a:pt x="8360" y="3978"/>
                  </a:lnTo>
                  <a:cubicBezTo>
                    <a:pt x="9122" y="3764"/>
                    <a:pt x="9670" y="3049"/>
                    <a:pt x="9670" y="2239"/>
                  </a:cubicBezTo>
                  <a:lnTo>
                    <a:pt x="9670" y="1835"/>
                  </a:lnTo>
                  <a:cubicBezTo>
                    <a:pt x="9670" y="834"/>
                    <a:pt x="8836" y="1"/>
                    <a:pt x="78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5"/>
            <p:cNvSpPr/>
            <p:nvPr/>
          </p:nvSpPr>
          <p:spPr>
            <a:xfrm>
              <a:off x="4992907" y="4242480"/>
              <a:ext cx="65786" cy="79422"/>
            </a:xfrm>
            <a:custGeom>
              <a:avLst/>
              <a:gdLst/>
              <a:ahLst/>
              <a:cxnLst/>
              <a:rect l="l" t="t" r="r" b="b"/>
              <a:pathLst>
                <a:path w="1954" h="2359" extrusionOk="0">
                  <a:moveTo>
                    <a:pt x="930" y="1"/>
                  </a:moveTo>
                  <a:cubicBezTo>
                    <a:pt x="882" y="668"/>
                    <a:pt x="525" y="1311"/>
                    <a:pt x="1" y="1715"/>
                  </a:cubicBezTo>
                  <a:cubicBezTo>
                    <a:pt x="501" y="1858"/>
                    <a:pt x="954" y="2073"/>
                    <a:pt x="1358" y="2358"/>
                  </a:cubicBezTo>
                  <a:cubicBezTo>
                    <a:pt x="1954" y="1453"/>
                    <a:pt x="1668" y="525"/>
                    <a:pt x="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5"/>
            <p:cNvSpPr/>
            <p:nvPr/>
          </p:nvSpPr>
          <p:spPr>
            <a:xfrm>
              <a:off x="4885576" y="4183966"/>
              <a:ext cx="115412" cy="110227"/>
            </a:xfrm>
            <a:custGeom>
              <a:avLst/>
              <a:gdLst/>
              <a:ahLst/>
              <a:cxnLst/>
              <a:rect l="l" t="t" r="r" b="b"/>
              <a:pathLst>
                <a:path w="3428" h="3274" extrusionOk="0">
                  <a:moveTo>
                    <a:pt x="3427" y="0"/>
                  </a:moveTo>
                  <a:cubicBezTo>
                    <a:pt x="2856" y="429"/>
                    <a:pt x="1689" y="1143"/>
                    <a:pt x="22" y="1239"/>
                  </a:cubicBezTo>
                  <a:lnTo>
                    <a:pt x="22" y="1572"/>
                  </a:lnTo>
                  <a:cubicBezTo>
                    <a:pt x="0" y="2527"/>
                    <a:pt x="792" y="3274"/>
                    <a:pt x="1689" y="3274"/>
                  </a:cubicBezTo>
                  <a:cubicBezTo>
                    <a:pt x="1799" y="3274"/>
                    <a:pt x="1910" y="3262"/>
                    <a:pt x="2022" y="3239"/>
                  </a:cubicBezTo>
                  <a:cubicBezTo>
                    <a:pt x="2665" y="3120"/>
                    <a:pt x="3165" y="2667"/>
                    <a:pt x="3356" y="2048"/>
                  </a:cubicBezTo>
                  <a:cubicBezTo>
                    <a:pt x="3403" y="1905"/>
                    <a:pt x="3427" y="1739"/>
                    <a:pt x="3427" y="1572"/>
                  </a:cubicBezTo>
                  <a:lnTo>
                    <a:pt x="34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5"/>
            <p:cNvSpPr/>
            <p:nvPr/>
          </p:nvSpPr>
          <p:spPr>
            <a:xfrm>
              <a:off x="4826153" y="4044449"/>
              <a:ext cx="116288" cy="90633"/>
            </a:xfrm>
            <a:custGeom>
              <a:avLst/>
              <a:gdLst/>
              <a:ahLst/>
              <a:cxnLst/>
              <a:rect l="l" t="t" r="r" b="b"/>
              <a:pathLst>
                <a:path w="3454" h="2692" extrusionOk="0">
                  <a:moveTo>
                    <a:pt x="2406" y="1"/>
                  </a:moveTo>
                  <a:cubicBezTo>
                    <a:pt x="2287" y="1"/>
                    <a:pt x="2144" y="48"/>
                    <a:pt x="2001" y="120"/>
                  </a:cubicBezTo>
                  <a:lnTo>
                    <a:pt x="453" y="1025"/>
                  </a:lnTo>
                  <a:cubicBezTo>
                    <a:pt x="263" y="1120"/>
                    <a:pt x="120" y="1310"/>
                    <a:pt x="72" y="1501"/>
                  </a:cubicBezTo>
                  <a:cubicBezTo>
                    <a:pt x="1" y="1715"/>
                    <a:pt x="24" y="1930"/>
                    <a:pt x="143" y="2120"/>
                  </a:cubicBezTo>
                  <a:lnTo>
                    <a:pt x="477" y="2692"/>
                  </a:lnTo>
                  <a:lnTo>
                    <a:pt x="3454" y="977"/>
                  </a:lnTo>
                  <a:lnTo>
                    <a:pt x="3120" y="405"/>
                  </a:lnTo>
                  <a:cubicBezTo>
                    <a:pt x="2977" y="143"/>
                    <a:pt x="2692" y="1"/>
                    <a:pt x="2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75"/>
            <p:cNvSpPr/>
            <p:nvPr/>
          </p:nvSpPr>
          <p:spPr>
            <a:xfrm>
              <a:off x="4892713" y="4317861"/>
              <a:ext cx="101036" cy="41714"/>
            </a:xfrm>
            <a:custGeom>
              <a:avLst/>
              <a:gdLst/>
              <a:ahLst/>
              <a:cxnLst/>
              <a:rect l="l" t="t" r="r" b="b"/>
              <a:pathLst>
                <a:path w="3001" h="1239" extrusionOk="0">
                  <a:moveTo>
                    <a:pt x="1334" y="0"/>
                  </a:moveTo>
                  <a:cubicBezTo>
                    <a:pt x="857" y="0"/>
                    <a:pt x="429" y="72"/>
                    <a:pt x="0" y="215"/>
                  </a:cubicBezTo>
                  <a:cubicBezTo>
                    <a:pt x="238" y="810"/>
                    <a:pt x="834" y="1239"/>
                    <a:pt x="1500" y="1239"/>
                  </a:cubicBezTo>
                  <a:cubicBezTo>
                    <a:pt x="2167" y="1239"/>
                    <a:pt x="2763" y="810"/>
                    <a:pt x="3001" y="215"/>
                  </a:cubicBezTo>
                  <a:cubicBezTo>
                    <a:pt x="2572" y="72"/>
                    <a:pt x="2143" y="0"/>
                    <a:pt x="1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5"/>
            <p:cNvSpPr/>
            <p:nvPr/>
          </p:nvSpPr>
          <p:spPr>
            <a:xfrm>
              <a:off x="4801307" y="4334695"/>
              <a:ext cx="283851" cy="108275"/>
            </a:xfrm>
            <a:custGeom>
              <a:avLst/>
              <a:gdLst/>
              <a:ahLst/>
              <a:cxnLst/>
              <a:rect l="l" t="t" r="r" b="b"/>
              <a:pathLst>
                <a:path w="8431" h="3216" extrusionOk="0">
                  <a:moveTo>
                    <a:pt x="2096" y="0"/>
                  </a:moveTo>
                  <a:cubicBezTo>
                    <a:pt x="929" y="643"/>
                    <a:pt x="119" y="1834"/>
                    <a:pt x="0" y="3215"/>
                  </a:cubicBezTo>
                  <a:lnTo>
                    <a:pt x="8431" y="3215"/>
                  </a:lnTo>
                  <a:cubicBezTo>
                    <a:pt x="8312" y="1834"/>
                    <a:pt x="7502" y="643"/>
                    <a:pt x="6335" y="0"/>
                  </a:cubicBezTo>
                  <a:cubicBezTo>
                    <a:pt x="5954" y="941"/>
                    <a:pt x="5085" y="1411"/>
                    <a:pt x="4215" y="1411"/>
                  </a:cubicBezTo>
                  <a:cubicBezTo>
                    <a:pt x="3346" y="1411"/>
                    <a:pt x="2477" y="941"/>
                    <a:pt x="20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 name="Google Shape;1391;p75"/>
          <p:cNvGrpSpPr/>
          <p:nvPr/>
        </p:nvGrpSpPr>
        <p:grpSpPr>
          <a:xfrm>
            <a:off x="4096623" y="4043540"/>
            <a:ext cx="385660" cy="400238"/>
            <a:chOff x="4054869" y="4043540"/>
            <a:chExt cx="385660" cy="400238"/>
          </a:xfrm>
        </p:grpSpPr>
        <p:sp>
          <p:nvSpPr>
            <p:cNvPr id="1392" name="Google Shape;1392;p75"/>
            <p:cNvSpPr/>
            <p:nvPr/>
          </p:nvSpPr>
          <p:spPr>
            <a:xfrm>
              <a:off x="4101364" y="4043540"/>
              <a:ext cx="292672" cy="117197"/>
            </a:xfrm>
            <a:custGeom>
              <a:avLst/>
              <a:gdLst/>
              <a:ahLst/>
              <a:cxnLst/>
              <a:rect l="l" t="t" r="r" b="b"/>
              <a:pathLst>
                <a:path w="8693" h="3481" extrusionOk="0">
                  <a:moveTo>
                    <a:pt x="6811" y="1861"/>
                  </a:moveTo>
                  <a:lnTo>
                    <a:pt x="6811" y="2552"/>
                  </a:lnTo>
                  <a:lnTo>
                    <a:pt x="1882" y="2552"/>
                  </a:lnTo>
                  <a:lnTo>
                    <a:pt x="1882" y="1861"/>
                  </a:lnTo>
                  <a:close/>
                  <a:moveTo>
                    <a:pt x="2468" y="0"/>
                  </a:moveTo>
                  <a:cubicBezTo>
                    <a:pt x="1141" y="0"/>
                    <a:pt x="0" y="1071"/>
                    <a:pt x="0" y="2433"/>
                  </a:cubicBezTo>
                  <a:lnTo>
                    <a:pt x="0" y="3481"/>
                  </a:lnTo>
                  <a:lnTo>
                    <a:pt x="8693" y="3481"/>
                  </a:lnTo>
                  <a:lnTo>
                    <a:pt x="8693" y="2433"/>
                  </a:lnTo>
                  <a:cubicBezTo>
                    <a:pt x="8693" y="1071"/>
                    <a:pt x="7552" y="0"/>
                    <a:pt x="6225" y="0"/>
                  </a:cubicBezTo>
                  <a:cubicBezTo>
                    <a:pt x="6182" y="0"/>
                    <a:pt x="6140" y="2"/>
                    <a:pt x="6097" y="4"/>
                  </a:cubicBezTo>
                  <a:lnTo>
                    <a:pt x="6097" y="956"/>
                  </a:lnTo>
                  <a:lnTo>
                    <a:pt x="5382" y="956"/>
                  </a:lnTo>
                  <a:lnTo>
                    <a:pt x="5382" y="4"/>
                  </a:lnTo>
                  <a:lnTo>
                    <a:pt x="4692" y="4"/>
                  </a:lnTo>
                  <a:lnTo>
                    <a:pt x="4692" y="956"/>
                  </a:lnTo>
                  <a:lnTo>
                    <a:pt x="4001" y="956"/>
                  </a:lnTo>
                  <a:lnTo>
                    <a:pt x="4001" y="4"/>
                  </a:lnTo>
                  <a:lnTo>
                    <a:pt x="3310" y="4"/>
                  </a:lnTo>
                  <a:lnTo>
                    <a:pt x="3310" y="956"/>
                  </a:lnTo>
                  <a:lnTo>
                    <a:pt x="2596" y="956"/>
                  </a:lnTo>
                  <a:lnTo>
                    <a:pt x="2596" y="4"/>
                  </a:lnTo>
                  <a:cubicBezTo>
                    <a:pt x="2553" y="2"/>
                    <a:pt x="2511" y="0"/>
                    <a:pt x="2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5"/>
            <p:cNvSpPr/>
            <p:nvPr/>
          </p:nvSpPr>
          <p:spPr>
            <a:xfrm>
              <a:off x="4101364" y="4278571"/>
              <a:ext cx="292672" cy="165206"/>
            </a:xfrm>
            <a:custGeom>
              <a:avLst/>
              <a:gdLst/>
              <a:ahLst/>
              <a:cxnLst/>
              <a:rect l="l" t="t" r="r" b="b"/>
              <a:pathLst>
                <a:path w="8693" h="4907" extrusionOk="0">
                  <a:moveTo>
                    <a:pt x="2334" y="1024"/>
                  </a:moveTo>
                  <a:lnTo>
                    <a:pt x="2334" y="1715"/>
                  </a:lnTo>
                  <a:lnTo>
                    <a:pt x="1643" y="1715"/>
                  </a:lnTo>
                  <a:lnTo>
                    <a:pt x="1643" y="1024"/>
                  </a:lnTo>
                  <a:close/>
                  <a:moveTo>
                    <a:pt x="5287" y="1001"/>
                  </a:moveTo>
                  <a:lnTo>
                    <a:pt x="5287" y="1715"/>
                  </a:lnTo>
                  <a:lnTo>
                    <a:pt x="3406" y="1715"/>
                  </a:lnTo>
                  <a:lnTo>
                    <a:pt x="3406" y="1001"/>
                  </a:lnTo>
                  <a:close/>
                  <a:moveTo>
                    <a:pt x="7073" y="1024"/>
                  </a:moveTo>
                  <a:lnTo>
                    <a:pt x="7073" y="1715"/>
                  </a:lnTo>
                  <a:lnTo>
                    <a:pt x="6383" y="1715"/>
                  </a:lnTo>
                  <a:lnTo>
                    <a:pt x="6383" y="1024"/>
                  </a:lnTo>
                  <a:close/>
                  <a:moveTo>
                    <a:pt x="0" y="0"/>
                  </a:moveTo>
                  <a:lnTo>
                    <a:pt x="0" y="3263"/>
                  </a:lnTo>
                  <a:lnTo>
                    <a:pt x="1262" y="3263"/>
                  </a:lnTo>
                  <a:lnTo>
                    <a:pt x="1262" y="4906"/>
                  </a:lnTo>
                  <a:lnTo>
                    <a:pt x="2644" y="4906"/>
                  </a:lnTo>
                  <a:lnTo>
                    <a:pt x="2644" y="3263"/>
                  </a:lnTo>
                  <a:lnTo>
                    <a:pt x="6049" y="3263"/>
                  </a:lnTo>
                  <a:lnTo>
                    <a:pt x="6049" y="4906"/>
                  </a:lnTo>
                  <a:lnTo>
                    <a:pt x="7430" y="4906"/>
                  </a:lnTo>
                  <a:lnTo>
                    <a:pt x="7430" y="3263"/>
                  </a:lnTo>
                  <a:lnTo>
                    <a:pt x="8693" y="3263"/>
                  </a:lnTo>
                  <a:lnTo>
                    <a:pt x="86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5"/>
            <p:cNvSpPr/>
            <p:nvPr/>
          </p:nvSpPr>
          <p:spPr>
            <a:xfrm>
              <a:off x="4259297" y="4173530"/>
              <a:ext cx="181232" cy="81812"/>
            </a:xfrm>
            <a:custGeom>
              <a:avLst/>
              <a:gdLst/>
              <a:ahLst/>
              <a:cxnLst/>
              <a:rect l="l" t="t" r="r" b="b"/>
              <a:pathLst>
                <a:path w="5383" h="2430" extrusionOk="0">
                  <a:moveTo>
                    <a:pt x="4692" y="1"/>
                  </a:moveTo>
                  <a:lnTo>
                    <a:pt x="4692" y="834"/>
                  </a:lnTo>
                  <a:lnTo>
                    <a:pt x="4002" y="834"/>
                  </a:lnTo>
                  <a:lnTo>
                    <a:pt x="4002" y="334"/>
                  </a:lnTo>
                  <a:lnTo>
                    <a:pt x="1" y="334"/>
                  </a:lnTo>
                  <a:lnTo>
                    <a:pt x="1" y="2430"/>
                  </a:lnTo>
                  <a:lnTo>
                    <a:pt x="1620" y="2430"/>
                  </a:lnTo>
                  <a:lnTo>
                    <a:pt x="691" y="1334"/>
                  </a:lnTo>
                  <a:lnTo>
                    <a:pt x="1239" y="882"/>
                  </a:lnTo>
                  <a:lnTo>
                    <a:pt x="2549" y="2430"/>
                  </a:lnTo>
                  <a:lnTo>
                    <a:pt x="4002" y="2430"/>
                  </a:lnTo>
                  <a:lnTo>
                    <a:pt x="4002" y="1549"/>
                  </a:lnTo>
                  <a:lnTo>
                    <a:pt x="4692" y="1549"/>
                  </a:lnTo>
                  <a:lnTo>
                    <a:pt x="4692" y="2382"/>
                  </a:lnTo>
                  <a:lnTo>
                    <a:pt x="5383" y="2382"/>
                  </a:lnTo>
                  <a:lnTo>
                    <a:pt x="538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5"/>
            <p:cNvSpPr/>
            <p:nvPr/>
          </p:nvSpPr>
          <p:spPr>
            <a:xfrm>
              <a:off x="4054869" y="4173530"/>
              <a:ext cx="181232" cy="81812"/>
            </a:xfrm>
            <a:custGeom>
              <a:avLst/>
              <a:gdLst/>
              <a:ahLst/>
              <a:cxnLst/>
              <a:rect l="l" t="t" r="r" b="b"/>
              <a:pathLst>
                <a:path w="5383" h="2430" extrusionOk="0">
                  <a:moveTo>
                    <a:pt x="0" y="1"/>
                  </a:moveTo>
                  <a:lnTo>
                    <a:pt x="0" y="2382"/>
                  </a:lnTo>
                  <a:lnTo>
                    <a:pt x="691" y="2382"/>
                  </a:lnTo>
                  <a:lnTo>
                    <a:pt x="691" y="1549"/>
                  </a:lnTo>
                  <a:lnTo>
                    <a:pt x="1381" y="1549"/>
                  </a:lnTo>
                  <a:lnTo>
                    <a:pt x="1381" y="2430"/>
                  </a:lnTo>
                  <a:lnTo>
                    <a:pt x="3691" y="2430"/>
                  </a:lnTo>
                  <a:lnTo>
                    <a:pt x="2762" y="1334"/>
                  </a:lnTo>
                  <a:lnTo>
                    <a:pt x="3286" y="882"/>
                  </a:lnTo>
                  <a:lnTo>
                    <a:pt x="4596" y="2430"/>
                  </a:lnTo>
                  <a:lnTo>
                    <a:pt x="5382" y="2430"/>
                  </a:lnTo>
                  <a:lnTo>
                    <a:pt x="5382" y="334"/>
                  </a:lnTo>
                  <a:lnTo>
                    <a:pt x="1381" y="334"/>
                  </a:lnTo>
                  <a:lnTo>
                    <a:pt x="1381" y="834"/>
                  </a:lnTo>
                  <a:lnTo>
                    <a:pt x="691" y="834"/>
                  </a:ln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 name="Google Shape;1396;p75"/>
          <p:cNvGrpSpPr/>
          <p:nvPr/>
        </p:nvGrpSpPr>
        <p:grpSpPr>
          <a:xfrm>
            <a:off x="3421453" y="4053270"/>
            <a:ext cx="400103" cy="380879"/>
            <a:chOff x="3421453" y="4053270"/>
            <a:chExt cx="400103" cy="380879"/>
          </a:xfrm>
        </p:grpSpPr>
        <p:sp>
          <p:nvSpPr>
            <p:cNvPr id="1397" name="Google Shape;1397;p75"/>
            <p:cNvSpPr/>
            <p:nvPr/>
          </p:nvSpPr>
          <p:spPr>
            <a:xfrm>
              <a:off x="3684428" y="4069296"/>
              <a:ext cx="137128" cy="239780"/>
            </a:xfrm>
            <a:custGeom>
              <a:avLst/>
              <a:gdLst/>
              <a:ahLst/>
              <a:cxnLst/>
              <a:rect l="l" t="t" r="r" b="b"/>
              <a:pathLst>
                <a:path w="4073" h="7122" extrusionOk="0">
                  <a:moveTo>
                    <a:pt x="1049" y="1"/>
                  </a:moveTo>
                  <a:lnTo>
                    <a:pt x="1049" y="1882"/>
                  </a:lnTo>
                  <a:cubicBezTo>
                    <a:pt x="1049" y="2525"/>
                    <a:pt x="596" y="3073"/>
                    <a:pt x="1" y="3216"/>
                  </a:cubicBezTo>
                  <a:cubicBezTo>
                    <a:pt x="72" y="3978"/>
                    <a:pt x="477" y="4645"/>
                    <a:pt x="1025" y="5145"/>
                  </a:cubicBezTo>
                  <a:cubicBezTo>
                    <a:pt x="1025" y="5168"/>
                    <a:pt x="1025" y="6503"/>
                    <a:pt x="1025" y="6526"/>
                  </a:cubicBezTo>
                  <a:cubicBezTo>
                    <a:pt x="1072" y="6859"/>
                    <a:pt x="1382" y="7121"/>
                    <a:pt x="1715" y="7121"/>
                  </a:cubicBezTo>
                  <a:lnTo>
                    <a:pt x="3597" y="7121"/>
                  </a:lnTo>
                  <a:lnTo>
                    <a:pt x="3597" y="5216"/>
                  </a:lnTo>
                  <a:lnTo>
                    <a:pt x="4073" y="4240"/>
                  </a:lnTo>
                  <a:lnTo>
                    <a:pt x="4073" y="2954"/>
                  </a:lnTo>
                  <a:cubicBezTo>
                    <a:pt x="4073" y="1334"/>
                    <a:pt x="2739" y="1"/>
                    <a:pt x="1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5"/>
            <p:cNvSpPr/>
            <p:nvPr/>
          </p:nvSpPr>
          <p:spPr>
            <a:xfrm>
              <a:off x="3435896" y="4053270"/>
              <a:ext cx="260586" cy="137128"/>
            </a:xfrm>
            <a:custGeom>
              <a:avLst/>
              <a:gdLst/>
              <a:ahLst/>
              <a:cxnLst/>
              <a:rect l="l" t="t" r="r" b="b"/>
              <a:pathLst>
                <a:path w="7740" h="4073" extrusionOk="0">
                  <a:moveTo>
                    <a:pt x="2977" y="1"/>
                  </a:moveTo>
                  <a:cubicBezTo>
                    <a:pt x="1334" y="1"/>
                    <a:pt x="0" y="1382"/>
                    <a:pt x="24" y="3025"/>
                  </a:cubicBezTo>
                  <a:lnTo>
                    <a:pt x="1905" y="3025"/>
                  </a:lnTo>
                  <a:cubicBezTo>
                    <a:pt x="2548" y="3025"/>
                    <a:pt x="3096" y="3454"/>
                    <a:pt x="3263" y="4073"/>
                  </a:cubicBezTo>
                  <a:cubicBezTo>
                    <a:pt x="4001" y="4001"/>
                    <a:pt x="4692" y="3597"/>
                    <a:pt x="5192" y="3049"/>
                  </a:cubicBezTo>
                  <a:lnTo>
                    <a:pt x="7049" y="3049"/>
                  </a:lnTo>
                  <a:cubicBezTo>
                    <a:pt x="7073" y="3049"/>
                    <a:pt x="7121" y="3049"/>
                    <a:pt x="7168" y="3025"/>
                  </a:cubicBezTo>
                  <a:cubicBezTo>
                    <a:pt x="7478" y="2977"/>
                    <a:pt x="7740" y="2692"/>
                    <a:pt x="7740" y="2358"/>
                  </a:cubicBezTo>
                  <a:lnTo>
                    <a:pt x="7740" y="477"/>
                  </a:lnTo>
                  <a:lnTo>
                    <a:pt x="5239" y="477"/>
                  </a:lnTo>
                  <a:lnTo>
                    <a:pt x="4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5"/>
            <p:cNvSpPr/>
            <p:nvPr/>
          </p:nvSpPr>
          <p:spPr>
            <a:xfrm>
              <a:off x="3421453" y="4178344"/>
              <a:ext cx="136353" cy="239814"/>
            </a:xfrm>
            <a:custGeom>
              <a:avLst/>
              <a:gdLst/>
              <a:ahLst/>
              <a:cxnLst/>
              <a:rect l="l" t="t" r="r" b="b"/>
              <a:pathLst>
                <a:path w="4050" h="7123" extrusionOk="0">
                  <a:moveTo>
                    <a:pt x="453" y="1"/>
                  </a:moveTo>
                  <a:lnTo>
                    <a:pt x="453" y="1906"/>
                  </a:lnTo>
                  <a:lnTo>
                    <a:pt x="1" y="2882"/>
                  </a:lnTo>
                  <a:lnTo>
                    <a:pt x="1" y="4168"/>
                  </a:lnTo>
                  <a:cubicBezTo>
                    <a:pt x="1" y="5806"/>
                    <a:pt x="1311" y="7122"/>
                    <a:pt x="2916" y="7122"/>
                  </a:cubicBezTo>
                  <a:cubicBezTo>
                    <a:pt x="2944" y="7122"/>
                    <a:pt x="2973" y="7122"/>
                    <a:pt x="3001" y="7121"/>
                  </a:cubicBezTo>
                  <a:lnTo>
                    <a:pt x="3001" y="5240"/>
                  </a:lnTo>
                  <a:cubicBezTo>
                    <a:pt x="3001" y="4597"/>
                    <a:pt x="3454" y="4049"/>
                    <a:pt x="4049" y="3906"/>
                  </a:cubicBezTo>
                  <a:cubicBezTo>
                    <a:pt x="3978" y="3239"/>
                    <a:pt x="3692" y="2596"/>
                    <a:pt x="3192" y="2144"/>
                  </a:cubicBezTo>
                  <a:lnTo>
                    <a:pt x="3025" y="1977"/>
                  </a:lnTo>
                  <a:cubicBezTo>
                    <a:pt x="3025" y="1954"/>
                    <a:pt x="3048" y="596"/>
                    <a:pt x="3026" y="596"/>
                  </a:cubicBezTo>
                  <a:cubicBezTo>
                    <a:pt x="3025" y="596"/>
                    <a:pt x="3025" y="596"/>
                    <a:pt x="3025" y="596"/>
                  </a:cubicBezTo>
                  <a:cubicBezTo>
                    <a:pt x="2977" y="263"/>
                    <a:pt x="2692" y="1"/>
                    <a:pt x="2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5"/>
            <p:cNvSpPr/>
            <p:nvPr/>
          </p:nvSpPr>
          <p:spPr>
            <a:xfrm>
              <a:off x="3545719" y="4297021"/>
              <a:ext cx="261428" cy="137128"/>
            </a:xfrm>
            <a:custGeom>
              <a:avLst/>
              <a:gdLst/>
              <a:ahLst/>
              <a:cxnLst/>
              <a:rect l="l" t="t" r="r" b="b"/>
              <a:pathLst>
                <a:path w="7765" h="4073" extrusionOk="0">
                  <a:moveTo>
                    <a:pt x="4502" y="0"/>
                  </a:moveTo>
                  <a:cubicBezTo>
                    <a:pt x="3740" y="72"/>
                    <a:pt x="3073" y="476"/>
                    <a:pt x="2573" y="1024"/>
                  </a:cubicBezTo>
                  <a:lnTo>
                    <a:pt x="715" y="1024"/>
                  </a:lnTo>
                  <a:cubicBezTo>
                    <a:pt x="668" y="1024"/>
                    <a:pt x="620" y="1024"/>
                    <a:pt x="596" y="1048"/>
                  </a:cubicBezTo>
                  <a:cubicBezTo>
                    <a:pt x="263" y="1096"/>
                    <a:pt x="1" y="1381"/>
                    <a:pt x="1" y="1715"/>
                  </a:cubicBezTo>
                  <a:lnTo>
                    <a:pt x="1" y="3596"/>
                  </a:lnTo>
                  <a:lnTo>
                    <a:pt x="2501" y="3596"/>
                  </a:lnTo>
                  <a:lnTo>
                    <a:pt x="3478" y="4072"/>
                  </a:lnTo>
                  <a:lnTo>
                    <a:pt x="4764" y="4072"/>
                  </a:lnTo>
                  <a:cubicBezTo>
                    <a:pt x="6407" y="4072"/>
                    <a:pt x="7764" y="2691"/>
                    <a:pt x="7717" y="1048"/>
                  </a:cubicBezTo>
                  <a:lnTo>
                    <a:pt x="5835" y="1048"/>
                  </a:lnTo>
                  <a:cubicBezTo>
                    <a:pt x="5192" y="1048"/>
                    <a:pt x="4645" y="619"/>
                    <a:pt x="45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 name="Google Shape;1401;p75"/>
          <p:cNvGrpSpPr/>
          <p:nvPr/>
        </p:nvGrpSpPr>
        <p:grpSpPr>
          <a:xfrm>
            <a:off x="2739960" y="4073302"/>
            <a:ext cx="400105" cy="340781"/>
            <a:chOff x="2739960" y="4073302"/>
            <a:chExt cx="400105" cy="340781"/>
          </a:xfrm>
        </p:grpSpPr>
        <p:sp>
          <p:nvSpPr>
            <p:cNvPr id="1402" name="Google Shape;1402;p75"/>
            <p:cNvSpPr/>
            <p:nvPr/>
          </p:nvSpPr>
          <p:spPr>
            <a:xfrm>
              <a:off x="2847392" y="4361965"/>
              <a:ext cx="185239" cy="52117"/>
            </a:xfrm>
            <a:custGeom>
              <a:avLst/>
              <a:gdLst/>
              <a:ahLst/>
              <a:cxnLst/>
              <a:rect l="l" t="t" r="r" b="b"/>
              <a:pathLst>
                <a:path w="5502" h="1548" extrusionOk="0">
                  <a:moveTo>
                    <a:pt x="1906" y="0"/>
                  </a:moveTo>
                  <a:lnTo>
                    <a:pt x="1358" y="857"/>
                  </a:lnTo>
                  <a:lnTo>
                    <a:pt x="0" y="857"/>
                  </a:lnTo>
                  <a:lnTo>
                    <a:pt x="0" y="1548"/>
                  </a:lnTo>
                  <a:lnTo>
                    <a:pt x="5502" y="1548"/>
                  </a:lnTo>
                  <a:lnTo>
                    <a:pt x="5502" y="857"/>
                  </a:lnTo>
                  <a:lnTo>
                    <a:pt x="4144" y="857"/>
                  </a:lnTo>
                  <a:lnTo>
                    <a:pt x="35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5"/>
            <p:cNvSpPr/>
            <p:nvPr/>
          </p:nvSpPr>
          <p:spPr>
            <a:xfrm>
              <a:off x="2739960" y="4300220"/>
              <a:ext cx="400105" cy="37708"/>
            </a:xfrm>
            <a:custGeom>
              <a:avLst/>
              <a:gdLst/>
              <a:ahLst/>
              <a:cxnLst/>
              <a:rect l="l" t="t" r="r" b="b"/>
              <a:pathLst>
                <a:path w="11884" h="1120" extrusionOk="0">
                  <a:moveTo>
                    <a:pt x="0" y="0"/>
                  </a:moveTo>
                  <a:lnTo>
                    <a:pt x="0" y="1120"/>
                  </a:lnTo>
                  <a:lnTo>
                    <a:pt x="11884" y="1120"/>
                  </a:lnTo>
                  <a:lnTo>
                    <a:pt x="11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5"/>
            <p:cNvSpPr/>
            <p:nvPr/>
          </p:nvSpPr>
          <p:spPr>
            <a:xfrm>
              <a:off x="2784839" y="4073302"/>
              <a:ext cx="47337" cy="47337"/>
            </a:xfrm>
            <a:custGeom>
              <a:avLst/>
              <a:gdLst/>
              <a:ahLst/>
              <a:cxnLst/>
              <a:rect l="l" t="t" r="r" b="b"/>
              <a:pathLst>
                <a:path w="1406" h="1406" extrusionOk="0">
                  <a:moveTo>
                    <a:pt x="715" y="1"/>
                  </a:moveTo>
                  <a:cubicBezTo>
                    <a:pt x="334" y="1"/>
                    <a:pt x="1" y="310"/>
                    <a:pt x="1" y="692"/>
                  </a:cubicBezTo>
                  <a:cubicBezTo>
                    <a:pt x="1" y="1096"/>
                    <a:pt x="334" y="1406"/>
                    <a:pt x="715" y="1406"/>
                  </a:cubicBezTo>
                  <a:cubicBezTo>
                    <a:pt x="1096" y="1406"/>
                    <a:pt x="1406" y="1096"/>
                    <a:pt x="1406" y="692"/>
                  </a:cubicBezTo>
                  <a:cubicBezTo>
                    <a:pt x="1406" y="310"/>
                    <a:pt x="1096" y="1"/>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5"/>
            <p:cNvSpPr/>
            <p:nvPr/>
          </p:nvSpPr>
          <p:spPr>
            <a:xfrm>
              <a:off x="2776018" y="4120605"/>
              <a:ext cx="65786" cy="77806"/>
            </a:xfrm>
            <a:custGeom>
              <a:avLst/>
              <a:gdLst/>
              <a:ahLst/>
              <a:cxnLst/>
              <a:rect l="l" t="t" r="r" b="b"/>
              <a:pathLst>
                <a:path w="1954" h="2311" extrusionOk="0">
                  <a:moveTo>
                    <a:pt x="977" y="1"/>
                  </a:moveTo>
                  <a:cubicBezTo>
                    <a:pt x="430" y="1"/>
                    <a:pt x="1" y="430"/>
                    <a:pt x="1" y="977"/>
                  </a:cubicBezTo>
                  <a:lnTo>
                    <a:pt x="1" y="2311"/>
                  </a:lnTo>
                  <a:lnTo>
                    <a:pt x="1954" y="2311"/>
                  </a:lnTo>
                  <a:lnTo>
                    <a:pt x="1954" y="977"/>
                  </a:lnTo>
                  <a:cubicBezTo>
                    <a:pt x="1954" y="430"/>
                    <a:pt x="1501"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5"/>
            <p:cNvSpPr/>
            <p:nvPr/>
          </p:nvSpPr>
          <p:spPr>
            <a:xfrm>
              <a:off x="2776018" y="4221640"/>
              <a:ext cx="65786" cy="54541"/>
            </a:xfrm>
            <a:custGeom>
              <a:avLst/>
              <a:gdLst/>
              <a:ahLst/>
              <a:cxnLst/>
              <a:rect l="l" t="t" r="r" b="b"/>
              <a:pathLst>
                <a:path w="1954" h="1620" extrusionOk="0">
                  <a:moveTo>
                    <a:pt x="1" y="1"/>
                  </a:moveTo>
                  <a:lnTo>
                    <a:pt x="1" y="1620"/>
                  </a:lnTo>
                  <a:lnTo>
                    <a:pt x="1954" y="1620"/>
                  </a:lnTo>
                  <a:lnTo>
                    <a:pt x="1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5"/>
            <p:cNvSpPr/>
            <p:nvPr/>
          </p:nvSpPr>
          <p:spPr>
            <a:xfrm>
              <a:off x="2906714" y="4137472"/>
              <a:ext cx="65786" cy="23264"/>
            </a:xfrm>
            <a:custGeom>
              <a:avLst/>
              <a:gdLst/>
              <a:ahLst/>
              <a:cxnLst/>
              <a:rect l="l" t="t" r="r" b="b"/>
              <a:pathLst>
                <a:path w="1954" h="691" extrusionOk="0">
                  <a:moveTo>
                    <a:pt x="1" y="0"/>
                  </a:moveTo>
                  <a:lnTo>
                    <a:pt x="1" y="691"/>
                  </a:lnTo>
                  <a:lnTo>
                    <a:pt x="1953" y="691"/>
                  </a:lnTo>
                  <a:lnTo>
                    <a:pt x="1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5"/>
            <p:cNvSpPr/>
            <p:nvPr/>
          </p:nvSpPr>
          <p:spPr>
            <a:xfrm>
              <a:off x="2906714" y="4183966"/>
              <a:ext cx="65786" cy="24072"/>
            </a:xfrm>
            <a:custGeom>
              <a:avLst/>
              <a:gdLst/>
              <a:ahLst/>
              <a:cxnLst/>
              <a:rect l="l" t="t" r="r" b="b"/>
              <a:pathLst>
                <a:path w="1954" h="715" extrusionOk="0">
                  <a:moveTo>
                    <a:pt x="1" y="0"/>
                  </a:moveTo>
                  <a:lnTo>
                    <a:pt x="1" y="715"/>
                  </a:lnTo>
                  <a:lnTo>
                    <a:pt x="1953" y="715"/>
                  </a:lnTo>
                  <a:lnTo>
                    <a:pt x="1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5"/>
            <p:cNvSpPr/>
            <p:nvPr/>
          </p:nvSpPr>
          <p:spPr>
            <a:xfrm>
              <a:off x="3047847" y="4073302"/>
              <a:ext cx="46528" cy="47337"/>
            </a:xfrm>
            <a:custGeom>
              <a:avLst/>
              <a:gdLst/>
              <a:ahLst/>
              <a:cxnLst/>
              <a:rect l="l" t="t" r="r" b="b"/>
              <a:pathLst>
                <a:path w="1382" h="1406" extrusionOk="0">
                  <a:moveTo>
                    <a:pt x="691" y="1"/>
                  </a:moveTo>
                  <a:cubicBezTo>
                    <a:pt x="310" y="1"/>
                    <a:pt x="0" y="310"/>
                    <a:pt x="0" y="692"/>
                  </a:cubicBezTo>
                  <a:cubicBezTo>
                    <a:pt x="0" y="1096"/>
                    <a:pt x="310" y="1406"/>
                    <a:pt x="691" y="1406"/>
                  </a:cubicBezTo>
                  <a:cubicBezTo>
                    <a:pt x="1072" y="1406"/>
                    <a:pt x="1381" y="1096"/>
                    <a:pt x="1381" y="692"/>
                  </a:cubicBezTo>
                  <a:cubicBezTo>
                    <a:pt x="1381" y="310"/>
                    <a:pt x="1072"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5"/>
            <p:cNvSpPr/>
            <p:nvPr/>
          </p:nvSpPr>
          <p:spPr>
            <a:xfrm>
              <a:off x="3038219" y="4120605"/>
              <a:ext cx="65786" cy="77806"/>
            </a:xfrm>
            <a:custGeom>
              <a:avLst/>
              <a:gdLst/>
              <a:ahLst/>
              <a:cxnLst/>
              <a:rect l="l" t="t" r="r" b="b"/>
              <a:pathLst>
                <a:path w="1954" h="2311" extrusionOk="0">
                  <a:moveTo>
                    <a:pt x="977" y="1"/>
                  </a:moveTo>
                  <a:cubicBezTo>
                    <a:pt x="429" y="1"/>
                    <a:pt x="0" y="430"/>
                    <a:pt x="0" y="977"/>
                  </a:cubicBezTo>
                  <a:lnTo>
                    <a:pt x="0" y="2311"/>
                  </a:lnTo>
                  <a:lnTo>
                    <a:pt x="1953" y="2311"/>
                  </a:lnTo>
                  <a:lnTo>
                    <a:pt x="1953" y="977"/>
                  </a:lnTo>
                  <a:cubicBezTo>
                    <a:pt x="1953" y="430"/>
                    <a:pt x="1501"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5"/>
            <p:cNvSpPr/>
            <p:nvPr/>
          </p:nvSpPr>
          <p:spPr>
            <a:xfrm>
              <a:off x="3038219" y="4221640"/>
              <a:ext cx="65786" cy="54541"/>
            </a:xfrm>
            <a:custGeom>
              <a:avLst/>
              <a:gdLst/>
              <a:ahLst/>
              <a:cxnLst/>
              <a:rect l="l" t="t" r="r" b="b"/>
              <a:pathLst>
                <a:path w="1954" h="1620" extrusionOk="0">
                  <a:moveTo>
                    <a:pt x="0" y="1"/>
                  </a:moveTo>
                  <a:lnTo>
                    <a:pt x="0" y="1620"/>
                  </a:lnTo>
                  <a:lnTo>
                    <a:pt x="1953" y="1620"/>
                  </a:lnTo>
                  <a:lnTo>
                    <a:pt x="19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 name="Google Shape;1412;p75"/>
          <p:cNvGrpSpPr/>
          <p:nvPr/>
        </p:nvGrpSpPr>
        <p:grpSpPr>
          <a:xfrm>
            <a:off x="5452331" y="3382180"/>
            <a:ext cx="296712" cy="400138"/>
            <a:chOff x="5452331" y="3382180"/>
            <a:chExt cx="296712" cy="400138"/>
          </a:xfrm>
        </p:grpSpPr>
        <p:sp>
          <p:nvSpPr>
            <p:cNvPr id="1413" name="Google Shape;1413;p75"/>
            <p:cNvSpPr/>
            <p:nvPr/>
          </p:nvSpPr>
          <p:spPr>
            <a:xfrm>
              <a:off x="5472396" y="3431907"/>
              <a:ext cx="276646" cy="350411"/>
            </a:xfrm>
            <a:custGeom>
              <a:avLst/>
              <a:gdLst/>
              <a:ahLst/>
              <a:cxnLst/>
              <a:rect l="l" t="t" r="r" b="b"/>
              <a:pathLst>
                <a:path w="8217" h="10408" extrusionOk="0">
                  <a:moveTo>
                    <a:pt x="7168" y="0"/>
                  </a:moveTo>
                  <a:lnTo>
                    <a:pt x="7168" y="9359"/>
                  </a:lnTo>
                  <a:lnTo>
                    <a:pt x="0" y="9359"/>
                  </a:lnTo>
                  <a:lnTo>
                    <a:pt x="0" y="10407"/>
                  </a:lnTo>
                  <a:lnTo>
                    <a:pt x="8216" y="10407"/>
                  </a:lnTo>
                  <a:lnTo>
                    <a:pt x="821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5"/>
            <p:cNvSpPr/>
            <p:nvPr/>
          </p:nvSpPr>
          <p:spPr>
            <a:xfrm>
              <a:off x="5520473" y="3533717"/>
              <a:ext cx="34509" cy="34509"/>
            </a:xfrm>
            <a:custGeom>
              <a:avLst/>
              <a:gdLst/>
              <a:ahLst/>
              <a:cxnLst/>
              <a:rect l="l" t="t" r="r" b="b"/>
              <a:pathLst>
                <a:path w="1025" h="1025" extrusionOk="0">
                  <a:moveTo>
                    <a:pt x="430" y="1"/>
                  </a:moveTo>
                  <a:lnTo>
                    <a:pt x="1" y="430"/>
                  </a:lnTo>
                  <a:lnTo>
                    <a:pt x="596" y="1025"/>
                  </a:lnTo>
                  <a:lnTo>
                    <a:pt x="1025" y="596"/>
                  </a:lnTo>
                  <a:lnTo>
                    <a:pt x="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5"/>
            <p:cNvSpPr/>
            <p:nvPr/>
          </p:nvSpPr>
          <p:spPr>
            <a:xfrm>
              <a:off x="5557373" y="3444229"/>
              <a:ext cx="59356" cy="55854"/>
            </a:xfrm>
            <a:custGeom>
              <a:avLst/>
              <a:gdLst/>
              <a:ahLst/>
              <a:cxnLst/>
              <a:rect l="l" t="t" r="r" b="b"/>
              <a:pathLst>
                <a:path w="1763" h="1659" extrusionOk="0">
                  <a:moveTo>
                    <a:pt x="555" y="1"/>
                  </a:moveTo>
                  <a:cubicBezTo>
                    <a:pt x="359" y="1"/>
                    <a:pt x="164" y="52"/>
                    <a:pt x="0" y="158"/>
                  </a:cubicBezTo>
                  <a:lnTo>
                    <a:pt x="1477" y="1659"/>
                  </a:lnTo>
                  <a:cubicBezTo>
                    <a:pt x="1763" y="1230"/>
                    <a:pt x="1715" y="682"/>
                    <a:pt x="1334" y="325"/>
                  </a:cubicBezTo>
                  <a:cubicBezTo>
                    <a:pt x="1135" y="112"/>
                    <a:pt x="844" y="1"/>
                    <a:pt x="5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5"/>
            <p:cNvSpPr/>
            <p:nvPr/>
          </p:nvSpPr>
          <p:spPr>
            <a:xfrm>
              <a:off x="5533300" y="3467190"/>
              <a:ext cx="89051" cy="101036"/>
            </a:xfrm>
            <a:custGeom>
              <a:avLst/>
              <a:gdLst/>
              <a:ahLst/>
              <a:cxnLst/>
              <a:rect l="l" t="t" r="r" b="b"/>
              <a:pathLst>
                <a:path w="2645" h="3001" extrusionOk="0">
                  <a:moveTo>
                    <a:pt x="239" y="0"/>
                  </a:moveTo>
                  <a:lnTo>
                    <a:pt x="239" y="0"/>
                  </a:lnTo>
                  <a:cubicBezTo>
                    <a:pt x="1" y="453"/>
                    <a:pt x="72" y="1024"/>
                    <a:pt x="453" y="1405"/>
                  </a:cubicBezTo>
                  <a:lnTo>
                    <a:pt x="2049" y="3001"/>
                  </a:lnTo>
                  <a:lnTo>
                    <a:pt x="2644" y="2406"/>
                  </a:lnTo>
                  <a:lnTo>
                    <a:pt x="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5"/>
            <p:cNvSpPr/>
            <p:nvPr/>
          </p:nvSpPr>
          <p:spPr>
            <a:xfrm>
              <a:off x="5452331" y="3382180"/>
              <a:ext cx="238164" cy="341590"/>
            </a:xfrm>
            <a:custGeom>
              <a:avLst/>
              <a:gdLst/>
              <a:ahLst/>
              <a:cxnLst/>
              <a:rect l="l" t="t" r="r" b="b"/>
              <a:pathLst>
                <a:path w="7074" h="10146" extrusionOk="0">
                  <a:moveTo>
                    <a:pt x="3708" y="1158"/>
                  </a:moveTo>
                  <a:cubicBezTo>
                    <a:pt x="4159" y="1158"/>
                    <a:pt x="4611" y="1325"/>
                    <a:pt x="4954" y="1668"/>
                  </a:cubicBezTo>
                  <a:cubicBezTo>
                    <a:pt x="5597" y="2311"/>
                    <a:pt x="5645" y="3287"/>
                    <a:pt x="5097" y="4002"/>
                  </a:cubicBezTo>
                  <a:cubicBezTo>
                    <a:pt x="5216" y="4097"/>
                    <a:pt x="5907" y="4788"/>
                    <a:pt x="6050" y="4931"/>
                  </a:cubicBezTo>
                  <a:lnTo>
                    <a:pt x="4454" y="6502"/>
                  </a:lnTo>
                  <a:lnTo>
                    <a:pt x="3549" y="5573"/>
                  </a:lnTo>
                  <a:lnTo>
                    <a:pt x="2620" y="6502"/>
                  </a:lnTo>
                  <a:lnTo>
                    <a:pt x="1049" y="4931"/>
                  </a:lnTo>
                  <a:lnTo>
                    <a:pt x="2025" y="3930"/>
                  </a:lnTo>
                  <a:cubicBezTo>
                    <a:pt x="1668" y="3240"/>
                    <a:pt x="1787" y="2335"/>
                    <a:pt x="2382" y="1739"/>
                  </a:cubicBezTo>
                  <a:cubicBezTo>
                    <a:pt x="2729" y="1355"/>
                    <a:pt x="3218" y="1158"/>
                    <a:pt x="3708" y="1158"/>
                  </a:cubicBezTo>
                  <a:close/>
                  <a:moveTo>
                    <a:pt x="3192" y="6931"/>
                  </a:moveTo>
                  <a:lnTo>
                    <a:pt x="3192" y="7622"/>
                  </a:lnTo>
                  <a:lnTo>
                    <a:pt x="906" y="7622"/>
                  </a:lnTo>
                  <a:lnTo>
                    <a:pt x="906" y="6931"/>
                  </a:lnTo>
                  <a:close/>
                  <a:moveTo>
                    <a:pt x="6169" y="6931"/>
                  </a:moveTo>
                  <a:lnTo>
                    <a:pt x="6169" y="7622"/>
                  </a:lnTo>
                  <a:lnTo>
                    <a:pt x="3882" y="7622"/>
                  </a:lnTo>
                  <a:lnTo>
                    <a:pt x="3882" y="6931"/>
                  </a:lnTo>
                  <a:close/>
                  <a:moveTo>
                    <a:pt x="3192" y="8336"/>
                  </a:moveTo>
                  <a:lnTo>
                    <a:pt x="3192" y="9027"/>
                  </a:lnTo>
                  <a:lnTo>
                    <a:pt x="906" y="9027"/>
                  </a:lnTo>
                  <a:lnTo>
                    <a:pt x="906" y="8336"/>
                  </a:lnTo>
                  <a:close/>
                  <a:moveTo>
                    <a:pt x="6169" y="8336"/>
                  </a:moveTo>
                  <a:lnTo>
                    <a:pt x="6169" y="9027"/>
                  </a:lnTo>
                  <a:lnTo>
                    <a:pt x="3882" y="9027"/>
                  </a:lnTo>
                  <a:lnTo>
                    <a:pt x="3882" y="8336"/>
                  </a:lnTo>
                  <a:close/>
                  <a:moveTo>
                    <a:pt x="1" y="1"/>
                  </a:moveTo>
                  <a:lnTo>
                    <a:pt x="1" y="10146"/>
                  </a:lnTo>
                  <a:lnTo>
                    <a:pt x="7074" y="10146"/>
                  </a:lnTo>
                  <a:lnTo>
                    <a:pt x="707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 name="Google Shape;1418;p75"/>
          <p:cNvGrpSpPr/>
          <p:nvPr/>
        </p:nvGrpSpPr>
        <p:grpSpPr>
          <a:xfrm>
            <a:off x="4780466" y="3382180"/>
            <a:ext cx="287049" cy="400138"/>
            <a:chOff x="4780466" y="3382180"/>
            <a:chExt cx="287049" cy="400138"/>
          </a:xfrm>
        </p:grpSpPr>
        <p:sp>
          <p:nvSpPr>
            <p:cNvPr id="1419" name="Google Shape;1419;p75"/>
            <p:cNvSpPr/>
            <p:nvPr/>
          </p:nvSpPr>
          <p:spPr>
            <a:xfrm>
              <a:off x="4855814" y="3458369"/>
              <a:ext cx="56965" cy="89825"/>
            </a:xfrm>
            <a:custGeom>
              <a:avLst/>
              <a:gdLst/>
              <a:ahLst/>
              <a:cxnLst/>
              <a:rect l="l" t="t" r="r" b="b"/>
              <a:pathLst>
                <a:path w="1692" h="2668" extrusionOk="0">
                  <a:moveTo>
                    <a:pt x="1692" y="0"/>
                  </a:moveTo>
                  <a:cubicBezTo>
                    <a:pt x="715" y="167"/>
                    <a:pt x="1" y="1000"/>
                    <a:pt x="1" y="2001"/>
                  </a:cubicBezTo>
                  <a:cubicBezTo>
                    <a:pt x="1" y="2239"/>
                    <a:pt x="25" y="2453"/>
                    <a:pt x="96" y="2668"/>
                  </a:cubicBezTo>
                  <a:lnTo>
                    <a:pt x="1692" y="1786"/>
                  </a:lnTo>
                  <a:lnTo>
                    <a:pt x="16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5"/>
            <p:cNvSpPr/>
            <p:nvPr/>
          </p:nvSpPr>
          <p:spPr>
            <a:xfrm>
              <a:off x="4870257" y="3545769"/>
              <a:ext cx="42522" cy="48111"/>
            </a:xfrm>
            <a:custGeom>
              <a:avLst/>
              <a:gdLst/>
              <a:ahLst/>
              <a:cxnLst/>
              <a:rect l="l" t="t" r="r" b="b"/>
              <a:pathLst>
                <a:path w="1263" h="1429" extrusionOk="0">
                  <a:moveTo>
                    <a:pt x="1263" y="0"/>
                  </a:moveTo>
                  <a:lnTo>
                    <a:pt x="0" y="667"/>
                  </a:lnTo>
                  <a:cubicBezTo>
                    <a:pt x="310" y="1048"/>
                    <a:pt x="739" y="1334"/>
                    <a:pt x="1263" y="1429"/>
                  </a:cubicBezTo>
                  <a:lnTo>
                    <a:pt x="1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75"/>
            <p:cNvSpPr/>
            <p:nvPr/>
          </p:nvSpPr>
          <p:spPr>
            <a:xfrm>
              <a:off x="4936009" y="3545769"/>
              <a:ext cx="42522" cy="48111"/>
            </a:xfrm>
            <a:custGeom>
              <a:avLst/>
              <a:gdLst/>
              <a:ahLst/>
              <a:cxnLst/>
              <a:rect l="l" t="t" r="r" b="b"/>
              <a:pathLst>
                <a:path w="1263" h="1429" extrusionOk="0">
                  <a:moveTo>
                    <a:pt x="0" y="0"/>
                  </a:moveTo>
                  <a:lnTo>
                    <a:pt x="0" y="1429"/>
                  </a:lnTo>
                  <a:cubicBezTo>
                    <a:pt x="500" y="1334"/>
                    <a:pt x="953" y="1048"/>
                    <a:pt x="1262" y="66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5"/>
            <p:cNvSpPr/>
            <p:nvPr/>
          </p:nvSpPr>
          <p:spPr>
            <a:xfrm>
              <a:off x="4936009" y="3458369"/>
              <a:ext cx="56932" cy="89825"/>
            </a:xfrm>
            <a:custGeom>
              <a:avLst/>
              <a:gdLst/>
              <a:ahLst/>
              <a:cxnLst/>
              <a:rect l="l" t="t" r="r" b="b"/>
              <a:pathLst>
                <a:path w="1691" h="2668" extrusionOk="0">
                  <a:moveTo>
                    <a:pt x="0" y="0"/>
                  </a:moveTo>
                  <a:lnTo>
                    <a:pt x="0" y="1786"/>
                  </a:lnTo>
                  <a:lnTo>
                    <a:pt x="1572" y="2668"/>
                  </a:lnTo>
                  <a:cubicBezTo>
                    <a:pt x="1643" y="2453"/>
                    <a:pt x="1691" y="2239"/>
                    <a:pt x="1691" y="2001"/>
                  </a:cubicBezTo>
                  <a:cubicBezTo>
                    <a:pt x="1691" y="1000"/>
                    <a:pt x="953" y="167"/>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5"/>
            <p:cNvSpPr/>
            <p:nvPr/>
          </p:nvSpPr>
          <p:spPr>
            <a:xfrm>
              <a:off x="4780466" y="3382180"/>
              <a:ext cx="287049" cy="400138"/>
            </a:xfrm>
            <a:custGeom>
              <a:avLst/>
              <a:gdLst/>
              <a:ahLst/>
              <a:cxnLst/>
              <a:rect l="l" t="t" r="r" b="b"/>
              <a:pathLst>
                <a:path w="8526" h="11885" extrusionOk="0">
                  <a:moveTo>
                    <a:pt x="4263" y="1525"/>
                  </a:moveTo>
                  <a:cubicBezTo>
                    <a:pt x="7907" y="1692"/>
                    <a:pt x="7907" y="6859"/>
                    <a:pt x="4263" y="7002"/>
                  </a:cubicBezTo>
                  <a:cubicBezTo>
                    <a:pt x="2763" y="7002"/>
                    <a:pt x="1524" y="5788"/>
                    <a:pt x="1524" y="4264"/>
                  </a:cubicBezTo>
                  <a:cubicBezTo>
                    <a:pt x="1524" y="2763"/>
                    <a:pt x="2763" y="1525"/>
                    <a:pt x="4263" y="1525"/>
                  </a:cubicBezTo>
                  <a:close/>
                  <a:moveTo>
                    <a:pt x="4263" y="1"/>
                  </a:moveTo>
                  <a:cubicBezTo>
                    <a:pt x="1929" y="1"/>
                    <a:pt x="0" y="1906"/>
                    <a:pt x="0" y="4264"/>
                  </a:cubicBezTo>
                  <a:cubicBezTo>
                    <a:pt x="0" y="5097"/>
                    <a:pt x="214" y="6026"/>
                    <a:pt x="643" y="7002"/>
                  </a:cubicBezTo>
                  <a:cubicBezTo>
                    <a:pt x="1405" y="8836"/>
                    <a:pt x="3382" y="11122"/>
                    <a:pt x="4263" y="11884"/>
                  </a:cubicBezTo>
                  <a:cubicBezTo>
                    <a:pt x="5168" y="11122"/>
                    <a:pt x="7144" y="8836"/>
                    <a:pt x="7883" y="7002"/>
                  </a:cubicBezTo>
                  <a:cubicBezTo>
                    <a:pt x="8311" y="6026"/>
                    <a:pt x="8526" y="5097"/>
                    <a:pt x="8526" y="4264"/>
                  </a:cubicBezTo>
                  <a:cubicBezTo>
                    <a:pt x="8526" y="1906"/>
                    <a:pt x="6621" y="1"/>
                    <a:pt x="4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 name="Google Shape;1424;p75"/>
          <p:cNvGrpSpPr/>
          <p:nvPr/>
        </p:nvGrpSpPr>
        <p:grpSpPr>
          <a:xfrm>
            <a:off x="4089384" y="3382180"/>
            <a:ext cx="400137" cy="400137"/>
            <a:chOff x="4047631" y="3382180"/>
            <a:chExt cx="400137" cy="400137"/>
          </a:xfrm>
        </p:grpSpPr>
        <p:sp>
          <p:nvSpPr>
            <p:cNvPr id="1425" name="Google Shape;1425;p75"/>
            <p:cNvSpPr/>
            <p:nvPr/>
          </p:nvSpPr>
          <p:spPr>
            <a:xfrm>
              <a:off x="4227246" y="3492844"/>
              <a:ext cx="40906" cy="87434"/>
            </a:xfrm>
            <a:custGeom>
              <a:avLst/>
              <a:gdLst/>
              <a:ahLst/>
              <a:cxnLst/>
              <a:rect l="l" t="t" r="r" b="b"/>
              <a:pathLst>
                <a:path w="1215" h="2597" extrusionOk="0">
                  <a:moveTo>
                    <a:pt x="0" y="0"/>
                  </a:moveTo>
                  <a:cubicBezTo>
                    <a:pt x="24" y="643"/>
                    <a:pt x="143" y="1286"/>
                    <a:pt x="334" y="1882"/>
                  </a:cubicBezTo>
                  <a:cubicBezTo>
                    <a:pt x="429" y="2144"/>
                    <a:pt x="500" y="2358"/>
                    <a:pt x="619" y="2596"/>
                  </a:cubicBezTo>
                  <a:cubicBezTo>
                    <a:pt x="953" y="1786"/>
                    <a:pt x="1167" y="905"/>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5"/>
            <p:cNvSpPr/>
            <p:nvPr/>
          </p:nvSpPr>
          <p:spPr>
            <a:xfrm>
              <a:off x="4149474" y="3386220"/>
              <a:ext cx="71375" cy="83394"/>
            </a:xfrm>
            <a:custGeom>
              <a:avLst/>
              <a:gdLst/>
              <a:ahLst/>
              <a:cxnLst/>
              <a:rect l="l" t="t" r="r" b="b"/>
              <a:pathLst>
                <a:path w="2120" h="2477" extrusionOk="0">
                  <a:moveTo>
                    <a:pt x="2120" y="0"/>
                  </a:moveTo>
                  <a:cubicBezTo>
                    <a:pt x="1000" y="310"/>
                    <a:pt x="143" y="1286"/>
                    <a:pt x="0" y="2477"/>
                  </a:cubicBezTo>
                  <a:lnTo>
                    <a:pt x="1620" y="2477"/>
                  </a:lnTo>
                  <a:cubicBezTo>
                    <a:pt x="1643" y="1619"/>
                    <a:pt x="1834" y="786"/>
                    <a:pt x="2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5"/>
            <p:cNvSpPr/>
            <p:nvPr/>
          </p:nvSpPr>
          <p:spPr>
            <a:xfrm>
              <a:off x="4149474" y="3492844"/>
              <a:ext cx="71375" cy="84202"/>
            </a:xfrm>
            <a:custGeom>
              <a:avLst/>
              <a:gdLst/>
              <a:ahLst/>
              <a:cxnLst/>
              <a:rect l="l" t="t" r="r" b="b"/>
              <a:pathLst>
                <a:path w="2120" h="2501" extrusionOk="0">
                  <a:moveTo>
                    <a:pt x="0" y="0"/>
                  </a:moveTo>
                  <a:cubicBezTo>
                    <a:pt x="143" y="1191"/>
                    <a:pt x="1000" y="2191"/>
                    <a:pt x="2120" y="2501"/>
                  </a:cubicBezTo>
                  <a:cubicBezTo>
                    <a:pt x="2024" y="2215"/>
                    <a:pt x="1929" y="1929"/>
                    <a:pt x="1858" y="1644"/>
                  </a:cubicBezTo>
                  <a:cubicBezTo>
                    <a:pt x="1715" y="1096"/>
                    <a:pt x="1643" y="572"/>
                    <a:pt x="1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5"/>
            <p:cNvSpPr/>
            <p:nvPr/>
          </p:nvSpPr>
          <p:spPr>
            <a:xfrm>
              <a:off x="4227246" y="3382180"/>
              <a:ext cx="40906" cy="87434"/>
            </a:xfrm>
            <a:custGeom>
              <a:avLst/>
              <a:gdLst/>
              <a:ahLst/>
              <a:cxnLst/>
              <a:rect l="l" t="t" r="r" b="b"/>
              <a:pathLst>
                <a:path w="1215" h="2597" extrusionOk="0">
                  <a:moveTo>
                    <a:pt x="619" y="1"/>
                  </a:moveTo>
                  <a:cubicBezTo>
                    <a:pt x="262" y="834"/>
                    <a:pt x="48" y="1716"/>
                    <a:pt x="0" y="2597"/>
                  </a:cubicBezTo>
                  <a:lnTo>
                    <a:pt x="1215" y="2597"/>
                  </a:lnTo>
                  <a:cubicBezTo>
                    <a:pt x="1167" y="1835"/>
                    <a:pt x="1024" y="1073"/>
                    <a:pt x="738" y="358"/>
                  </a:cubicBezTo>
                  <a:cubicBezTo>
                    <a:pt x="715" y="239"/>
                    <a:pt x="667" y="120"/>
                    <a:pt x="6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5"/>
            <p:cNvSpPr/>
            <p:nvPr/>
          </p:nvSpPr>
          <p:spPr>
            <a:xfrm>
              <a:off x="4274548" y="3492844"/>
              <a:ext cx="71375" cy="84202"/>
            </a:xfrm>
            <a:custGeom>
              <a:avLst/>
              <a:gdLst/>
              <a:ahLst/>
              <a:cxnLst/>
              <a:rect l="l" t="t" r="r" b="b"/>
              <a:pathLst>
                <a:path w="2120" h="2501" extrusionOk="0">
                  <a:moveTo>
                    <a:pt x="500" y="0"/>
                  </a:moveTo>
                  <a:cubicBezTo>
                    <a:pt x="476" y="858"/>
                    <a:pt x="286" y="1691"/>
                    <a:pt x="0" y="2501"/>
                  </a:cubicBezTo>
                  <a:cubicBezTo>
                    <a:pt x="1119" y="2191"/>
                    <a:pt x="1977" y="1191"/>
                    <a:pt x="2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5"/>
            <p:cNvSpPr/>
            <p:nvPr/>
          </p:nvSpPr>
          <p:spPr>
            <a:xfrm>
              <a:off x="4274548" y="3386220"/>
              <a:ext cx="71375" cy="83394"/>
            </a:xfrm>
            <a:custGeom>
              <a:avLst/>
              <a:gdLst/>
              <a:ahLst/>
              <a:cxnLst/>
              <a:rect l="l" t="t" r="r" b="b"/>
              <a:pathLst>
                <a:path w="2120" h="2477" extrusionOk="0">
                  <a:moveTo>
                    <a:pt x="0" y="0"/>
                  </a:moveTo>
                  <a:lnTo>
                    <a:pt x="0" y="0"/>
                  </a:lnTo>
                  <a:cubicBezTo>
                    <a:pt x="95" y="262"/>
                    <a:pt x="191" y="548"/>
                    <a:pt x="262" y="834"/>
                  </a:cubicBezTo>
                  <a:cubicBezTo>
                    <a:pt x="405" y="1381"/>
                    <a:pt x="476" y="1929"/>
                    <a:pt x="500" y="2477"/>
                  </a:cubicBezTo>
                  <a:lnTo>
                    <a:pt x="2120" y="2477"/>
                  </a:lnTo>
                  <a:cubicBezTo>
                    <a:pt x="1977" y="1286"/>
                    <a:pt x="1119" y="31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75"/>
            <p:cNvSpPr/>
            <p:nvPr/>
          </p:nvSpPr>
          <p:spPr>
            <a:xfrm>
              <a:off x="4047631" y="3566609"/>
              <a:ext cx="143558" cy="215708"/>
            </a:xfrm>
            <a:custGeom>
              <a:avLst/>
              <a:gdLst/>
              <a:ahLst/>
              <a:cxnLst/>
              <a:rect l="l" t="t" r="r" b="b"/>
              <a:pathLst>
                <a:path w="4264" h="6407" extrusionOk="0">
                  <a:moveTo>
                    <a:pt x="1" y="0"/>
                  </a:moveTo>
                  <a:lnTo>
                    <a:pt x="1" y="2286"/>
                  </a:lnTo>
                  <a:cubicBezTo>
                    <a:pt x="1" y="3525"/>
                    <a:pt x="644" y="4644"/>
                    <a:pt x="1715" y="5263"/>
                  </a:cubicBezTo>
                  <a:lnTo>
                    <a:pt x="1715" y="6406"/>
                  </a:lnTo>
                  <a:lnTo>
                    <a:pt x="4263" y="6406"/>
                  </a:lnTo>
                  <a:lnTo>
                    <a:pt x="4263" y="2286"/>
                  </a:lnTo>
                  <a:cubicBezTo>
                    <a:pt x="4263" y="1882"/>
                    <a:pt x="3930" y="1548"/>
                    <a:pt x="3525" y="1548"/>
                  </a:cubicBezTo>
                  <a:cubicBezTo>
                    <a:pt x="3120" y="1548"/>
                    <a:pt x="2787" y="1882"/>
                    <a:pt x="2787" y="2286"/>
                  </a:cubicBezTo>
                  <a:lnTo>
                    <a:pt x="2787" y="3025"/>
                  </a:lnTo>
                  <a:cubicBezTo>
                    <a:pt x="2358" y="2763"/>
                    <a:pt x="1977" y="2453"/>
                    <a:pt x="1763" y="2048"/>
                  </a:cubicBezTo>
                  <a:cubicBezTo>
                    <a:pt x="1668" y="1858"/>
                    <a:pt x="1572" y="1548"/>
                    <a:pt x="1525" y="1239"/>
                  </a:cubicBezTo>
                  <a:cubicBezTo>
                    <a:pt x="1382" y="524"/>
                    <a:pt x="739"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75"/>
            <p:cNvSpPr/>
            <p:nvPr/>
          </p:nvSpPr>
          <p:spPr>
            <a:xfrm>
              <a:off x="4304209" y="3566609"/>
              <a:ext cx="143558" cy="215708"/>
            </a:xfrm>
            <a:custGeom>
              <a:avLst/>
              <a:gdLst/>
              <a:ahLst/>
              <a:cxnLst/>
              <a:rect l="l" t="t" r="r" b="b"/>
              <a:pathLst>
                <a:path w="4264" h="6407" extrusionOk="0">
                  <a:moveTo>
                    <a:pt x="4263" y="0"/>
                  </a:moveTo>
                  <a:cubicBezTo>
                    <a:pt x="3525" y="0"/>
                    <a:pt x="2882" y="524"/>
                    <a:pt x="2739" y="1239"/>
                  </a:cubicBezTo>
                  <a:cubicBezTo>
                    <a:pt x="2691" y="1548"/>
                    <a:pt x="2596" y="1858"/>
                    <a:pt x="2501" y="2048"/>
                  </a:cubicBezTo>
                  <a:cubicBezTo>
                    <a:pt x="2287" y="2453"/>
                    <a:pt x="1905" y="2763"/>
                    <a:pt x="1477" y="3025"/>
                  </a:cubicBezTo>
                  <a:lnTo>
                    <a:pt x="1477" y="2286"/>
                  </a:lnTo>
                  <a:cubicBezTo>
                    <a:pt x="1477" y="1882"/>
                    <a:pt x="1143" y="1548"/>
                    <a:pt x="739" y="1548"/>
                  </a:cubicBezTo>
                  <a:cubicBezTo>
                    <a:pt x="334" y="1548"/>
                    <a:pt x="0" y="1882"/>
                    <a:pt x="0" y="2286"/>
                  </a:cubicBezTo>
                  <a:lnTo>
                    <a:pt x="0" y="6406"/>
                  </a:lnTo>
                  <a:lnTo>
                    <a:pt x="2548" y="6406"/>
                  </a:lnTo>
                  <a:lnTo>
                    <a:pt x="2548" y="5263"/>
                  </a:lnTo>
                  <a:cubicBezTo>
                    <a:pt x="3620" y="4644"/>
                    <a:pt x="4263" y="3525"/>
                    <a:pt x="4263" y="2286"/>
                  </a:cubicBezTo>
                  <a:lnTo>
                    <a:pt x="4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 name="Google Shape;1433;p75"/>
          <p:cNvGrpSpPr/>
          <p:nvPr/>
        </p:nvGrpSpPr>
        <p:grpSpPr>
          <a:xfrm>
            <a:off x="3410444" y="3403828"/>
            <a:ext cx="411112" cy="356840"/>
            <a:chOff x="3410444" y="3403828"/>
            <a:chExt cx="411112" cy="356840"/>
          </a:xfrm>
        </p:grpSpPr>
        <p:sp>
          <p:nvSpPr>
            <p:cNvPr id="1434" name="Google Shape;1434;p75"/>
            <p:cNvSpPr/>
            <p:nvPr/>
          </p:nvSpPr>
          <p:spPr>
            <a:xfrm>
              <a:off x="3577804" y="3698080"/>
              <a:ext cx="87434" cy="62588"/>
            </a:xfrm>
            <a:custGeom>
              <a:avLst/>
              <a:gdLst/>
              <a:ahLst/>
              <a:cxnLst/>
              <a:rect l="l" t="t" r="r" b="b"/>
              <a:pathLst>
                <a:path w="2597" h="1859" extrusionOk="0">
                  <a:moveTo>
                    <a:pt x="524" y="1"/>
                  </a:moveTo>
                  <a:lnTo>
                    <a:pt x="0" y="1858"/>
                  </a:lnTo>
                  <a:lnTo>
                    <a:pt x="2596" y="1858"/>
                  </a:lnTo>
                  <a:lnTo>
                    <a:pt x="2048" y="1"/>
                  </a:lnTo>
                  <a:cubicBezTo>
                    <a:pt x="1810" y="96"/>
                    <a:pt x="1572" y="144"/>
                    <a:pt x="1286" y="144"/>
                  </a:cubicBezTo>
                  <a:cubicBezTo>
                    <a:pt x="1024" y="144"/>
                    <a:pt x="762" y="96"/>
                    <a:pt x="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5"/>
            <p:cNvSpPr/>
            <p:nvPr/>
          </p:nvSpPr>
          <p:spPr>
            <a:xfrm>
              <a:off x="3410444" y="3403828"/>
              <a:ext cx="164196" cy="276006"/>
            </a:xfrm>
            <a:custGeom>
              <a:avLst/>
              <a:gdLst/>
              <a:ahLst/>
              <a:cxnLst/>
              <a:rect l="l" t="t" r="r" b="b"/>
              <a:pathLst>
                <a:path w="4877" h="8198" extrusionOk="0">
                  <a:moveTo>
                    <a:pt x="1304" y="1"/>
                  </a:moveTo>
                  <a:cubicBezTo>
                    <a:pt x="756" y="1"/>
                    <a:pt x="328" y="453"/>
                    <a:pt x="328" y="977"/>
                  </a:cubicBezTo>
                  <a:cubicBezTo>
                    <a:pt x="328" y="1525"/>
                    <a:pt x="756" y="1978"/>
                    <a:pt x="1304" y="1978"/>
                  </a:cubicBezTo>
                  <a:cubicBezTo>
                    <a:pt x="756" y="1978"/>
                    <a:pt x="328" y="2406"/>
                    <a:pt x="328" y="2954"/>
                  </a:cubicBezTo>
                  <a:cubicBezTo>
                    <a:pt x="328" y="3492"/>
                    <a:pt x="742" y="3939"/>
                    <a:pt x="1276" y="3954"/>
                  </a:cubicBezTo>
                  <a:lnTo>
                    <a:pt x="1277" y="3954"/>
                  </a:lnTo>
                  <a:cubicBezTo>
                    <a:pt x="437" y="3954"/>
                    <a:pt x="1" y="5032"/>
                    <a:pt x="613" y="5621"/>
                  </a:cubicBezTo>
                  <a:cubicBezTo>
                    <a:pt x="804" y="5812"/>
                    <a:pt x="1042" y="5907"/>
                    <a:pt x="1304" y="5907"/>
                  </a:cubicBezTo>
                  <a:lnTo>
                    <a:pt x="2399" y="5907"/>
                  </a:lnTo>
                  <a:cubicBezTo>
                    <a:pt x="2399" y="6000"/>
                    <a:pt x="2875" y="8198"/>
                    <a:pt x="4531" y="8198"/>
                  </a:cubicBezTo>
                  <a:cubicBezTo>
                    <a:pt x="4574" y="8198"/>
                    <a:pt x="4618" y="8196"/>
                    <a:pt x="4662" y="8193"/>
                  </a:cubicBezTo>
                  <a:cubicBezTo>
                    <a:pt x="4281" y="7788"/>
                    <a:pt x="4066" y="7264"/>
                    <a:pt x="4066" y="6669"/>
                  </a:cubicBezTo>
                  <a:lnTo>
                    <a:pt x="4066" y="3597"/>
                  </a:lnTo>
                  <a:lnTo>
                    <a:pt x="4876" y="2668"/>
                  </a:lnTo>
                  <a:lnTo>
                    <a:pt x="197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5"/>
            <p:cNvSpPr/>
            <p:nvPr/>
          </p:nvSpPr>
          <p:spPr>
            <a:xfrm>
              <a:off x="3668403" y="3403828"/>
              <a:ext cx="153153" cy="276006"/>
            </a:xfrm>
            <a:custGeom>
              <a:avLst/>
              <a:gdLst/>
              <a:ahLst/>
              <a:cxnLst/>
              <a:rect l="l" t="t" r="r" b="b"/>
              <a:pathLst>
                <a:path w="4549" h="8198" extrusionOk="0">
                  <a:moveTo>
                    <a:pt x="2882" y="1"/>
                  </a:moveTo>
                  <a:lnTo>
                    <a:pt x="0" y="2668"/>
                  </a:lnTo>
                  <a:lnTo>
                    <a:pt x="810" y="3597"/>
                  </a:lnTo>
                  <a:lnTo>
                    <a:pt x="810" y="6669"/>
                  </a:lnTo>
                  <a:cubicBezTo>
                    <a:pt x="810" y="7264"/>
                    <a:pt x="572" y="7788"/>
                    <a:pt x="215" y="8193"/>
                  </a:cubicBezTo>
                  <a:cubicBezTo>
                    <a:pt x="260" y="8196"/>
                    <a:pt x="303" y="8198"/>
                    <a:pt x="346" y="8198"/>
                  </a:cubicBezTo>
                  <a:cubicBezTo>
                    <a:pt x="2008" y="8198"/>
                    <a:pt x="2143" y="6000"/>
                    <a:pt x="2120" y="5907"/>
                  </a:cubicBezTo>
                  <a:lnTo>
                    <a:pt x="3549" y="5907"/>
                  </a:lnTo>
                  <a:cubicBezTo>
                    <a:pt x="4097" y="5907"/>
                    <a:pt x="4549" y="5478"/>
                    <a:pt x="4549" y="4930"/>
                  </a:cubicBezTo>
                  <a:cubicBezTo>
                    <a:pt x="4549" y="4383"/>
                    <a:pt x="4097" y="3954"/>
                    <a:pt x="3549" y="3954"/>
                  </a:cubicBezTo>
                  <a:cubicBezTo>
                    <a:pt x="4097" y="3954"/>
                    <a:pt x="4549" y="3502"/>
                    <a:pt x="4549" y="2954"/>
                  </a:cubicBezTo>
                  <a:cubicBezTo>
                    <a:pt x="4549" y="2406"/>
                    <a:pt x="4097" y="1978"/>
                    <a:pt x="3549" y="1978"/>
                  </a:cubicBezTo>
                  <a:cubicBezTo>
                    <a:pt x="4097" y="1978"/>
                    <a:pt x="4549" y="1525"/>
                    <a:pt x="4549" y="977"/>
                  </a:cubicBezTo>
                  <a:cubicBezTo>
                    <a:pt x="4549" y="453"/>
                    <a:pt x="4097" y="1"/>
                    <a:pt x="35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5"/>
            <p:cNvSpPr/>
            <p:nvPr/>
          </p:nvSpPr>
          <p:spPr>
            <a:xfrm>
              <a:off x="3597836" y="3422278"/>
              <a:ext cx="47337" cy="47337"/>
            </a:xfrm>
            <a:custGeom>
              <a:avLst/>
              <a:gdLst/>
              <a:ahLst/>
              <a:cxnLst/>
              <a:rect l="l" t="t" r="r" b="b"/>
              <a:pathLst>
                <a:path w="1406" h="1406" extrusionOk="0">
                  <a:moveTo>
                    <a:pt x="691" y="1"/>
                  </a:moveTo>
                  <a:cubicBezTo>
                    <a:pt x="310" y="1"/>
                    <a:pt x="1" y="334"/>
                    <a:pt x="1" y="715"/>
                  </a:cubicBezTo>
                  <a:lnTo>
                    <a:pt x="691" y="1406"/>
                  </a:lnTo>
                  <a:lnTo>
                    <a:pt x="1382" y="715"/>
                  </a:lnTo>
                  <a:cubicBezTo>
                    <a:pt x="1406" y="334"/>
                    <a:pt x="1096"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5"/>
            <p:cNvSpPr/>
            <p:nvPr/>
          </p:nvSpPr>
          <p:spPr>
            <a:xfrm>
              <a:off x="3570599" y="3479209"/>
              <a:ext cx="101844" cy="200490"/>
            </a:xfrm>
            <a:custGeom>
              <a:avLst/>
              <a:gdLst/>
              <a:ahLst/>
              <a:cxnLst/>
              <a:rect l="l" t="t" r="r" b="b"/>
              <a:pathLst>
                <a:path w="3025" h="5955" extrusionOk="0">
                  <a:moveTo>
                    <a:pt x="810" y="0"/>
                  </a:moveTo>
                  <a:lnTo>
                    <a:pt x="810" y="691"/>
                  </a:lnTo>
                  <a:lnTo>
                    <a:pt x="0" y="1620"/>
                  </a:lnTo>
                  <a:lnTo>
                    <a:pt x="0" y="4430"/>
                  </a:lnTo>
                  <a:cubicBezTo>
                    <a:pt x="0" y="5263"/>
                    <a:pt x="667" y="5954"/>
                    <a:pt x="1500" y="5954"/>
                  </a:cubicBezTo>
                  <a:cubicBezTo>
                    <a:pt x="2334" y="5954"/>
                    <a:pt x="3025" y="5263"/>
                    <a:pt x="3025" y="4430"/>
                  </a:cubicBezTo>
                  <a:lnTo>
                    <a:pt x="3025" y="1620"/>
                  </a:lnTo>
                  <a:lnTo>
                    <a:pt x="2191" y="691"/>
                  </a:lnTo>
                  <a:lnTo>
                    <a:pt x="2191" y="0"/>
                  </a:lnTo>
                  <a:cubicBezTo>
                    <a:pt x="2191" y="0"/>
                    <a:pt x="1500" y="691"/>
                    <a:pt x="1500" y="691"/>
                  </a:cubicBezTo>
                  <a:cubicBezTo>
                    <a:pt x="1500" y="691"/>
                    <a:pt x="810"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75"/>
          <p:cNvGrpSpPr/>
          <p:nvPr/>
        </p:nvGrpSpPr>
        <p:grpSpPr>
          <a:xfrm>
            <a:off x="2752787" y="3447124"/>
            <a:ext cx="374450" cy="270248"/>
            <a:chOff x="2752787" y="3447124"/>
            <a:chExt cx="374450" cy="270248"/>
          </a:xfrm>
        </p:grpSpPr>
        <p:sp>
          <p:nvSpPr>
            <p:cNvPr id="1440" name="Google Shape;1440;p75"/>
            <p:cNvSpPr/>
            <p:nvPr/>
          </p:nvSpPr>
          <p:spPr>
            <a:xfrm>
              <a:off x="2752787" y="3596270"/>
              <a:ext cx="374450" cy="121102"/>
            </a:xfrm>
            <a:custGeom>
              <a:avLst/>
              <a:gdLst/>
              <a:ahLst/>
              <a:cxnLst/>
              <a:rect l="l" t="t" r="r" b="b"/>
              <a:pathLst>
                <a:path w="11122" h="3597" extrusionOk="0">
                  <a:moveTo>
                    <a:pt x="0" y="0"/>
                  </a:moveTo>
                  <a:lnTo>
                    <a:pt x="0" y="3596"/>
                  </a:lnTo>
                  <a:lnTo>
                    <a:pt x="11122" y="3596"/>
                  </a:lnTo>
                  <a:lnTo>
                    <a:pt x="111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5"/>
            <p:cNvSpPr/>
            <p:nvPr/>
          </p:nvSpPr>
          <p:spPr>
            <a:xfrm>
              <a:off x="2780832" y="3447124"/>
              <a:ext cx="68210" cy="68210"/>
            </a:xfrm>
            <a:custGeom>
              <a:avLst/>
              <a:gdLst/>
              <a:ahLst/>
              <a:cxnLst/>
              <a:rect l="l" t="t" r="r" b="b"/>
              <a:pathLst>
                <a:path w="2026" h="2026" extrusionOk="0">
                  <a:moveTo>
                    <a:pt x="1001" y="1"/>
                  </a:moveTo>
                  <a:cubicBezTo>
                    <a:pt x="453" y="1"/>
                    <a:pt x="1" y="453"/>
                    <a:pt x="1" y="1001"/>
                  </a:cubicBezTo>
                  <a:cubicBezTo>
                    <a:pt x="1" y="1573"/>
                    <a:pt x="453" y="2025"/>
                    <a:pt x="1001" y="2025"/>
                  </a:cubicBezTo>
                  <a:cubicBezTo>
                    <a:pt x="1573" y="2025"/>
                    <a:pt x="2025" y="1573"/>
                    <a:pt x="2025" y="1001"/>
                  </a:cubicBezTo>
                  <a:cubicBezTo>
                    <a:pt x="2025" y="453"/>
                    <a:pt x="1573" y="1"/>
                    <a:pt x="10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5"/>
            <p:cNvSpPr/>
            <p:nvPr/>
          </p:nvSpPr>
          <p:spPr>
            <a:xfrm>
              <a:off x="2752787" y="3515301"/>
              <a:ext cx="124300" cy="56932"/>
            </a:xfrm>
            <a:custGeom>
              <a:avLst/>
              <a:gdLst/>
              <a:ahLst/>
              <a:cxnLst/>
              <a:rect l="l" t="t" r="r" b="b"/>
              <a:pathLst>
                <a:path w="3692" h="1691" extrusionOk="0">
                  <a:moveTo>
                    <a:pt x="1691" y="0"/>
                  </a:moveTo>
                  <a:cubicBezTo>
                    <a:pt x="739" y="0"/>
                    <a:pt x="0" y="762"/>
                    <a:pt x="0" y="1691"/>
                  </a:cubicBezTo>
                  <a:lnTo>
                    <a:pt x="3692" y="1691"/>
                  </a:lnTo>
                  <a:cubicBezTo>
                    <a:pt x="3692" y="762"/>
                    <a:pt x="2953" y="0"/>
                    <a:pt x="2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75"/>
            <p:cNvSpPr/>
            <p:nvPr/>
          </p:nvSpPr>
          <p:spPr>
            <a:xfrm>
              <a:off x="2905132" y="3447124"/>
              <a:ext cx="68985" cy="68210"/>
            </a:xfrm>
            <a:custGeom>
              <a:avLst/>
              <a:gdLst/>
              <a:ahLst/>
              <a:cxnLst/>
              <a:rect l="l" t="t" r="r" b="b"/>
              <a:pathLst>
                <a:path w="2049" h="2026" extrusionOk="0">
                  <a:moveTo>
                    <a:pt x="1024" y="1"/>
                  </a:moveTo>
                  <a:cubicBezTo>
                    <a:pt x="476" y="1"/>
                    <a:pt x="0" y="453"/>
                    <a:pt x="0" y="1001"/>
                  </a:cubicBezTo>
                  <a:cubicBezTo>
                    <a:pt x="0" y="1573"/>
                    <a:pt x="476" y="2025"/>
                    <a:pt x="1024" y="2025"/>
                  </a:cubicBezTo>
                  <a:cubicBezTo>
                    <a:pt x="1596" y="2025"/>
                    <a:pt x="2048" y="1573"/>
                    <a:pt x="2048" y="1001"/>
                  </a:cubicBezTo>
                  <a:cubicBezTo>
                    <a:pt x="2048" y="453"/>
                    <a:pt x="1596" y="1"/>
                    <a:pt x="10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5"/>
            <p:cNvSpPr/>
            <p:nvPr/>
          </p:nvSpPr>
          <p:spPr>
            <a:xfrm>
              <a:off x="2877053" y="3515301"/>
              <a:ext cx="125108" cy="56932"/>
            </a:xfrm>
            <a:custGeom>
              <a:avLst/>
              <a:gdLst/>
              <a:ahLst/>
              <a:cxnLst/>
              <a:rect l="l" t="t" r="r" b="b"/>
              <a:pathLst>
                <a:path w="3716" h="1691" extrusionOk="0">
                  <a:moveTo>
                    <a:pt x="1691" y="0"/>
                  </a:moveTo>
                  <a:cubicBezTo>
                    <a:pt x="763" y="0"/>
                    <a:pt x="1" y="762"/>
                    <a:pt x="1" y="1691"/>
                  </a:cubicBezTo>
                  <a:lnTo>
                    <a:pt x="3716" y="1691"/>
                  </a:lnTo>
                  <a:cubicBezTo>
                    <a:pt x="3716" y="762"/>
                    <a:pt x="2954" y="0"/>
                    <a:pt x="2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5"/>
            <p:cNvSpPr/>
            <p:nvPr/>
          </p:nvSpPr>
          <p:spPr>
            <a:xfrm>
              <a:off x="3030206" y="3447124"/>
              <a:ext cx="68985" cy="68210"/>
            </a:xfrm>
            <a:custGeom>
              <a:avLst/>
              <a:gdLst/>
              <a:ahLst/>
              <a:cxnLst/>
              <a:rect l="l" t="t" r="r" b="b"/>
              <a:pathLst>
                <a:path w="2049" h="2026" extrusionOk="0">
                  <a:moveTo>
                    <a:pt x="1024" y="1"/>
                  </a:moveTo>
                  <a:cubicBezTo>
                    <a:pt x="453" y="1"/>
                    <a:pt x="0" y="453"/>
                    <a:pt x="0" y="1001"/>
                  </a:cubicBezTo>
                  <a:cubicBezTo>
                    <a:pt x="0" y="1573"/>
                    <a:pt x="453" y="2025"/>
                    <a:pt x="1024" y="2025"/>
                  </a:cubicBezTo>
                  <a:cubicBezTo>
                    <a:pt x="1596" y="2025"/>
                    <a:pt x="2048" y="1573"/>
                    <a:pt x="2048" y="1001"/>
                  </a:cubicBezTo>
                  <a:cubicBezTo>
                    <a:pt x="2048" y="453"/>
                    <a:pt x="1596" y="1"/>
                    <a:pt x="10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5"/>
            <p:cNvSpPr/>
            <p:nvPr/>
          </p:nvSpPr>
          <p:spPr>
            <a:xfrm>
              <a:off x="3002127" y="3515301"/>
              <a:ext cx="125108" cy="56932"/>
            </a:xfrm>
            <a:custGeom>
              <a:avLst/>
              <a:gdLst/>
              <a:ahLst/>
              <a:cxnLst/>
              <a:rect l="l" t="t" r="r" b="b"/>
              <a:pathLst>
                <a:path w="3716" h="1691" extrusionOk="0">
                  <a:moveTo>
                    <a:pt x="1691" y="0"/>
                  </a:moveTo>
                  <a:cubicBezTo>
                    <a:pt x="763" y="0"/>
                    <a:pt x="1" y="762"/>
                    <a:pt x="1" y="1691"/>
                  </a:cubicBezTo>
                  <a:lnTo>
                    <a:pt x="3716" y="1691"/>
                  </a:lnTo>
                  <a:cubicBezTo>
                    <a:pt x="3716" y="762"/>
                    <a:pt x="2954" y="0"/>
                    <a:pt x="2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75"/>
          <p:cNvGrpSpPr/>
          <p:nvPr/>
        </p:nvGrpSpPr>
        <p:grpSpPr>
          <a:xfrm>
            <a:off x="7427893" y="4043641"/>
            <a:ext cx="314320" cy="400136"/>
            <a:chOff x="7427893" y="4043641"/>
            <a:chExt cx="314320" cy="400136"/>
          </a:xfrm>
        </p:grpSpPr>
        <p:sp>
          <p:nvSpPr>
            <p:cNvPr id="1448" name="Google Shape;1448;p75"/>
            <p:cNvSpPr/>
            <p:nvPr/>
          </p:nvSpPr>
          <p:spPr>
            <a:xfrm>
              <a:off x="7556165" y="4272949"/>
              <a:ext cx="58581" cy="23298"/>
            </a:xfrm>
            <a:custGeom>
              <a:avLst/>
              <a:gdLst/>
              <a:ahLst/>
              <a:cxnLst/>
              <a:rect l="l" t="t" r="r" b="b"/>
              <a:pathLst>
                <a:path w="1740" h="692" extrusionOk="0">
                  <a:moveTo>
                    <a:pt x="858" y="1"/>
                  </a:moveTo>
                  <a:lnTo>
                    <a:pt x="1" y="691"/>
                  </a:lnTo>
                  <a:lnTo>
                    <a:pt x="1739" y="691"/>
                  </a:lnTo>
                  <a:lnTo>
                    <a:pt x="8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75"/>
            <p:cNvSpPr/>
            <p:nvPr/>
          </p:nvSpPr>
          <p:spPr>
            <a:xfrm>
              <a:off x="7427893" y="4043641"/>
              <a:ext cx="314320" cy="378490"/>
            </a:xfrm>
            <a:custGeom>
              <a:avLst/>
              <a:gdLst/>
              <a:ahLst/>
              <a:cxnLst/>
              <a:rect l="l" t="t" r="r" b="b"/>
              <a:pathLst>
                <a:path w="9336" h="11242" extrusionOk="0">
                  <a:moveTo>
                    <a:pt x="5692" y="1787"/>
                  </a:moveTo>
                  <a:lnTo>
                    <a:pt x="5692" y="2477"/>
                  </a:lnTo>
                  <a:lnTo>
                    <a:pt x="3644" y="2477"/>
                  </a:lnTo>
                  <a:lnTo>
                    <a:pt x="3644" y="1787"/>
                  </a:lnTo>
                  <a:close/>
                  <a:moveTo>
                    <a:pt x="7097" y="3549"/>
                  </a:moveTo>
                  <a:lnTo>
                    <a:pt x="7097" y="5097"/>
                  </a:lnTo>
                  <a:lnTo>
                    <a:pt x="7788" y="5097"/>
                  </a:lnTo>
                  <a:lnTo>
                    <a:pt x="7788" y="5811"/>
                  </a:lnTo>
                  <a:lnTo>
                    <a:pt x="5716" y="5811"/>
                  </a:lnTo>
                  <a:lnTo>
                    <a:pt x="5716" y="5097"/>
                  </a:lnTo>
                  <a:lnTo>
                    <a:pt x="6407" y="5097"/>
                  </a:lnTo>
                  <a:lnTo>
                    <a:pt x="6407" y="4240"/>
                  </a:lnTo>
                  <a:lnTo>
                    <a:pt x="5025" y="4240"/>
                  </a:lnTo>
                  <a:lnTo>
                    <a:pt x="5025" y="6193"/>
                  </a:lnTo>
                  <a:lnTo>
                    <a:pt x="6335" y="7240"/>
                  </a:lnTo>
                  <a:lnTo>
                    <a:pt x="6335" y="8193"/>
                  </a:lnTo>
                  <a:lnTo>
                    <a:pt x="3001" y="8193"/>
                  </a:lnTo>
                  <a:lnTo>
                    <a:pt x="3001" y="7240"/>
                  </a:lnTo>
                  <a:lnTo>
                    <a:pt x="4311" y="6193"/>
                  </a:lnTo>
                  <a:lnTo>
                    <a:pt x="4311" y="4240"/>
                  </a:lnTo>
                  <a:lnTo>
                    <a:pt x="2930" y="4240"/>
                  </a:lnTo>
                  <a:lnTo>
                    <a:pt x="2930" y="5097"/>
                  </a:lnTo>
                  <a:lnTo>
                    <a:pt x="3620" y="5097"/>
                  </a:lnTo>
                  <a:lnTo>
                    <a:pt x="3620" y="5811"/>
                  </a:lnTo>
                  <a:lnTo>
                    <a:pt x="1548" y="5811"/>
                  </a:lnTo>
                  <a:lnTo>
                    <a:pt x="1548" y="5097"/>
                  </a:lnTo>
                  <a:lnTo>
                    <a:pt x="2239" y="5097"/>
                  </a:lnTo>
                  <a:lnTo>
                    <a:pt x="2239" y="3549"/>
                  </a:lnTo>
                  <a:close/>
                  <a:moveTo>
                    <a:pt x="2072" y="1"/>
                  </a:moveTo>
                  <a:cubicBezTo>
                    <a:pt x="929" y="1"/>
                    <a:pt x="1" y="930"/>
                    <a:pt x="1" y="2073"/>
                  </a:cubicBezTo>
                  <a:lnTo>
                    <a:pt x="1" y="11241"/>
                  </a:lnTo>
                  <a:cubicBezTo>
                    <a:pt x="48" y="10598"/>
                    <a:pt x="596" y="10074"/>
                    <a:pt x="1263" y="10074"/>
                  </a:cubicBezTo>
                  <a:lnTo>
                    <a:pt x="9336" y="10074"/>
                  </a:lnTo>
                  <a:lnTo>
                    <a:pt x="93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5"/>
            <p:cNvSpPr/>
            <p:nvPr/>
          </p:nvSpPr>
          <p:spPr>
            <a:xfrm>
              <a:off x="7451157" y="4406036"/>
              <a:ext cx="291056" cy="37741"/>
            </a:xfrm>
            <a:custGeom>
              <a:avLst/>
              <a:gdLst/>
              <a:ahLst/>
              <a:cxnLst/>
              <a:rect l="l" t="t" r="r" b="b"/>
              <a:pathLst>
                <a:path w="8645" h="1121" extrusionOk="0">
                  <a:moveTo>
                    <a:pt x="572" y="1"/>
                  </a:moveTo>
                  <a:cubicBezTo>
                    <a:pt x="262" y="1"/>
                    <a:pt x="0" y="263"/>
                    <a:pt x="0" y="549"/>
                  </a:cubicBezTo>
                  <a:cubicBezTo>
                    <a:pt x="0" y="858"/>
                    <a:pt x="262" y="1120"/>
                    <a:pt x="572" y="1120"/>
                  </a:cubicBezTo>
                  <a:lnTo>
                    <a:pt x="8645" y="1120"/>
                  </a:lnTo>
                  <a:lnTo>
                    <a:pt x="86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 name="Google Shape;1451;p75"/>
          <p:cNvGrpSpPr/>
          <p:nvPr/>
        </p:nvGrpSpPr>
        <p:grpSpPr>
          <a:xfrm>
            <a:off x="4089384" y="2757618"/>
            <a:ext cx="400138" cy="386872"/>
            <a:chOff x="4047631" y="2757618"/>
            <a:chExt cx="400138" cy="386872"/>
          </a:xfrm>
        </p:grpSpPr>
        <p:sp>
          <p:nvSpPr>
            <p:cNvPr id="1452" name="Google Shape;1452;p75"/>
            <p:cNvSpPr/>
            <p:nvPr/>
          </p:nvSpPr>
          <p:spPr>
            <a:xfrm>
              <a:off x="4047631" y="2757618"/>
              <a:ext cx="400138" cy="354418"/>
            </a:xfrm>
            <a:custGeom>
              <a:avLst/>
              <a:gdLst/>
              <a:ahLst/>
              <a:cxnLst/>
              <a:rect l="l" t="t" r="r" b="b"/>
              <a:pathLst>
                <a:path w="11885" h="10527" extrusionOk="0">
                  <a:moveTo>
                    <a:pt x="5359" y="2834"/>
                  </a:moveTo>
                  <a:cubicBezTo>
                    <a:pt x="5716" y="3287"/>
                    <a:pt x="5930" y="3858"/>
                    <a:pt x="5930" y="4478"/>
                  </a:cubicBezTo>
                  <a:cubicBezTo>
                    <a:pt x="5930" y="5097"/>
                    <a:pt x="5716" y="5668"/>
                    <a:pt x="5359" y="6121"/>
                  </a:cubicBezTo>
                  <a:cubicBezTo>
                    <a:pt x="4597" y="5216"/>
                    <a:pt x="4597" y="3739"/>
                    <a:pt x="5359" y="2834"/>
                  </a:cubicBezTo>
                  <a:close/>
                  <a:moveTo>
                    <a:pt x="3358" y="1865"/>
                  </a:moveTo>
                  <a:cubicBezTo>
                    <a:pt x="3872" y="1865"/>
                    <a:pt x="4395" y="2019"/>
                    <a:pt x="4859" y="2358"/>
                  </a:cubicBezTo>
                  <a:cubicBezTo>
                    <a:pt x="3835" y="3525"/>
                    <a:pt x="3835" y="5430"/>
                    <a:pt x="4859" y="6597"/>
                  </a:cubicBezTo>
                  <a:cubicBezTo>
                    <a:pt x="4430" y="6907"/>
                    <a:pt x="3882" y="7097"/>
                    <a:pt x="3311" y="7097"/>
                  </a:cubicBezTo>
                  <a:cubicBezTo>
                    <a:pt x="1882" y="7097"/>
                    <a:pt x="691" y="5930"/>
                    <a:pt x="691" y="4478"/>
                  </a:cubicBezTo>
                  <a:cubicBezTo>
                    <a:pt x="691" y="2939"/>
                    <a:pt x="1996" y="1865"/>
                    <a:pt x="3358" y="1865"/>
                  </a:cubicBezTo>
                  <a:close/>
                  <a:moveTo>
                    <a:pt x="9241" y="1"/>
                  </a:moveTo>
                  <a:lnTo>
                    <a:pt x="9241" y="691"/>
                  </a:lnTo>
                  <a:lnTo>
                    <a:pt x="10693" y="691"/>
                  </a:lnTo>
                  <a:lnTo>
                    <a:pt x="9479" y="1906"/>
                  </a:lnTo>
                  <a:cubicBezTo>
                    <a:pt x="8900" y="1423"/>
                    <a:pt x="8144" y="1179"/>
                    <a:pt x="7391" y="1179"/>
                  </a:cubicBezTo>
                  <a:cubicBezTo>
                    <a:pt x="6656" y="1179"/>
                    <a:pt x="5923" y="1412"/>
                    <a:pt x="5359" y="1882"/>
                  </a:cubicBezTo>
                  <a:cubicBezTo>
                    <a:pt x="4750" y="1389"/>
                    <a:pt x="4048" y="1168"/>
                    <a:pt x="3357" y="1168"/>
                  </a:cubicBezTo>
                  <a:cubicBezTo>
                    <a:pt x="1645" y="1168"/>
                    <a:pt x="1" y="2526"/>
                    <a:pt x="1" y="4478"/>
                  </a:cubicBezTo>
                  <a:cubicBezTo>
                    <a:pt x="1" y="6192"/>
                    <a:pt x="1310" y="7597"/>
                    <a:pt x="2977" y="7764"/>
                  </a:cubicBezTo>
                  <a:lnTo>
                    <a:pt x="2977" y="8788"/>
                  </a:lnTo>
                  <a:lnTo>
                    <a:pt x="1953" y="8788"/>
                  </a:lnTo>
                  <a:lnTo>
                    <a:pt x="1953" y="9479"/>
                  </a:lnTo>
                  <a:lnTo>
                    <a:pt x="2977" y="9479"/>
                  </a:lnTo>
                  <a:lnTo>
                    <a:pt x="2977" y="10526"/>
                  </a:lnTo>
                  <a:lnTo>
                    <a:pt x="3668" y="10526"/>
                  </a:lnTo>
                  <a:lnTo>
                    <a:pt x="3668" y="9479"/>
                  </a:lnTo>
                  <a:lnTo>
                    <a:pt x="4668" y="9479"/>
                  </a:lnTo>
                  <a:lnTo>
                    <a:pt x="4668" y="8788"/>
                  </a:lnTo>
                  <a:lnTo>
                    <a:pt x="3668" y="8788"/>
                  </a:lnTo>
                  <a:lnTo>
                    <a:pt x="3668" y="7764"/>
                  </a:lnTo>
                  <a:cubicBezTo>
                    <a:pt x="4287" y="7716"/>
                    <a:pt x="4883" y="7478"/>
                    <a:pt x="5359" y="7097"/>
                  </a:cubicBezTo>
                  <a:cubicBezTo>
                    <a:pt x="5788" y="7431"/>
                    <a:pt x="6312" y="7669"/>
                    <a:pt x="6883" y="7740"/>
                  </a:cubicBezTo>
                  <a:cubicBezTo>
                    <a:pt x="7002" y="7502"/>
                    <a:pt x="7169" y="7288"/>
                    <a:pt x="7336" y="7097"/>
                  </a:cubicBezTo>
                  <a:cubicBezTo>
                    <a:pt x="6788" y="7073"/>
                    <a:pt x="6288" y="6907"/>
                    <a:pt x="5859" y="6597"/>
                  </a:cubicBezTo>
                  <a:cubicBezTo>
                    <a:pt x="6883" y="5430"/>
                    <a:pt x="6883" y="3525"/>
                    <a:pt x="5859" y="2358"/>
                  </a:cubicBezTo>
                  <a:cubicBezTo>
                    <a:pt x="6372" y="2005"/>
                    <a:pt x="6902" y="1851"/>
                    <a:pt x="7405" y="1851"/>
                  </a:cubicBezTo>
                  <a:cubicBezTo>
                    <a:pt x="9375" y="1851"/>
                    <a:pt x="10925" y="4209"/>
                    <a:pt x="9407" y="6145"/>
                  </a:cubicBezTo>
                  <a:cubicBezTo>
                    <a:pt x="9479" y="6139"/>
                    <a:pt x="9549" y="6136"/>
                    <a:pt x="9618" y="6136"/>
                  </a:cubicBezTo>
                  <a:cubicBezTo>
                    <a:pt x="9824" y="6136"/>
                    <a:pt x="10021" y="6163"/>
                    <a:pt x="10217" y="6216"/>
                  </a:cubicBezTo>
                  <a:cubicBezTo>
                    <a:pt x="10955" y="5073"/>
                    <a:pt x="10836" y="3406"/>
                    <a:pt x="9979" y="2406"/>
                  </a:cubicBezTo>
                  <a:lnTo>
                    <a:pt x="11193" y="1191"/>
                  </a:lnTo>
                  <a:lnTo>
                    <a:pt x="11193" y="2620"/>
                  </a:lnTo>
                  <a:lnTo>
                    <a:pt x="11884" y="2620"/>
                  </a:lnTo>
                  <a:lnTo>
                    <a:pt x="118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5"/>
            <p:cNvSpPr/>
            <p:nvPr/>
          </p:nvSpPr>
          <p:spPr>
            <a:xfrm>
              <a:off x="4290574" y="2987734"/>
              <a:ext cx="157194" cy="156756"/>
            </a:xfrm>
            <a:custGeom>
              <a:avLst/>
              <a:gdLst/>
              <a:ahLst/>
              <a:cxnLst/>
              <a:rect l="l" t="t" r="r" b="b"/>
              <a:pathLst>
                <a:path w="4669" h="4656" extrusionOk="0">
                  <a:moveTo>
                    <a:pt x="3311" y="1286"/>
                  </a:moveTo>
                  <a:lnTo>
                    <a:pt x="3311" y="1977"/>
                  </a:lnTo>
                  <a:lnTo>
                    <a:pt x="1358" y="1977"/>
                  </a:lnTo>
                  <a:lnTo>
                    <a:pt x="1358" y="1286"/>
                  </a:lnTo>
                  <a:close/>
                  <a:moveTo>
                    <a:pt x="3311" y="2691"/>
                  </a:moveTo>
                  <a:lnTo>
                    <a:pt x="3311" y="3382"/>
                  </a:lnTo>
                  <a:lnTo>
                    <a:pt x="1358" y="3382"/>
                  </a:lnTo>
                  <a:lnTo>
                    <a:pt x="1358" y="2691"/>
                  </a:lnTo>
                  <a:close/>
                  <a:moveTo>
                    <a:pt x="2334" y="0"/>
                  </a:moveTo>
                  <a:cubicBezTo>
                    <a:pt x="1048" y="0"/>
                    <a:pt x="0" y="1048"/>
                    <a:pt x="0" y="2334"/>
                  </a:cubicBezTo>
                  <a:cubicBezTo>
                    <a:pt x="60" y="3882"/>
                    <a:pt x="1191" y="4656"/>
                    <a:pt x="2325" y="4656"/>
                  </a:cubicBezTo>
                  <a:cubicBezTo>
                    <a:pt x="3460" y="4656"/>
                    <a:pt x="4597" y="3882"/>
                    <a:pt x="4668" y="2334"/>
                  </a:cubicBezTo>
                  <a:cubicBezTo>
                    <a:pt x="4668" y="1048"/>
                    <a:pt x="3620" y="0"/>
                    <a:pt x="2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 name="Google Shape;1454;p75"/>
          <p:cNvGrpSpPr/>
          <p:nvPr/>
        </p:nvGrpSpPr>
        <p:grpSpPr>
          <a:xfrm>
            <a:off x="4724343" y="2757618"/>
            <a:ext cx="400105" cy="386501"/>
            <a:chOff x="4724343" y="2757618"/>
            <a:chExt cx="400105" cy="386501"/>
          </a:xfrm>
        </p:grpSpPr>
        <p:sp>
          <p:nvSpPr>
            <p:cNvPr id="1455" name="Google Shape;1455;p75"/>
            <p:cNvSpPr/>
            <p:nvPr/>
          </p:nvSpPr>
          <p:spPr>
            <a:xfrm>
              <a:off x="4724343" y="2874679"/>
              <a:ext cx="400105" cy="94639"/>
            </a:xfrm>
            <a:custGeom>
              <a:avLst/>
              <a:gdLst/>
              <a:ahLst/>
              <a:cxnLst/>
              <a:rect l="l" t="t" r="r" b="b"/>
              <a:pathLst>
                <a:path w="11884" h="2811" extrusionOk="0">
                  <a:moveTo>
                    <a:pt x="2405" y="0"/>
                  </a:moveTo>
                  <a:lnTo>
                    <a:pt x="2405" y="929"/>
                  </a:lnTo>
                  <a:lnTo>
                    <a:pt x="0" y="929"/>
                  </a:lnTo>
                  <a:lnTo>
                    <a:pt x="0" y="2811"/>
                  </a:lnTo>
                  <a:lnTo>
                    <a:pt x="11884" y="2811"/>
                  </a:lnTo>
                  <a:lnTo>
                    <a:pt x="11884" y="929"/>
                  </a:lnTo>
                  <a:lnTo>
                    <a:pt x="9478" y="929"/>
                  </a:lnTo>
                  <a:lnTo>
                    <a:pt x="9478" y="0"/>
                  </a:lnTo>
                  <a:lnTo>
                    <a:pt x="8788" y="0"/>
                  </a:lnTo>
                  <a:lnTo>
                    <a:pt x="8788" y="929"/>
                  </a:lnTo>
                  <a:lnTo>
                    <a:pt x="3096" y="929"/>
                  </a:lnTo>
                  <a:lnTo>
                    <a:pt x="309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5"/>
            <p:cNvSpPr/>
            <p:nvPr/>
          </p:nvSpPr>
          <p:spPr>
            <a:xfrm>
              <a:off x="4887899" y="3055069"/>
              <a:ext cx="72183" cy="34509"/>
            </a:xfrm>
            <a:custGeom>
              <a:avLst/>
              <a:gdLst/>
              <a:ahLst/>
              <a:cxnLst/>
              <a:rect l="l" t="t" r="r" b="b"/>
              <a:pathLst>
                <a:path w="2144" h="1025" extrusionOk="0">
                  <a:moveTo>
                    <a:pt x="1072" y="1"/>
                  </a:moveTo>
                  <a:cubicBezTo>
                    <a:pt x="500" y="1"/>
                    <a:pt x="0" y="239"/>
                    <a:pt x="0" y="501"/>
                  </a:cubicBezTo>
                  <a:cubicBezTo>
                    <a:pt x="0" y="787"/>
                    <a:pt x="500" y="1025"/>
                    <a:pt x="1072" y="1025"/>
                  </a:cubicBezTo>
                  <a:cubicBezTo>
                    <a:pt x="1667" y="1025"/>
                    <a:pt x="2144" y="787"/>
                    <a:pt x="2144" y="501"/>
                  </a:cubicBezTo>
                  <a:cubicBezTo>
                    <a:pt x="2144" y="239"/>
                    <a:pt x="1667" y="1"/>
                    <a:pt x="1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5"/>
            <p:cNvSpPr/>
            <p:nvPr/>
          </p:nvSpPr>
          <p:spPr>
            <a:xfrm>
              <a:off x="4781241" y="2992549"/>
              <a:ext cx="285467" cy="151571"/>
            </a:xfrm>
            <a:custGeom>
              <a:avLst/>
              <a:gdLst/>
              <a:ahLst/>
              <a:cxnLst/>
              <a:rect l="l" t="t" r="r" b="b"/>
              <a:pathLst>
                <a:path w="8479" h="4502" extrusionOk="0">
                  <a:moveTo>
                    <a:pt x="4240" y="1167"/>
                  </a:moveTo>
                  <a:cubicBezTo>
                    <a:pt x="5240" y="1167"/>
                    <a:pt x="6002" y="1691"/>
                    <a:pt x="6002" y="2358"/>
                  </a:cubicBezTo>
                  <a:cubicBezTo>
                    <a:pt x="5978" y="3167"/>
                    <a:pt x="5115" y="3572"/>
                    <a:pt x="4249" y="3572"/>
                  </a:cubicBezTo>
                  <a:cubicBezTo>
                    <a:pt x="3383" y="3572"/>
                    <a:pt x="2513" y="3167"/>
                    <a:pt x="2478" y="2358"/>
                  </a:cubicBezTo>
                  <a:cubicBezTo>
                    <a:pt x="2478" y="1691"/>
                    <a:pt x="3264" y="1167"/>
                    <a:pt x="4240" y="1167"/>
                  </a:cubicBezTo>
                  <a:close/>
                  <a:moveTo>
                    <a:pt x="1" y="0"/>
                  </a:moveTo>
                  <a:lnTo>
                    <a:pt x="1" y="4501"/>
                  </a:lnTo>
                  <a:lnTo>
                    <a:pt x="8479" y="4501"/>
                  </a:lnTo>
                  <a:lnTo>
                    <a:pt x="847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5"/>
            <p:cNvSpPr/>
            <p:nvPr/>
          </p:nvSpPr>
          <p:spPr>
            <a:xfrm>
              <a:off x="4779658" y="2757618"/>
              <a:ext cx="72183" cy="39324"/>
            </a:xfrm>
            <a:custGeom>
              <a:avLst/>
              <a:gdLst/>
              <a:ahLst/>
              <a:cxnLst/>
              <a:rect l="l" t="t" r="r" b="b"/>
              <a:pathLst>
                <a:path w="2144" h="1168" extrusionOk="0">
                  <a:moveTo>
                    <a:pt x="1096" y="1"/>
                  </a:moveTo>
                  <a:cubicBezTo>
                    <a:pt x="477" y="1"/>
                    <a:pt x="0" y="548"/>
                    <a:pt x="72" y="1167"/>
                  </a:cubicBezTo>
                  <a:lnTo>
                    <a:pt x="2144" y="1167"/>
                  </a:lnTo>
                  <a:lnTo>
                    <a:pt x="2144" y="1048"/>
                  </a:lnTo>
                  <a:cubicBezTo>
                    <a:pt x="2144" y="477"/>
                    <a:pt x="1691"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5"/>
            <p:cNvSpPr/>
            <p:nvPr/>
          </p:nvSpPr>
          <p:spPr>
            <a:xfrm>
              <a:off x="4762017" y="2820172"/>
              <a:ext cx="109857" cy="31277"/>
            </a:xfrm>
            <a:custGeom>
              <a:avLst/>
              <a:gdLst/>
              <a:ahLst/>
              <a:cxnLst/>
              <a:rect l="l" t="t" r="r" b="b"/>
              <a:pathLst>
                <a:path w="3263" h="929" extrusionOk="0">
                  <a:moveTo>
                    <a:pt x="0" y="0"/>
                  </a:moveTo>
                  <a:lnTo>
                    <a:pt x="0" y="929"/>
                  </a:lnTo>
                  <a:lnTo>
                    <a:pt x="3263" y="929"/>
                  </a:lnTo>
                  <a:lnTo>
                    <a:pt x="3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5"/>
            <p:cNvSpPr/>
            <p:nvPr/>
          </p:nvSpPr>
          <p:spPr>
            <a:xfrm>
              <a:off x="4994523" y="2757618"/>
              <a:ext cx="72183" cy="39324"/>
            </a:xfrm>
            <a:custGeom>
              <a:avLst/>
              <a:gdLst/>
              <a:ahLst/>
              <a:cxnLst/>
              <a:rect l="l" t="t" r="r" b="b"/>
              <a:pathLst>
                <a:path w="2144" h="1168" extrusionOk="0">
                  <a:moveTo>
                    <a:pt x="1096" y="1"/>
                  </a:moveTo>
                  <a:cubicBezTo>
                    <a:pt x="477" y="1"/>
                    <a:pt x="1" y="548"/>
                    <a:pt x="48" y="1167"/>
                  </a:cubicBezTo>
                  <a:lnTo>
                    <a:pt x="2144" y="1167"/>
                  </a:lnTo>
                  <a:lnTo>
                    <a:pt x="2144" y="1048"/>
                  </a:lnTo>
                  <a:cubicBezTo>
                    <a:pt x="2144" y="477"/>
                    <a:pt x="1668"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5"/>
            <p:cNvSpPr/>
            <p:nvPr/>
          </p:nvSpPr>
          <p:spPr>
            <a:xfrm>
              <a:off x="4976881" y="2820172"/>
              <a:ext cx="109083" cy="31277"/>
            </a:xfrm>
            <a:custGeom>
              <a:avLst/>
              <a:gdLst/>
              <a:ahLst/>
              <a:cxnLst/>
              <a:rect l="l" t="t" r="r" b="b"/>
              <a:pathLst>
                <a:path w="3240" h="929" extrusionOk="0">
                  <a:moveTo>
                    <a:pt x="1" y="0"/>
                  </a:moveTo>
                  <a:lnTo>
                    <a:pt x="1" y="929"/>
                  </a:lnTo>
                  <a:lnTo>
                    <a:pt x="3239" y="929"/>
                  </a:lnTo>
                  <a:lnTo>
                    <a:pt x="3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 name="Google Shape;1462;p75"/>
          <p:cNvGrpSpPr/>
          <p:nvPr/>
        </p:nvGrpSpPr>
        <p:grpSpPr>
          <a:xfrm>
            <a:off x="5426676" y="2751222"/>
            <a:ext cx="348020" cy="399294"/>
            <a:chOff x="5426676" y="2751222"/>
            <a:chExt cx="348020" cy="399294"/>
          </a:xfrm>
        </p:grpSpPr>
        <p:sp>
          <p:nvSpPr>
            <p:cNvPr id="1463" name="Google Shape;1463;p75"/>
            <p:cNvSpPr/>
            <p:nvPr/>
          </p:nvSpPr>
          <p:spPr>
            <a:xfrm>
              <a:off x="5426676" y="3103987"/>
              <a:ext cx="212509" cy="46528"/>
            </a:xfrm>
            <a:custGeom>
              <a:avLst/>
              <a:gdLst/>
              <a:ahLst/>
              <a:cxnLst/>
              <a:rect l="l" t="t" r="r" b="b"/>
              <a:pathLst>
                <a:path w="6312" h="1382" extrusionOk="0">
                  <a:moveTo>
                    <a:pt x="1" y="0"/>
                  </a:moveTo>
                  <a:lnTo>
                    <a:pt x="1" y="1382"/>
                  </a:lnTo>
                  <a:lnTo>
                    <a:pt x="6311" y="1382"/>
                  </a:lnTo>
                  <a:lnTo>
                    <a:pt x="63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75"/>
            <p:cNvSpPr/>
            <p:nvPr/>
          </p:nvSpPr>
          <p:spPr>
            <a:xfrm>
              <a:off x="5426676" y="2822563"/>
              <a:ext cx="212509" cy="258196"/>
            </a:xfrm>
            <a:custGeom>
              <a:avLst/>
              <a:gdLst/>
              <a:ahLst/>
              <a:cxnLst/>
              <a:rect l="l" t="t" r="r" b="b"/>
              <a:pathLst>
                <a:path w="6312" h="7669" extrusionOk="0">
                  <a:moveTo>
                    <a:pt x="1" y="1"/>
                  </a:moveTo>
                  <a:lnTo>
                    <a:pt x="1" y="7669"/>
                  </a:lnTo>
                  <a:lnTo>
                    <a:pt x="6311" y="7669"/>
                  </a:lnTo>
                  <a:lnTo>
                    <a:pt x="6311" y="4835"/>
                  </a:lnTo>
                  <a:lnTo>
                    <a:pt x="5526" y="4835"/>
                  </a:lnTo>
                  <a:lnTo>
                    <a:pt x="3382" y="5930"/>
                  </a:lnTo>
                  <a:lnTo>
                    <a:pt x="3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75"/>
            <p:cNvSpPr/>
            <p:nvPr/>
          </p:nvSpPr>
          <p:spPr>
            <a:xfrm>
              <a:off x="5620701" y="2809735"/>
              <a:ext cx="36125" cy="56157"/>
            </a:xfrm>
            <a:custGeom>
              <a:avLst/>
              <a:gdLst/>
              <a:ahLst/>
              <a:cxnLst/>
              <a:rect l="l" t="t" r="r" b="b"/>
              <a:pathLst>
                <a:path w="1073" h="1668" extrusionOk="0">
                  <a:moveTo>
                    <a:pt x="1072" y="0"/>
                  </a:moveTo>
                  <a:cubicBezTo>
                    <a:pt x="453" y="143"/>
                    <a:pt x="1" y="715"/>
                    <a:pt x="1" y="1382"/>
                  </a:cubicBezTo>
                  <a:cubicBezTo>
                    <a:pt x="1" y="1477"/>
                    <a:pt x="1" y="1572"/>
                    <a:pt x="25" y="1667"/>
                  </a:cubicBezTo>
                  <a:lnTo>
                    <a:pt x="1072" y="1096"/>
                  </a:lnTo>
                  <a:lnTo>
                    <a:pt x="10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5"/>
            <p:cNvSpPr/>
            <p:nvPr/>
          </p:nvSpPr>
          <p:spPr>
            <a:xfrm>
              <a:off x="5631138" y="2873063"/>
              <a:ext cx="25688" cy="30503"/>
            </a:xfrm>
            <a:custGeom>
              <a:avLst/>
              <a:gdLst/>
              <a:ahLst/>
              <a:cxnLst/>
              <a:rect l="l" t="t" r="r" b="b"/>
              <a:pathLst>
                <a:path w="763" h="906" extrusionOk="0">
                  <a:moveTo>
                    <a:pt x="762" y="1"/>
                  </a:moveTo>
                  <a:lnTo>
                    <a:pt x="0" y="406"/>
                  </a:lnTo>
                  <a:cubicBezTo>
                    <a:pt x="191" y="644"/>
                    <a:pt x="453" y="834"/>
                    <a:pt x="762" y="906"/>
                  </a:cubicBezTo>
                  <a:lnTo>
                    <a:pt x="7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5"/>
            <p:cNvSpPr/>
            <p:nvPr/>
          </p:nvSpPr>
          <p:spPr>
            <a:xfrm>
              <a:off x="5680830" y="2873063"/>
              <a:ext cx="25688" cy="30503"/>
            </a:xfrm>
            <a:custGeom>
              <a:avLst/>
              <a:gdLst/>
              <a:ahLst/>
              <a:cxnLst/>
              <a:rect l="l" t="t" r="r" b="b"/>
              <a:pathLst>
                <a:path w="763" h="906" extrusionOk="0">
                  <a:moveTo>
                    <a:pt x="1" y="1"/>
                  </a:moveTo>
                  <a:lnTo>
                    <a:pt x="1" y="906"/>
                  </a:lnTo>
                  <a:cubicBezTo>
                    <a:pt x="287" y="834"/>
                    <a:pt x="572" y="644"/>
                    <a:pt x="763" y="406"/>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75"/>
            <p:cNvSpPr/>
            <p:nvPr/>
          </p:nvSpPr>
          <p:spPr>
            <a:xfrm>
              <a:off x="5680830" y="2809735"/>
              <a:ext cx="40940" cy="56157"/>
            </a:xfrm>
            <a:custGeom>
              <a:avLst/>
              <a:gdLst/>
              <a:ahLst/>
              <a:cxnLst/>
              <a:rect l="l" t="t" r="r" b="b"/>
              <a:pathLst>
                <a:path w="1216" h="1668" extrusionOk="0">
                  <a:moveTo>
                    <a:pt x="1" y="0"/>
                  </a:moveTo>
                  <a:lnTo>
                    <a:pt x="1" y="1096"/>
                  </a:lnTo>
                  <a:lnTo>
                    <a:pt x="1049" y="1667"/>
                  </a:lnTo>
                  <a:cubicBezTo>
                    <a:pt x="1215" y="905"/>
                    <a:pt x="715" y="167"/>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75"/>
            <p:cNvSpPr/>
            <p:nvPr/>
          </p:nvSpPr>
          <p:spPr>
            <a:xfrm>
              <a:off x="5563769" y="2751222"/>
              <a:ext cx="210927" cy="232541"/>
            </a:xfrm>
            <a:custGeom>
              <a:avLst/>
              <a:gdLst/>
              <a:ahLst/>
              <a:cxnLst/>
              <a:rect l="l" t="t" r="r" b="b"/>
              <a:pathLst>
                <a:path w="6265" h="6907" extrusionOk="0">
                  <a:moveTo>
                    <a:pt x="3121" y="994"/>
                  </a:moveTo>
                  <a:cubicBezTo>
                    <a:pt x="4162" y="994"/>
                    <a:pt x="5204" y="1703"/>
                    <a:pt x="5264" y="3120"/>
                  </a:cubicBezTo>
                  <a:cubicBezTo>
                    <a:pt x="5264" y="4310"/>
                    <a:pt x="4287" y="5263"/>
                    <a:pt x="3121" y="5263"/>
                  </a:cubicBezTo>
                  <a:cubicBezTo>
                    <a:pt x="1954" y="5263"/>
                    <a:pt x="977" y="4310"/>
                    <a:pt x="977" y="3120"/>
                  </a:cubicBezTo>
                  <a:cubicBezTo>
                    <a:pt x="1037" y="1703"/>
                    <a:pt x="2079" y="994"/>
                    <a:pt x="3121" y="994"/>
                  </a:cubicBezTo>
                  <a:close/>
                  <a:moveTo>
                    <a:pt x="1" y="0"/>
                  </a:moveTo>
                  <a:lnTo>
                    <a:pt x="1" y="6906"/>
                  </a:lnTo>
                  <a:lnTo>
                    <a:pt x="1287" y="6263"/>
                  </a:lnTo>
                  <a:lnTo>
                    <a:pt x="6264" y="6263"/>
                  </a:lnTo>
                  <a:lnTo>
                    <a:pt x="6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 name="Google Shape;1470;p75"/>
          <p:cNvGrpSpPr/>
          <p:nvPr/>
        </p:nvGrpSpPr>
        <p:grpSpPr>
          <a:xfrm>
            <a:off x="6062483" y="4087745"/>
            <a:ext cx="399330" cy="311929"/>
            <a:chOff x="6062483" y="4087745"/>
            <a:chExt cx="399330" cy="311929"/>
          </a:xfrm>
        </p:grpSpPr>
        <p:sp>
          <p:nvSpPr>
            <p:cNvPr id="1471" name="Google Shape;1471;p75"/>
            <p:cNvSpPr/>
            <p:nvPr/>
          </p:nvSpPr>
          <p:spPr>
            <a:xfrm>
              <a:off x="6132241" y="4220024"/>
              <a:ext cx="329571" cy="179650"/>
            </a:xfrm>
            <a:custGeom>
              <a:avLst/>
              <a:gdLst/>
              <a:ahLst/>
              <a:cxnLst/>
              <a:rect l="l" t="t" r="r" b="b"/>
              <a:pathLst>
                <a:path w="9789" h="5336" extrusionOk="0">
                  <a:moveTo>
                    <a:pt x="7192" y="1"/>
                  </a:moveTo>
                  <a:cubicBezTo>
                    <a:pt x="6787" y="191"/>
                    <a:pt x="6287" y="406"/>
                    <a:pt x="5906" y="596"/>
                  </a:cubicBezTo>
                  <a:cubicBezTo>
                    <a:pt x="5906" y="596"/>
                    <a:pt x="5906" y="596"/>
                    <a:pt x="5906" y="620"/>
                  </a:cubicBezTo>
                  <a:lnTo>
                    <a:pt x="5906" y="1787"/>
                  </a:lnTo>
                  <a:lnTo>
                    <a:pt x="3311" y="1787"/>
                  </a:lnTo>
                  <a:lnTo>
                    <a:pt x="2477" y="2168"/>
                  </a:lnTo>
                  <a:lnTo>
                    <a:pt x="3620" y="4645"/>
                  </a:lnTo>
                  <a:lnTo>
                    <a:pt x="0" y="4645"/>
                  </a:lnTo>
                  <a:lnTo>
                    <a:pt x="0" y="5335"/>
                  </a:lnTo>
                  <a:lnTo>
                    <a:pt x="9788" y="5335"/>
                  </a:lnTo>
                  <a:lnTo>
                    <a:pt x="9788" y="4645"/>
                  </a:lnTo>
                  <a:lnTo>
                    <a:pt x="9312" y="4645"/>
                  </a:lnTo>
                  <a:lnTo>
                    <a:pt x="71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5"/>
            <p:cNvSpPr/>
            <p:nvPr/>
          </p:nvSpPr>
          <p:spPr>
            <a:xfrm>
              <a:off x="6149075" y="4118080"/>
              <a:ext cx="213317" cy="138070"/>
            </a:xfrm>
            <a:custGeom>
              <a:avLst/>
              <a:gdLst/>
              <a:ahLst/>
              <a:cxnLst/>
              <a:rect l="l" t="t" r="r" b="b"/>
              <a:pathLst>
                <a:path w="6336" h="4101" extrusionOk="0">
                  <a:moveTo>
                    <a:pt x="2714" y="0"/>
                  </a:moveTo>
                  <a:cubicBezTo>
                    <a:pt x="2659" y="0"/>
                    <a:pt x="2604" y="2"/>
                    <a:pt x="2549" y="5"/>
                  </a:cubicBezTo>
                  <a:lnTo>
                    <a:pt x="0" y="195"/>
                  </a:lnTo>
                  <a:lnTo>
                    <a:pt x="0" y="2838"/>
                  </a:lnTo>
                  <a:lnTo>
                    <a:pt x="905" y="2838"/>
                  </a:lnTo>
                  <a:lnTo>
                    <a:pt x="1001" y="3029"/>
                  </a:lnTo>
                  <a:cubicBezTo>
                    <a:pt x="1310" y="3672"/>
                    <a:pt x="1953" y="4077"/>
                    <a:pt x="2668" y="4101"/>
                  </a:cubicBezTo>
                  <a:lnTo>
                    <a:pt x="4716" y="4101"/>
                  </a:lnTo>
                  <a:lnTo>
                    <a:pt x="4716" y="3648"/>
                  </a:lnTo>
                  <a:cubicBezTo>
                    <a:pt x="4716" y="3481"/>
                    <a:pt x="4620" y="3339"/>
                    <a:pt x="4525" y="3267"/>
                  </a:cubicBezTo>
                  <a:cubicBezTo>
                    <a:pt x="4430" y="3196"/>
                    <a:pt x="4335" y="3172"/>
                    <a:pt x="4239" y="3172"/>
                  </a:cubicBezTo>
                  <a:lnTo>
                    <a:pt x="2572" y="3172"/>
                  </a:lnTo>
                  <a:lnTo>
                    <a:pt x="2572" y="2481"/>
                  </a:lnTo>
                  <a:lnTo>
                    <a:pt x="4239" y="2481"/>
                  </a:lnTo>
                  <a:cubicBezTo>
                    <a:pt x="4620" y="2481"/>
                    <a:pt x="4978" y="2672"/>
                    <a:pt x="5168" y="2957"/>
                  </a:cubicBezTo>
                  <a:lnTo>
                    <a:pt x="6335" y="2481"/>
                  </a:lnTo>
                  <a:lnTo>
                    <a:pt x="4882" y="933"/>
                  </a:lnTo>
                  <a:cubicBezTo>
                    <a:pt x="4324" y="331"/>
                    <a:pt x="3537" y="0"/>
                    <a:pt x="27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75"/>
            <p:cNvSpPr/>
            <p:nvPr/>
          </p:nvSpPr>
          <p:spPr>
            <a:xfrm>
              <a:off x="6062483" y="4087745"/>
              <a:ext cx="63362" cy="162008"/>
            </a:xfrm>
            <a:custGeom>
              <a:avLst/>
              <a:gdLst/>
              <a:ahLst/>
              <a:cxnLst/>
              <a:rect l="l" t="t" r="r" b="b"/>
              <a:pathLst>
                <a:path w="1882" h="4812" extrusionOk="0">
                  <a:moveTo>
                    <a:pt x="0" y="1"/>
                  </a:moveTo>
                  <a:lnTo>
                    <a:pt x="0" y="4811"/>
                  </a:lnTo>
                  <a:lnTo>
                    <a:pt x="1882" y="4811"/>
                  </a:lnTo>
                  <a:lnTo>
                    <a:pt x="18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 name="Google Shape;1474;p75"/>
          <p:cNvGrpSpPr/>
          <p:nvPr/>
        </p:nvGrpSpPr>
        <p:grpSpPr>
          <a:xfrm>
            <a:off x="7405437" y="3382180"/>
            <a:ext cx="359230" cy="400136"/>
            <a:chOff x="7405437" y="3382180"/>
            <a:chExt cx="359230" cy="400136"/>
          </a:xfrm>
        </p:grpSpPr>
        <p:sp>
          <p:nvSpPr>
            <p:cNvPr id="1475" name="Google Shape;1475;p75"/>
            <p:cNvSpPr/>
            <p:nvPr/>
          </p:nvSpPr>
          <p:spPr>
            <a:xfrm>
              <a:off x="7405437" y="3382180"/>
              <a:ext cx="53767" cy="129149"/>
            </a:xfrm>
            <a:custGeom>
              <a:avLst/>
              <a:gdLst/>
              <a:ahLst/>
              <a:cxnLst/>
              <a:rect l="l" t="t" r="r" b="b"/>
              <a:pathLst>
                <a:path w="1597" h="3836" extrusionOk="0">
                  <a:moveTo>
                    <a:pt x="787" y="1"/>
                  </a:moveTo>
                  <a:cubicBezTo>
                    <a:pt x="358" y="1"/>
                    <a:pt x="1" y="358"/>
                    <a:pt x="1" y="811"/>
                  </a:cubicBezTo>
                  <a:lnTo>
                    <a:pt x="1" y="3835"/>
                  </a:lnTo>
                  <a:lnTo>
                    <a:pt x="1596" y="3835"/>
                  </a:lnTo>
                  <a:lnTo>
                    <a:pt x="1596" y="811"/>
                  </a:lnTo>
                  <a:cubicBezTo>
                    <a:pt x="1596" y="358"/>
                    <a:pt x="1239"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75"/>
            <p:cNvSpPr/>
            <p:nvPr/>
          </p:nvSpPr>
          <p:spPr>
            <a:xfrm>
              <a:off x="7568218" y="3716530"/>
              <a:ext cx="190053" cy="65786"/>
            </a:xfrm>
            <a:custGeom>
              <a:avLst/>
              <a:gdLst/>
              <a:ahLst/>
              <a:cxnLst/>
              <a:rect l="l" t="t" r="r" b="b"/>
              <a:pathLst>
                <a:path w="5645" h="1954" extrusionOk="0">
                  <a:moveTo>
                    <a:pt x="381" y="1"/>
                  </a:moveTo>
                  <a:lnTo>
                    <a:pt x="381" y="834"/>
                  </a:lnTo>
                  <a:cubicBezTo>
                    <a:pt x="381" y="1263"/>
                    <a:pt x="238" y="1644"/>
                    <a:pt x="0" y="1953"/>
                  </a:cubicBezTo>
                  <a:lnTo>
                    <a:pt x="4525" y="1953"/>
                  </a:lnTo>
                  <a:cubicBezTo>
                    <a:pt x="5144" y="1953"/>
                    <a:pt x="5644" y="1453"/>
                    <a:pt x="5644" y="834"/>
                  </a:cubicBezTo>
                  <a:lnTo>
                    <a:pt x="56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75"/>
            <p:cNvSpPr/>
            <p:nvPr/>
          </p:nvSpPr>
          <p:spPr>
            <a:xfrm>
              <a:off x="7474387" y="3382180"/>
              <a:ext cx="229343" cy="399734"/>
            </a:xfrm>
            <a:custGeom>
              <a:avLst/>
              <a:gdLst/>
              <a:ahLst/>
              <a:cxnLst/>
              <a:rect l="l" t="t" r="r" b="b"/>
              <a:pathLst>
                <a:path w="6812" h="11873" extrusionOk="0">
                  <a:moveTo>
                    <a:pt x="5788" y="2120"/>
                  </a:moveTo>
                  <a:lnTo>
                    <a:pt x="5788" y="2811"/>
                  </a:lnTo>
                  <a:lnTo>
                    <a:pt x="1668" y="2811"/>
                  </a:lnTo>
                  <a:lnTo>
                    <a:pt x="1668" y="2120"/>
                  </a:lnTo>
                  <a:close/>
                  <a:moveTo>
                    <a:pt x="1" y="1"/>
                  </a:moveTo>
                  <a:cubicBezTo>
                    <a:pt x="167" y="239"/>
                    <a:pt x="239" y="501"/>
                    <a:pt x="239" y="811"/>
                  </a:cubicBezTo>
                  <a:lnTo>
                    <a:pt x="239" y="10765"/>
                  </a:lnTo>
                  <a:cubicBezTo>
                    <a:pt x="275" y="11503"/>
                    <a:pt x="816" y="11872"/>
                    <a:pt x="1358" y="11872"/>
                  </a:cubicBezTo>
                  <a:cubicBezTo>
                    <a:pt x="1900" y="11872"/>
                    <a:pt x="2442" y="11503"/>
                    <a:pt x="2478" y="10765"/>
                  </a:cubicBezTo>
                  <a:lnTo>
                    <a:pt x="2478" y="9241"/>
                  </a:lnTo>
                  <a:lnTo>
                    <a:pt x="6812" y="9241"/>
                  </a:lnTo>
                  <a:lnTo>
                    <a:pt x="6812" y="6193"/>
                  </a:lnTo>
                  <a:lnTo>
                    <a:pt x="5311" y="7717"/>
                  </a:lnTo>
                  <a:lnTo>
                    <a:pt x="1715" y="7717"/>
                  </a:lnTo>
                  <a:lnTo>
                    <a:pt x="1715" y="7002"/>
                  </a:lnTo>
                  <a:lnTo>
                    <a:pt x="3621" y="7002"/>
                  </a:lnTo>
                  <a:lnTo>
                    <a:pt x="3621" y="6074"/>
                  </a:lnTo>
                  <a:lnTo>
                    <a:pt x="4454" y="5240"/>
                  </a:lnTo>
                  <a:lnTo>
                    <a:pt x="1668" y="5240"/>
                  </a:lnTo>
                  <a:lnTo>
                    <a:pt x="1668" y="4549"/>
                  </a:lnTo>
                  <a:lnTo>
                    <a:pt x="5145" y="4549"/>
                  </a:lnTo>
                  <a:lnTo>
                    <a:pt x="6812" y="2882"/>
                  </a:lnTo>
                  <a:lnTo>
                    <a:pt x="6812" y="1382"/>
                  </a:lnTo>
                  <a:cubicBezTo>
                    <a:pt x="6812" y="620"/>
                    <a:pt x="6193" y="1"/>
                    <a:pt x="54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5"/>
            <p:cNvSpPr/>
            <p:nvPr/>
          </p:nvSpPr>
          <p:spPr>
            <a:xfrm>
              <a:off x="7619527" y="3508870"/>
              <a:ext cx="110665" cy="109083"/>
            </a:xfrm>
            <a:custGeom>
              <a:avLst/>
              <a:gdLst/>
              <a:ahLst/>
              <a:cxnLst/>
              <a:rect l="l" t="t" r="r" b="b"/>
              <a:pathLst>
                <a:path w="3287" h="3240" extrusionOk="0">
                  <a:moveTo>
                    <a:pt x="2596" y="1"/>
                  </a:moveTo>
                  <a:lnTo>
                    <a:pt x="0" y="2596"/>
                  </a:lnTo>
                  <a:lnTo>
                    <a:pt x="0" y="3239"/>
                  </a:lnTo>
                  <a:lnTo>
                    <a:pt x="715" y="3239"/>
                  </a:lnTo>
                  <a:cubicBezTo>
                    <a:pt x="1262" y="2715"/>
                    <a:pt x="2763" y="1215"/>
                    <a:pt x="3287" y="691"/>
                  </a:cubicBezTo>
                  <a:lnTo>
                    <a:pt x="25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75"/>
            <p:cNvSpPr/>
            <p:nvPr/>
          </p:nvSpPr>
          <p:spPr>
            <a:xfrm>
              <a:off x="7723761" y="3474395"/>
              <a:ext cx="40906" cy="40940"/>
            </a:xfrm>
            <a:custGeom>
              <a:avLst/>
              <a:gdLst/>
              <a:ahLst/>
              <a:cxnLst/>
              <a:rect l="l" t="t" r="r" b="b"/>
              <a:pathLst>
                <a:path w="1215" h="1216" extrusionOk="0">
                  <a:moveTo>
                    <a:pt x="524" y="1"/>
                  </a:moveTo>
                  <a:cubicBezTo>
                    <a:pt x="453" y="96"/>
                    <a:pt x="72" y="477"/>
                    <a:pt x="0" y="548"/>
                  </a:cubicBezTo>
                  <a:cubicBezTo>
                    <a:pt x="48" y="596"/>
                    <a:pt x="595" y="1144"/>
                    <a:pt x="667" y="1215"/>
                  </a:cubicBezTo>
                  <a:lnTo>
                    <a:pt x="1215" y="667"/>
                  </a:lnTo>
                  <a:lnTo>
                    <a:pt x="5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 name="Google Shape;1480;p75"/>
          <p:cNvGrpSpPr/>
          <p:nvPr/>
        </p:nvGrpSpPr>
        <p:grpSpPr>
          <a:xfrm>
            <a:off x="6733573" y="4058892"/>
            <a:ext cx="400103" cy="369635"/>
            <a:chOff x="6733573" y="4058892"/>
            <a:chExt cx="400103" cy="369635"/>
          </a:xfrm>
        </p:grpSpPr>
        <p:sp>
          <p:nvSpPr>
            <p:cNvPr id="1481" name="Google Shape;1481;p75"/>
            <p:cNvSpPr/>
            <p:nvPr/>
          </p:nvSpPr>
          <p:spPr>
            <a:xfrm>
              <a:off x="6956450" y="4321868"/>
              <a:ext cx="55349" cy="34509"/>
            </a:xfrm>
            <a:custGeom>
              <a:avLst/>
              <a:gdLst/>
              <a:ahLst/>
              <a:cxnLst/>
              <a:rect l="l" t="t" r="r" b="b"/>
              <a:pathLst>
                <a:path w="1644" h="1025" extrusionOk="0">
                  <a:moveTo>
                    <a:pt x="1" y="0"/>
                  </a:moveTo>
                  <a:lnTo>
                    <a:pt x="1" y="1024"/>
                  </a:lnTo>
                  <a:cubicBezTo>
                    <a:pt x="429" y="762"/>
                    <a:pt x="1215" y="262"/>
                    <a:pt x="1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5"/>
            <p:cNvSpPr/>
            <p:nvPr/>
          </p:nvSpPr>
          <p:spPr>
            <a:xfrm>
              <a:off x="6969277" y="4136664"/>
              <a:ext cx="164398" cy="238938"/>
            </a:xfrm>
            <a:custGeom>
              <a:avLst/>
              <a:gdLst/>
              <a:ahLst/>
              <a:cxnLst/>
              <a:rect l="l" t="t" r="r" b="b"/>
              <a:pathLst>
                <a:path w="4883" h="7097" extrusionOk="0">
                  <a:moveTo>
                    <a:pt x="2549" y="0"/>
                  </a:moveTo>
                  <a:lnTo>
                    <a:pt x="2549" y="5525"/>
                  </a:lnTo>
                  <a:cubicBezTo>
                    <a:pt x="1858" y="5954"/>
                    <a:pt x="667" y="6668"/>
                    <a:pt x="1" y="7097"/>
                  </a:cubicBezTo>
                  <a:lnTo>
                    <a:pt x="4883" y="7097"/>
                  </a:lnTo>
                  <a:lnTo>
                    <a:pt x="488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5"/>
            <p:cNvSpPr/>
            <p:nvPr/>
          </p:nvSpPr>
          <p:spPr>
            <a:xfrm>
              <a:off x="6869858" y="4155080"/>
              <a:ext cx="36125" cy="59389"/>
            </a:xfrm>
            <a:custGeom>
              <a:avLst/>
              <a:gdLst/>
              <a:ahLst/>
              <a:cxnLst/>
              <a:rect l="l" t="t" r="r" b="b"/>
              <a:pathLst>
                <a:path w="1073" h="1764" extrusionOk="0">
                  <a:moveTo>
                    <a:pt x="1072" y="1"/>
                  </a:moveTo>
                  <a:cubicBezTo>
                    <a:pt x="453" y="168"/>
                    <a:pt x="1" y="739"/>
                    <a:pt x="1" y="1406"/>
                  </a:cubicBezTo>
                  <a:cubicBezTo>
                    <a:pt x="1" y="1525"/>
                    <a:pt x="1" y="1644"/>
                    <a:pt x="48" y="1763"/>
                  </a:cubicBezTo>
                  <a:lnTo>
                    <a:pt x="1072" y="1192"/>
                  </a:lnTo>
                  <a:lnTo>
                    <a:pt x="10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5"/>
            <p:cNvSpPr/>
            <p:nvPr/>
          </p:nvSpPr>
          <p:spPr>
            <a:xfrm>
              <a:off x="6882685" y="4221640"/>
              <a:ext cx="23298" cy="27304"/>
            </a:xfrm>
            <a:custGeom>
              <a:avLst/>
              <a:gdLst/>
              <a:ahLst/>
              <a:cxnLst/>
              <a:rect l="l" t="t" r="r" b="b"/>
              <a:pathLst>
                <a:path w="692" h="811" extrusionOk="0">
                  <a:moveTo>
                    <a:pt x="691" y="1"/>
                  </a:moveTo>
                  <a:lnTo>
                    <a:pt x="1" y="405"/>
                  </a:lnTo>
                  <a:cubicBezTo>
                    <a:pt x="167" y="596"/>
                    <a:pt x="429" y="763"/>
                    <a:pt x="691" y="810"/>
                  </a:cubicBez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75"/>
            <p:cNvSpPr/>
            <p:nvPr/>
          </p:nvSpPr>
          <p:spPr>
            <a:xfrm>
              <a:off x="6929987" y="4221640"/>
              <a:ext cx="24106" cy="27304"/>
            </a:xfrm>
            <a:custGeom>
              <a:avLst/>
              <a:gdLst/>
              <a:ahLst/>
              <a:cxnLst/>
              <a:rect l="l" t="t" r="r" b="b"/>
              <a:pathLst>
                <a:path w="716" h="811" extrusionOk="0">
                  <a:moveTo>
                    <a:pt x="1" y="1"/>
                  </a:moveTo>
                  <a:lnTo>
                    <a:pt x="1" y="810"/>
                  </a:lnTo>
                  <a:cubicBezTo>
                    <a:pt x="263" y="763"/>
                    <a:pt x="525" y="596"/>
                    <a:pt x="715" y="405"/>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75"/>
            <p:cNvSpPr/>
            <p:nvPr/>
          </p:nvSpPr>
          <p:spPr>
            <a:xfrm>
              <a:off x="6929987" y="4155080"/>
              <a:ext cx="41748" cy="59389"/>
            </a:xfrm>
            <a:custGeom>
              <a:avLst/>
              <a:gdLst/>
              <a:ahLst/>
              <a:cxnLst/>
              <a:rect l="l" t="t" r="r" b="b"/>
              <a:pathLst>
                <a:path w="1240" h="1764" extrusionOk="0">
                  <a:moveTo>
                    <a:pt x="1" y="1"/>
                  </a:moveTo>
                  <a:lnTo>
                    <a:pt x="1" y="1192"/>
                  </a:lnTo>
                  <a:lnTo>
                    <a:pt x="1049" y="1763"/>
                  </a:lnTo>
                  <a:cubicBezTo>
                    <a:pt x="1239" y="1001"/>
                    <a:pt x="739" y="19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5"/>
            <p:cNvSpPr/>
            <p:nvPr/>
          </p:nvSpPr>
          <p:spPr>
            <a:xfrm>
              <a:off x="6804106" y="4106195"/>
              <a:ext cx="227761" cy="192443"/>
            </a:xfrm>
            <a:custGeom>
              <a:avLst/>
              <a:gdLst/>
              <a:ahLst/>
              <a:cxnLst/>
              <a:rect l="l" t="t" r="r" b="b"/>
              <a:pathLst>
                <a:path w="6765" h="5716" extrusionOk="0">
                  <a:moveTo>
                    <a:pt x="3383" y="733"/>
                  </a:moveTo>
                  <a:cubicBezTo>
                    <a:pt x="4424" y="733"/>
                    <a:pt x="5466" y="1441"/>
                    <a:pt x="5526" y="2858"/>
                  </a:cubicBezTo>
                  <a:cubicBezTo>
                    <a:pt x="5526" y="4025"/>
                    <a:pt x="4549" y="4977"/>
                    <a:pt x="3383" y="4977"/>
                  </a:cubicBezTo>
                  <a:cubicBezTo>
                    <a:pt x="2216" y="4977"/>
                    <a:pt x="1239" y="4025"/>
                    <a:pt x="1239" y="2858"/>
                  </a:cubicBezTo>
                  <a:cubicBezTo>
                    <a:pt x="1299" y="1441"/>
                    <a:pt x="2341" y="733"/>
                    <a:pt x="3383" y="733"/>
                  </a:cubicBezTo>
                  <a:close/>
                  <a:moveTo>
                    <a:pt x="1" y="0"/>
                  </a:moveTo>
                  <a:lnTo>
                    <a:pt x="1" y="5716"/>
                  </a:lnTo>
                  <a:lnTo>
                    <a:pt x="6764" y="5716"/>
                  </a:lnTo>
                  <a:lnTo>
                    <a:pt x="67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5"/>
            <p:cNvSpPr/>
            <p:nvPr/>
          </p:nvSpPr>
          <p:spPr>
            <a:xfrm>
              <a:off x="6733573" y="4058892"/>
              <a:ext cx="47337" cy="369635"/>
            </a:xfrm>
            <a:custGeom>
              <a:avLst/>
              <a:gdLst/>
              <a:ahLst/>
              <a:cxnLst/>
              <a:rect l="l" t="t" r="r" b="b"/>
              <a:pathLst>
                <a:path w="1406" h="10979" extrusionOk="0">
                  <a:moveTo>
                    <a:pt x="0" y="0"/>
                  </a:moveTo>
                  <a:lnTo>
                    <a:pt x="0" y="10979"/>
                  </a:lnTo>
                  <a:lnTo>
                    <a:pt x="1405" y="10979"/>
                  </a:lnTo>
                  <a:lnTo>
                    <a:pt x="140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 name="Google Shape;1489;p75"/>
          <p:cNvGrpSpPr/>
          <p:nvPr/>
        </p:nvGrpSpPr>
        <p:grpSpPr>
          <a:xfrm>
            <a:off x="6793702" y="3382180"/>
            <a:ext cx="279844" cy="400137"/>
            <a:chOff x="6793702" y="3382180"/>
            <a:chExt cx="279844" cy="400137"/>
          </a:xfrm>
        </p:grpSpPr>
        <p:sp>
          <p:nvSpPr>
            <p:cNvPr id="1490" name="Google Shape;1490;p75"/>
            <p:cNvSpPr/>
            <p:nvPr/>
          </p:nvSpPr>
          <p:spPr>
            <a:xfrm>
              <a:off x="6827370" y="3538363"/>
              <a:ext cx="67369" cy="37169"/>
            </a:xfrm>
            <a:custGeom>
              <a:avLst/>
              <a:gdLst/>
              <a:ahLst/>
              <a:cxnLst/>
              <a:rect l="l" t="t" r="r" b="b"/>
              <a:pathLst>
                <a:path w="2001" h="1104" extrusionOk="0">
                  <a:moveTo>
                    <a:pt x="1167" y="1"/>
                  </a:moveTo>
                  <a:cubicBezTo>
                    <a:pt x="609" y="1"/>
                    <a:pt x="63" y="394"/>
                    <a:pt x="1" y="1030"/>
                  </a:cubicBezTo>
                  <a:cubicBezTo>
                    <a:pt x="75" y="1048"/>
                    <a:pt x="304" y="1104"/>
                    <a:pt x="591" y="1104"/>
                  </a:cubicBezTo>
                  <a:cubicBezTo>
                    <a:pt x="1037" y="1104"/>
                    <a:pt x="1625" y="971"/>
                    <a:pt x="2001" y="363"/>
                  </a:cubicBezTo>
                  <a:cubicBezTo>
                    <a:pt x="1768" y="114"/>
                    <a:pt x="1466"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75"/>
            <p:cNvSpPr/>
            <p:nvPr/>
          </p:nvSpPr>
          <p:spPr>
            <a:xfrm>
              <a:off x="6826562" y="3575430"/>
              <a:ext cx="79422" cy="102652"/>
            </a:xfrm>
            <a:custGeom>
              <a:avLst/>
              <a:gdLst/>
              <a:ahLst/>
              <a:cxnLst/>
              <a:rect l="l" t="t" r="r" b="b"/>
              <a:pathLst>
                <a:path w="2359" h="3049" extrusionOk="0">
                  <a:moveTo>
                    <a:pt x="2358" y="0"/>
                  </a:moveTo>
                  <a:cubicBezTo>
                    <a:pt x="1917" y="478"/>
                    <a:pt x="1235" y="701"/>
                    <a:pt x="574" y="701"/>
                  </a:cubicBezTo>
                  <a:cubicBezTo>
                    <a:pt x="379" y="701"/>
                    <a:pt x="185" y="681"/>
                    <a:pt x="1" y="643"/>
                  </a:cubicBezTo>
                  <a:lnTo>
                    <a:pt x="1" y="905"/>
                  </a:lnTo>
                  <a:cubicBezTo>
                    <a:pt x="1" y="1548"/>
                    <a:pt x="525" y="2072"/>
                    <a:pt x="1168" y="2072"/>
                  </a:cubicBezTo>
                  <a:cubicBezTo>
                    <a:pt x="858" y="2072"/>
                    <a:pt x="572" y="2143"/>
                    <a:pt x="310" y="2239"/>
                  </a:cubicBezTo>
                  <a:cubicBezTo>
                    <a:pt x="358" y="2691"/>
                    <a:pt x="715" y="3048"/>
                    <a:pt x="1191" y="3048"/>
                  </a:cubicBezTo>
                  <a:cubicBezTo>
                    <a:pt x="1668" y="3048"/>
                    <a:pt x="2049" y="2667"/>
                    <a:pt x="2049" y="2191"/>
                  </a:cubicBezTo>
                  <a:lnTo>
                    <a:pt x="2049" y="2072"/>
                  </a:lnTo>
                  <a:lnTo>
                    <a:pt x="1191" y="2072"/>
                  </a:lnTo>
                  <a:cubicBezTo>
                    <a:pt x="1834" y="2072"/>
                    <a:pt x="2358" y="1548"/>
                    <a:pt x="2358" y="905"/>
                  </a:cubicBezTo>
                  <a:cubicBezTo>
                    <a:pt x="2358" y="882"/>
                    <a:pt x="2358" y="23"/>
                    <a:pt x="2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5"/>
            <p:cNvSpPr/>
            <p:nvPr/>
          </p:nvSpPr>
          <p:spPr>
            <a:xfrm>
              <a:off x="6793702" y="3601085"/>
              <a:ext cx="206079" cy="181232"/>
            </a:xfrm>
            <a:custGeom>
              <a:avLst/>
              <a:gdLst/>
              <a:ahLst/>
              <a:cxnLst/>
              <a:rect l="l" t="t" r="r" b="b"/>
              <a:pathLst>
                <a:path w="6121" h="5383" extrusionOk="0">
                  <a:moveTo>
                    <a:pt x="4716" y="0"/>
                  </a:moveTo>
                  <a:lnTo>
                    <a:pt x="4716" y="1310"/>
                  </a:lnTo>
                  <a:lnTo>
                    <a:pt x="3715" y="1310"/>
                  </a:lnTo>
                  <a:cubicBezTo>
                    <a:pt x="3756" y="2375"/>
                    <a:pt x="2944" y="2986"/>
                    <a:pt x="2132" y="2986"/>
                  </a:cubicBezTo>
                  <a:cubicBezTo>
                    <a:pt x="1527" y="2986"/>
                    <a:pt x="921" y="2647"/>
                    <a:pt x="667" y="1905"/>
                  </a:cubicBezTo>
                  <a:cubicBezTo>
                    <a:pt x="262" y="2286"/>
                    <a:pt x="0" y="2858"/>
                    <a:pt x="0" y="3453"/>
                  </a:cubicBezTo>
                  <a:lnTo>
                    <a:pt x="0" y="5382"/>
                  </a:lnTo>
                  <a:lnTo>
                    <a:pt x="4335" y="5382"/>
                  </a:lnTo>
                  <a:lnTo>
                    <a:pt x="4335" y="3144"/>
                  </a:lnTo>
                  <a:lnTo>
                    <a:pt x="5144" y="2929"/>
                  </a:lnTo>
                  <a:cubicBezTo>
                    <a:pt x="5716" y="2787"/>
                    <a:pt x="6121" y="2286"/>
                    <a:pt x="6121" y="1691"/>
                  </a:cubicBezTo>
                  <a:lnTo>
                    <a:pt x="612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75"/>
            <p:cNvSpPr/>
            <p:nvPr/>
          </p:nvSpPr>
          <p:spPr>
            <a:xfrm>
              <a:off x="6878679" y="3382180"/>
              <a:ext cx="194867" cy="195676"/>
            </a:xfrm>
            <a:custGeom>
              <a:avLst/>
              <a:gdLst/>
              <a:ahLst/>
              <a:cxnLst/>
              <a:rect l="l" t="t" r="r" b="b"/>
              <a:pathLst>
                <a:path w="5788" h="5812" extrusionOk="0">
                  <a:moveTo>
                    <a:pt x="1" y="1"/>
                  </a:moveTo>
                  <a:lnTo>
                    <a:pt x="1" y="3811"/>
                  </a:lnTo>
                  <a:lnTo>
                    <a:pt x="2549" y="3811"/>
                  </a:lnTo>
                  <a:lnTo>
                    <a:pt x="2549" y="4859"/>
                  </a:lnTo>
                  <a:cubicBezTo>
                    <a:pt x="2334" y="4978"/>
                    <a:pt x="2192" y="5216"/>
                    <a:pt x="2192" y="5454"/>
                  </a:cubicBezTo>
                  <a:lnTo>
                    <a:pt x="2192" y="5812"/>
                  </a:lnTo>
                  <a:lnTo>
                    <a:pt x="3597" y="5812"/>
                  </a:lnTo>
                  <a:lnTo>
                    <a:pt x="3597" y="5454"/>
                  </a:lnTo>
                  <a:cubicBezTo>
                    <a:pt x="3597" y="5216"/>
                    <a:pt x="3454" y="4978"/>
                    <a:pt x="3239" y="4859"/>
                  </a:cubicBezTo>
                  <a:lnTo>
                    <a:pt x="3239" y="3811"/>
                  </a:lnTo>
                  <a:lnTo>
                    <a:pt x="5788" y="3811"/>
                  </a:lnTo>
                  <a:lnTo>
                    <a:pt x="57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 name="Google Shape;1494;p75"/>
          <p:cNvGrpSpPr/>
          <p:nvPr/>
        </p:nvGrpSpPr>
        <p:grpSpPr>
          <a:xfrm>
            <a:off x="6063291" y="3421470"/>
            <a:ext cx="410539" cy="321759"/>
            <a:chOff x="6063291" y="3421470"/>
            <a:chExt cx="410539" cy="321759"/>
          </a:xfrm>
        </p:grpSpPr>
        <p:sp>
          <p:nvSpPr>
            <p:cNvPr id="1495" name="Google Shape;1495;p75"/>
            <p:cNvSpPr/>
            <p:nvPr/>
          </p:nvSpPr>
          <p:spPr>
            <a:xfrm>
              <a:off x="6125037" y="3604283"/>
              <a:ext cx="79388" cy="138946"/>
            </a:xfrm>
            <a:custGeom>
              <a:avLst/>
              <a:gdLst/>
              <a:ahLst/>
              <a:cxnLst/>
              <a:rect l="l" t="t" r="r" b="b"/>
              <a:pathLst>
                <a:path w="2358" h="4127" extrusionOk="0">
                  <a:moveTo>
                    <a:pt x="0" y="1"/>
                  </a:moveTo>
                  <a:lnTo>
                    <a:pt x="0" y="3287"/>
                  </a:lnTo>
                  <a:cubicBezTo>
                    <a:pt x="12" y="3847"/>
                    <a:pt x="417" y="4126"/>
                    <a:pt x="825" y="4126"/>
                  </a:cubicBezTo>
                  <a:cubicBezTo>
                    <a:pt x="1232" y="4126"/>
                    <a:pt x="1643" y="3847"/>
                    <a:pt x="1667" y="3287"/>
                  </a:cubicBezTo>
                  <a:cubicBezTo>
                    <a:pt x="1667" y="3263"/>
                    <a:pt x="1619" y="2739"/>
                    <a:pt x="1619" y="2692"/>
                  </a:cubicBezTo>
                  <a:lnTo>
                    <a:pt x="2358" y="2692"/>
                  </a:lnTo>
                  <a:lnTo>
                    <a:pt x="2358" y="2001"/>
                  </a:lnTo>
                  <a:lnTo>
                    <a:pt x="1548" y="2001"/>
                  </a:lnTo>
                  <a:lnTo>
                    <a:pt x="13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5"/>
            <p:cNvSpPr/>
            <p:nvPr/>
          </p:nvSpPr>
          <p:spPr>
            <a:xfrm>
              <a:off x="6063291" y="3509678"/>
              <a:ext cx="95447" cy="71375"/>
            </a:xfrm>
            <a:custGeom>
              <a:avLst/>
              <a:gdLst/>
              <a:ahLst/>
              <a:cxnLst/>
              <a:rect l="l" t="t" r="r" b="b"/>
              <a:pathLst>
                <a:path w="2835" h="2120" extrusionOk="0">
                  <a:moveTo>
                    <a:pt x="1001" y="0"/>
                  </a:moveTo>
                  <a:cubicBezTo>
                    <a:pt x="548" y="0"/>
                    <a:pt x="143" y="286"/>
                    <a:pt x="0" y="715"/>
                  </a:cubicBezTo>
                  <a:lnTo>
                    <a:pt x="929" y="715"/>
                  </a:lnTo>
                  <a:lnTo>
                    <a:pt x="929" y="1405"/>
                  </a:lnTo>
                  <a:lnTo>
                    <a:pt x="0" y="1405"/>
                  </a:lnTo>
                  <a:cubicBezTo>
                    <a:pt x="143" y="1810"/>
                    <a:pt x="548" y="2120"/>
                    <a:pt x="1001" y="2120"/>
                  </a:cubicBezTo>
                  <a:lnTo>
                    <a:pt x="2834" y="2120"/>
                  </a:lnTo>
                  <a:lnTo>
                    <a:pt x="28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5"/>
            <p:cNvSpPr/>
            <p:nvPr/>
          </p:nvSpPr>
          <p:spPr>
            <a:xfrm>
              <a:off x="6331888" y="3492844"/>
              <a:ext cx="46528" cy="105043"/>
            </a:xfrm>
            <a:custGeom>
              <a:avLst/>
              <a:gdLst/>
              <a:ahLst/>
              <a:cxnLst/>
              <a:rect l="l" t="t" r="r" b="b"/>
              <a:pathLst>
                <a:path w="1382" h="3120" extrusionOk="0">
                  <a:moveTo>
                    <a:pt x="0" y="0"/>
                  </a:moveTo>
                  <a:lnTo>
                    <a:pt x="0" y="3120"/>
                  </a:lnTo>
                  <a:cubicBezTo>
                    <a:pt x="1358" y="2548"/>
                    <a:pt x="1381" y="619"/>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75"/>
            <p:cNvSpPr/>
            <p:nvPr/>
          </p:nvSpPr>
          <p:spPr>
            <a:xfrm>
              <a:off x="6368754" y="3458369"/>
              <a:ext cx="53767" cy="173219"/>
            </a:xfrm>
            <a:custGeom>
              <a:avLst/>
              <a:gdLst/>
              <a:ahLst/>
              <a:cxnLst/>
              <a:rect l="l" t="t" r="r" b="b"/>
              <a:pathLst>
                <a:path w="1597" h="5145" extrusionOk="0">
                  <a:moveTo>
                    <a:pt x="525" y="0"/>
                  </a:moveTo>
                  <a:lnTo>
                    <a:pt x="1" y="453"/>
                  </a:lnTo>
                  <a:cubicBezTo>
                    <a:pt x="858" y="1429"/>
                    <a:pt x="858" y="3739"/>
                    <a:pt x="1" y="4692"/>
                  </a:cubicBezTo>
                  <a:lnTo>
                    <a:pt x="525" y="5144"/>
                  </a:lnTo>
                  <a:cubicBezTo>
                    <a:pt x="1596" y="3930"/>
                    <a:pt x="1596" y="1215"/>
                    <a:pt x="5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5"/>
            <p:cNvSpPr/>
            <p:nvPr/>
          </p:nvSpPr>
          <p:spPr>
            <a:xfrm>
              <a:off x="6404845" y="3421470"/>
              <a:ext cx="68985" cy="247793"/>
            </a:xfrm>
            <a:custGeom>
              <a:avLst/>
              <a:gdLst/>
              <a:ahLst/>
              <a:cxnLst/>
              <a:rect l="l" t="t" r="r" b="b"/>
              <a:pathLst>
                <a:path w="2049" h="7360" extrusionOk="0">
                  <a:moveTo>
                    <a:pt x="524" y="1"/>
                  </a:moveTo>
                  <a:lnTo>
                    <a:pt x="0" y="429"/>
                  </a:lnTo>
                  <a:cubicBezTo>
                    <a:pt x="1286" y="1930"/>
                    <a:pt x="1286" y="5407"/>
                    <a:pt x="0" y="6907"/>
                  </a:cubicBezTo>
                  <a:lnTo>
                    <a:pt x="524" y="7359"/>
                  </a:lnTo>
                  <a:cubicBezTo>
                    <a:pt x="2048" y="5645"/>
                    <a:pt x="2048" y="1715"/>
                    <a:pt x="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5"/>
            <p:cNvSpPr/>
            <p:nvPr/>
          </p:nvSpPr>
          <p:spPr>
            <a:xfrm>
              <a:off x="6182742" y="3434297"/>
              <a:ext cx="125108" cy="222138"/>
            </a:xfrm>
            <a:custGeom>
              <a:avLst/>
              <a:gdLst/>
              <a:ahLst/>
              <a:cxnLst/>
              <a:rect l="l" t="t" r="r" b="b"/>
              <a:pathLst>
                <a:path w="3716" h="6598" extrusionOk="0">
                  <a:moveTo>
                    <a:pt x="2644" y="1"/>
                  </a:moveTo>
                  <a:lnTo>
                    <a:pt x="2644" y="1001"/>
                  </a:lnTo>
                  <a:cubicBezTo>
                    <a:pt x="2096" y="1739"/>
                    <a:pt x="1144" y="2168"/>
                    <a:pt x="1" y="2239"/>
                  </a:cubicBezTo>
                  <a:lnTo>
                    <a:pt x="1" y="4359"/>
                  </a:lnTo>
                  <a:cubicBezTo>
                    <a:pt x="1144" y="4407"/>
                    <a:pt x="2096" y="4859"/>
                    <a:pt x="2644" y="5597"/>
                  </a:cubicBezTo>
                  <a:lnTo>
                    <a:pt x="2644" y="6597"/>
                  </a:lnTo>
                  <a:lnTo>
                    <a:pt x="3716" y="6597"/>
                  </a:lnTo>
                  <a:lnTo>
                    <a:pt x="371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 name="Google Shape;1501;p75"/>
          <p:cNvGrpSpPr/>
          <p:nvPr/>
        </p:nvGrpSpPr>
        <p:grpSpPr>
          <a:xfrm>
            <a:off x="2739960" y="2758426"/>
            <a:ext cx="411348" cy="384885"/>
            <a:chOff x="2739960" y="2758426"/>
            <a:chExt cx="411348" cy="384885"/>
          </a:xfrm>
        </p:grpSpPr>
        <p:sp>
          <p:nvSpPr>
            <p:cNvPr id="1502" name="Google Shape;1502;p75"/>
            <p:cNvSpPr/>
            <p:nvPr/>
          </p:nvSpPr>
          <p:spPr>
            <a:xfrm>
              <a:off x="2792077" y="2830575"/>
              <a:ext cx="203688" cy="69793"/>
            </a:xfrm>
            <a:custGeom>
              <a:avLst/>
              <a:gdLst/>
              <a:ahLst/>
              <a:cxnLst/>
              <a:rect l="l" t="t" r="r" b="b"/>
              <a:pathLst>
                <a:path w="6050" h="2073" extrusionOk="0">
                  <a:moveTo>
                    <a:pt x="4668" y="1"/>
                  </a:moveTo>
                  <a:lnTo>
                    <a:pt x="4668" y="691"/>
                  </a:lnTo>
                  <a:lnTo>
                    <a:pt x="2906" y="691"/>
                  </a:lnTo>
                  <a:lnTo>
                    <a:pt x="2906" y="24"/>
                  </a:lnTo>
                  <a:lnTo>
                    <a:pt x="0" y="24"/>
                  </a:lnTo>
                  <a:lnTo>
                    <a:pt x="0" y="2049"/>
                  </a:lnTo>
                  <a:lnTo>
                    <a:pt x="2906" y="2049"/>
                  </a:lnTo>
                  <a:lnTo>
                    <a:pt x="2906" y="1382"/>
                  </a:lnTo>
                  <a:lnTo>
                    <a:pt x="4668" y="1382"/>
                  </a:lnTo>
                  <a:lnTo>
                    <a:pt x="4668" y="2072"/>
                  </a:lnTo>
                  <a:lnTo>
                    <a:pt x="6049" y="2072"/>
                  </a:lnTo>
                  <a:lnTo>
                    <a:pt x="60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5"/>
            <p:cNvSpPr/>
            <p:nvPr/>
          </p:nvSpPr>
          <p:spPr>
            <a:xfrm>
              <a:off x="3019769" y="2830575"/>
              <a:ext cx="131539" cy="69793"/>
            </a:xfrm>
            <a:custGeom>
              <a:avLst/>
              <a:gdLst/>
              <a:ahLst/>
              <a:cxnLst/>
              <a:rect l="l" t="t" r="r" b="b"/>
              <a:pathLst>
                <a:path w="3907" h="2073" extrusionOk="0">
                  <a:moveTo>
                    <a:pt x="1" y="1"/>
                  </a:moveTo>
                  <a:lnTo>
                    <a:pt x="1" y="2072"/>
                  </a:lnTo>
                  <a:lnTo>
                    <a:pt x="2525" y="2072"/>
                  </a:lnTo>
                  <a:cubicBezTo>
                    <a:pt x="3906" y="2025"/>
                    <a:pt x="3906" y="48"/>
                    <a:pt x="2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5"/>
            <p:cNvSpPr/>
            <p:nvPr/>
          </p:nvSpPr>
          <p:spPr>
            <a:xfrm>
              <a:off x="2759184" y="2758426"/>
              <a:ext cx="163590" cy="48953"/>
            </a:xfrm>
            <a:custGeom>
              <a:avLst/>
              <a:gdLst/>
              <a:ahLst/>
              <a:cxnLst/>
              <a:rect l="l" t="t" r="r" b="b"/>
              <a:pathLst>
                <a:path w="4859" h="1454" extrusionOk="0">
                  <a:moveTo>
                    <a:pt x="1" y="0"/>
                  </a:moveTo>
                  <a:lnTo>
                    <a:pt x="1" y="1453"/>
                  </a:lnTo>
                  <a:lnTo>
                    <a:pt x="4859" y="1453"/>
                  </a:lnTo>
                  <a:lnTo>
                    <a:pt x="48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5"/>
            <p:cNvSpPr/>
            <p:nvPr/>
          </p:nvSpPr>
          <p:spPr>
            <a:xfrm>
              <a:off x="2759184" y="2922790"/>
              <a:ext cx="163590" cy="49727"/>
            </a:xfrm>
            <a:custGeom>
              <a:avLst/>
              <a:gdLst/>
              <a:ahLst/>
              <a:cxnLst/>
              <a:rect l="l" t="t" r="r" b="b"/>
              <a:pathLst>
                <a:path w="4859" h="1477" extrusionOk="0">
                  <a:moveTo>
                    <a:pt x="1" y="0"/>
                  </a:moveTo>
                  <a:lnTo>
                    <a:pt x="1" y="1477"/>
                  </a:lnTo>
                  <a:lnTo>
                    <a:pt x="4859" y="1477"/>
                  </a:lnTo>
                  <a:lnTo>
                    <a:pt x="48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5"/>
            <p:cNvSpPr/>
            <p:nvPr/>
          </p:nvSpPr>
          <p:spPr>
            <a:xfrm>
              <a:off x="2771237" y="3026216"/>
              <a:ext cx="140326" cy="46528"/>
            </a:xfrm>
            <a:custGeom>
              <a:avLst/>
              <a:gdLst/>
              <a:ahLst/>
              <a:cxnLst/>
              <a:rect l="l" t="t" r="r" b="b"/>
              <a:pathLst>
                <a:path w="4168" h="1382" extrusionOk="0">
                  <a:moveTo>
                    <a:pt x="1691" y="0"/>
                  </a:moveTo>
                  <a:cubicBezTo>
                    <a:pt x="857" y="0"/>
                    <a:pt x="143" y="596"/>
                    <a:pt x="0" y="1382"/>
                  </a:cubicBezTo>
                  <a:lnTo>
                    <a:pt x="4168" y="1382"/>
                  </a:lnTo>
                  <a:cubicBezTo>
                    <a:pt x="4001" y="596"/>
                    <a:pt x="3310" y="0"/>
                    <a:pt x="2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5"/>
            <p:cNvSpPr/>
            <p:nvPr/>
          </p:nvSpPr>
          <p:spPr>
            <a:xfrm>
              <a:off x="2739960" y="3096783"/>
              <a:ext cx="202072" cy="46528"/>
            </a:xfrm>
            <a:custGeom>
              <a:avLst/>
              <a:gdLst/>
              <a:ahLst/>
              <a:cxnLst/>
              <a:rect l="l" t="t" r="r" b="b"/>
              <a:pathLst>
                <a:path w="6002" h="1382" extrusionOk="0">
                  <a:moveTo>
                    <a:pt x="0" y="0"/>
                  </a:moveTo>
                  <a:lnTo>
                    <a:pt x="0" y="1381"/>
                  </a:lnTo>
                  <a:lnTo>
                    <a:pt x="6002" y="1381"/>
                  </a:lnTo>
                  <a:lnTo>
                    <a:pt x="60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75"/>
          <p:cNvGrpSpPr/>
          <p:nvPr/>
        </p:nvGrpSpPr>
        <p:grpSpPr>
          <a:xfrm>
            <a:off x="7385405" y="2751222"/>
            <a:ext cx="399294" cy="399297"/>
            <a:chOff x="7385405" y="2751222"/>
            <a:chExt cx="399294" cy="399297"/>
          </a:xfrm>
        </p:grpSpPr>
        <p:sp>
          <p:nvSpPr>
            <p:cNvPr id="1509" name="Google Shape;1509;p75"/>
            <p:cNvSpPr/>
            <p:nvPr/>
          </p:nvSpPr>
          <p:spPr>
            <a:xfrm>
              <a:off x="7511287" y="2907539"/>
              <a:ext cx="32085" cy="42522"/>
            </a:xfrm>
            <a:custGeom>
              <a:avLst/>
              <a:gdLst/>
              <a:ahLst/>
              <a:cxnLst/>
              <a:rect l="l" t="t" r="r" b="b"/>
              <a:pathLst>
                <a:path w="953" h="1263" extrusionOk="0">
                  <a:moveTo>
                    <a:pt x="0" y="1"/>
                  </a:moveTo>
                  <a:cubicBezTo>
                    <a:pt x="96" y="549"/>
                    <a:pt x="477" y="1025"/>
                    <a:pt x="953" y="1263"/>
                  </a:cubicBezTo>
                  <a:cubicBezTo>
                    <a:pt x="834" y="858"/>
                    <a:pt x="762" y="429"/>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5"/>
            <p:cNvSpPr/>
            <p:nvPr/>
          </p:nvSpPr>
          <p:spPr>
            <a:xfrm>
              <a:off x="7597879" y="2841820"/>
              <a:ext cx="32085" cy="42522"/>
            </a:xfrm>
            <a:custGeom>
              <a:avLst/>
              <a:gdLst/>
              <a:ahLst/>
              <a:cxnLst/>
              <a:rect l="l" t="t" r="r" b="b"/>
              <a:pathLst>
                <a:path w="953" h="1263" extrusionOk="0">
                  <a:moveTo>
                    <a:pt x="0" y="0"/>
                  </a:moveTo>
                  <a:cubicBezTo>
                    <a:pt x="119" y="405"/>
                    <a:pt x="191" y="834"/>
                    <a:pt x="215" y="1262"/>
                  </a:cubicBezTo>
                  <a:lnTo>
                    <a:pt x="953" y="1262"/>
                  </a:lnTo>
                  <a:cubicBezTo>
                    <a:pt x="834" y="714"/>
                    <a:pt x="477" y="26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5"/>
            <p:cNvSpPr/>
            <p:nvPr/>
          </p:nvSpPr>
          <p:spPr>
            <a:xfrm>
              <a:off x="7511287" y="2841820"/>
              <a:ext cx="32085" cy="42522"/>
            </a:xfrm>
            <a:custGeom>
              <a:avLst/>
              <a:gdLst/>
              <a:ahLst/>
              <a:cxnLst/>
              <a:rect l="l" t="t" r="r" b="b"/>
              <a:pathLst>
                <a:path w="953" h="1263" extrusionOk="0">
                  <a:moveTo>
                    <a:pt x="953" y="0"/>
                  </a:moveTo>
                  <a:lnTo>
                    <a:pt x="953" y="0"/>
                  </a:lnTo>
                  <a:cubicBezTo>
                    <a:pt x="477" y="262"/>
                    <a:pt x="96" y="714"/>
                    <a:pt x="0" y="1262"/>
                  </a:cubicBezTo>
                  <a:lnTo>
                    <a:pt x="739" y="1262"/>
                  </a:lnTo>
                  <a:cubicBezTo>
                    <a:pt x="762" y="834"/>
                    <a:pt x="834" y="405"/>
                    <a:pt x="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5"/>
            <p:cNvSpPr/>
            <p:nvPr/>
          </p:nvSpPr>
          <p:spPr>
            <a:xfrm>
              <a:off x="7559397" y="2835390"/>
              <a:ext cx="22456" cy="48953"/>
            </a:xfrm>
            <a:custGeom>
              <a:avLst/>
              <a:gdLst/>
              <a:ahLst/>
              <a:cxnLst/>
              <a:rect l="l" t="t" r="r" b="b"/>
              <a:pathLst>
                <a:path w="667" h="1454" extrusionOk="0">
                  <a:moveTo>
                    <a:pt x="334" y="1"/>
                  </a:moveTo>
                  <a:cubicBezTo>
                    <a:pt x="143" y="477"/>
                    <a:pt x="24" y="953"/>
                    <a:pt x="0" y="1453"/>
                  </a:cubicBezTo>
                  <a:lnTo>
                    <a:pt x="667" y="1453"/>
                  </a:lnTo>
                  <a:cubicBezTo>
                    <a:pt x="619" y="953"/>
                    <a:pt x="524" y="477"/>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5"/>
            <p:cNvSpPr/>
            <p:nvPr/>
          </p:nvSpPr>
          <p:spPr>
            <a:xfrm>
              <a:off x="7597879" y="2907539"/>
              <a:ext cx="32085" cy="42522"/>
            </a:xfrm>
            <a:custGeom>
              <a:avLst/>
              <a:gdLst/>
              <a:ahLst/>
              <a:cxnLst/>
              <a:rect l="l" t="t" r="r" b="b"/>
              <a:pathLst>
                <a:path w="953" h="1263" extrusionOk="0">
                  <a:moveTo>
                    <a:pt x="215" y="1"/>
                  </a:moveTo>
                  <a:cubicBezTo>
                    <a:pt x="191" y="429"/>
                    <a:pt x="119" y="858"/>
                    <a:pt x="0" y="1263"/>
                  </a:cubicBezTo>
                  <a:cubicBezTo>
                    <a:pt x="477" y="1025"/>
                    <a:pt x="834" y="549"/>
                    <a:pt x="9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5"/>
            <p:cNvSpPr/>
            <p:nvPr/>
          </p:nvSpPr>
          <p:spPr>
            <a:xfrm>
              <a:off x="7559397" y="2907539"/>
              <a:ext cx="22456" cy="48953"/>
            </a:xfrm>
            <a:custGeom>
              <a:avLst/>
              <a:gdLst/>
              <a:ahLst/>
              <a:cxnLst/>
              <a:rect l="l" t="t" r="r" b="b"/>
              <a:pathLst>
                <a:path w="667" h="1454" extrusionOk="0">
                  <a:moveTo>
                    <a:pt x="0" y="1"/>
                  </a:moveTo>
                  <a:cubicBezTo>
                    <a:pt x="24" y="501"/>
                    <a:pt x="143" y="977"/>
                    <a:pt x="334" y="1454"/>
                  </a:cubicBezTo>
                  <a:cubicBezTo>
                    <a:pt x="524" y="977"/>
                    <a:pt x="619" y="501"/>
                    <a:pt x="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5"/>
            <p:cNvSpPr/>
            <p:nvPr/>
          </p:nvSpPr>
          <p:spPr>
            <a:xfrm>
              <a:off x="7385405" y="2751222"/>
              <a:ext cx="367245" cy="399297"/>
            </a:xfrm>
            <a:custGeom>
              <a:avLst/>
              <a:gdLst/>
              <a:ahLst/>
              <a:cxnLst/>
              <a:rect l="l" t="t" r="r" b="b"/>
              <a:pathLst>
                <a:path w="10908" h="11860" extrusionOk="0">
                  <a:moveTo>
                    <a:pt x="3072" y="1500"/>
                  </a:moveTo>
                  <a:lnTo>
                    <a:pt x="3072" y="2191"/>
                  </a:lnTo>
                  <a:lnTo>
                    <a:pt x="1382" y="2191"/>
                  </a:lnTo>
                  <a:lnTo>
                    <a:pt x="1382" y="1500"/>
                  </a:lnTo>
                  <a:close/>
                  <a:moveTo>
                    <a:pt x="2072" y="2977"/>
                  </a:moveTo>
                  <a:lnTo>
                    <a:pt x="2072" y="5620"/>
                  </a:lnTo>
                  <a:lnTo>
                    <a:pt x="1382" y="5620"/>
                  </a:lnTo>
                  <a:lnTo>
                    <a:pt x="1382" y="2977"/>
                  </a:lnTo>
                  <a:close/>
                  <a:moveTo>
                    <a:pt x="5499" y="1828"/>
                  </a:moveTo>
                  <a:cubicBezTo>
                    <a:pt x="6710" y="1828"/>
                    <a:pt x="7919" y="2655"/>
                    <a:pt x="7978" y="4310"/>
                  </a:cubicBezTo>
                  <a:cubicBezTo>
                    <a:pt x="7978" y="5668"/>
                    <a:pt x="6883" y="6787"/>
                    <a:pt x="5502" y="6787"/>
                  </a:cubicBezTo>
                  <a:cubicBezTo>
                    <a:pt x="4120" y="6787"/>
                    <a:pt x="3001" y="5668"/>
                    <a:pt x="3001" y="4310"/>
                  </a:cubicBezTo>
                  <a:cubicBezTo>
                    <a:pt x="3072" y="2655"/>
                    <a:pt x="4287" y="1828"/>
                    <a:pt x="5499" y="1828"/>
                  </a:cubicBezTo>
                  <a:close/>
                  <a:moveTo>
                    <a:pt x="3072" y="6573"/>
                  </a:moveTo>
                  <a:lnTo>
                    <a:pt x="3072" y="7263"/>
                  </a:lnTo>
                  <a:lnTo>
                    <a:pt x="1382" y="7263"/>
                  </a:lnTo>
                  <a:lnTo>
                    <a:pt x="1382" y="6573"/>
                  </a:lnTo>
                  <a:close/>
                  <a:moveTo>
                    <a:pt x="4216" y="7978"/>
                  </a:moveTo>
                  <a:lnTo>
                    <a:pt x="4216" y="8668"/>
                  </a:lnTo>
                  <a:lnTo>
                    <a:pt x="1382" y="8668"/>
                  </a:lnTo>
                  <a:lnTo>
                    <a:pt x="1382" y="7978"/>
                  </a:lnTo>
                  <a:close/>
                  <a:moveTo>
                    <a:pt x="7883" y="7978"/>
                  </a:moveTo>
                  <a:lnTo>
                    <a:pt x="7883" y="8668"/>
                  </a:lnTo>
                  <a:lnTo>
                    <a:pt x="5144" y="8668"/>
                  </a:lnTo>
                  <a:lnTo>
                    <a:pt x="5144" y="7978"/>
                  </a:lnTo>
                  <a:close/>
                  <a:moveTo>
                    <a:pt x="4216" y="9359"/>
                  </a:moveTo>
                  <a:lnTo>
                    <a:pt x="4216" y="10050"/>
                  </a:lnTo>
                  <a:lnTo>
                    <a:pt x="1382" y="10050"/>
                  </a:lnTo>
                  <a:lnTo>
                    <a:pt x="1382" y="9359"/>
                  </a:lnTo>
                  <a:close/>
                  <a:moveTo>
                    <a:pt x="7883" y="9359"/>
                  </a:moveTo>
                  <a:lnTo>
                    <a:pt x="7883" y="10050"/>
                  </a:lnTo>
                  <a:lnTo>
                    <a:pt x="5144" y="10050"/>
                  </a:lnTo>
                  <a:lnTo>
                    <a:pt x="5144" y="9359"/>
                  </a:lnTo>
                  <a:close/>
                  <a:moveTo>
                    <a:pt x="0" y="0"/>
                  </a:moveTo>
                  <a:lnTo>
                    <a:pt x="0" y="9812"/>
                  </a:lnTo>
                  <a:cubicBezTo>
                    <a:pt x="0" y="10955"/>
                    <a:pt x="905" y="11860"/>
                    <a:pt x="2048" y="11860"/>
                  </a:cubicBezTo>
                  <a:lnTo>
                    <a:pt x="10907" y="11860"/>
                  </a:lnTo>
                  <a:cubicBezTo>
                    <a:pt x="10360" y="11860"/>
                    <a:pt x="9883" y="11598"/>
                    <a:pt x="9574" y="11169"/>
                  </a:cubicBezTo>
                  <a:cubicBezTo>
                    <a:pt x="9383" y="10907"/>
                    <a:pt x="9264" y="10574"/>
                    <a:pt x="9264" y="10216"/>
                  </a:cubicBezTo>
                  <a:lnTo>
                    <a:pt x="9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5"/>
            <p:cNvSpPr/>
            <p:nvPr/>
          </p:nvSpPr>
          <p:spPr>
            <a:xfrm>
              <a:off x="7720529" y="3000561"/>
              <a:ext cx="64170" cy="126724"/>
            </a:xfrm>
            <a:custGeom>
              <a:avLst/>
              <a:gdLst/>
              <a:ahLst/>
              <a:cxnLst/>
              <a:rect l="l" t="t" r="r" b="b"/>
              <a:pathLst>
                <a:path w="1906" h="3764" extrusionOk="0">
                  <a:moveTo>
                    <a:pt x="1" y="0"/>
                  </a:moveTo>
                  <a:lnTo>
                    <a:pt x="1" y="2810"/>
                  </a:lnTo>
                  <a:cubicBezTo>
                    <a:pt x="1" y="3334"/>
                    <a:pt x="430" y="3763"/>
                    <a:pt x="930" y="3763"/>
                  </a:cubicBezTo>
                  <a:cubicBezTo>
                    <a:pt x="944" y="3764"/>
                    <a:pt x="959" y="3764"/>
                    <a:pt x="973" y="3764"/>
                  </a:cubicBezTo>
                  <a:cubicBezTo>
                    <a:pt x="1500" y="3764"/>
                    <a:pt x="1906" y="3344"/>
                    <a:pt x="1906" y="2810"/>
                  </a:cubicBezTo>
                  <a:lnTo>
                    <a:pt x="1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 name="Google Shape;1517;p75"/>
          <p:cNvGrpSpPr/>
          <p:nvPr/>
        </p:nvGrpSpPr>
        <p:grpSpPr>
          <a:xfrm>
            <a:off x="6727142" y="2804517"/>
            <a:ext cx="413738" cy="293075"/>
            <a:chOff x="6727142" y="2804517"/>
            <a:chExt cx="413738" cy="293075"/>
          </a:xfrm>
        </p:grpSpPr>
        <p:sp>
          <p:nvSpPr>
            <p:cNvPr id="1518" name="Google Shape;1518;p75"/>
            <p:cNvSpPr/>
            <p:nvPr/>
          </p:nvSpPr>
          <p:spPr>
            <a:xfrm>
              <a:off x="6727142" y="2834582"/>
              <a:ext cx="133121" cy="240588"/>
            </a:xfrm>
            <a:custGeom>
              <a:avLst/>
              <a:gdLst/>
              <a:ahLst/>
              <a:cxnLst/>
              <a:rect l="l" t="t" r="r" b="b"/>
              <a:pathLst>
                <a:path w="3954" h="7146" extrusionOk="0">
                  <a:moveTo>
                    <a:pt x="1715" y="3073"/>
                  </a:moveTo>
                  <a:lnTo>
                    <a:pt x="2477" y="4906"/>
                  </a:lnTo>
                  <a:lnTo>
                    <a:pt x="929" y="4906"/>
                  </a:lnTo>
                  <a:lnTo>
                    <a:pt x="1715" y="3073"/>
                  </a:lnTo>
                  <a:close/>
                  <a:moveTo>
                    <a:pt x="1715" y="1"/>
                  </a:moveTo>
                  <a:cubicBezTo>
                    <a:pt x="334" y="25"/>
                    <a:pt x="1" y="1882"/>
                    <a:pt x="1239" y="2430"/>
                  </a:cubicBezTo>
                  <a:lnTo>
                    <a:pt x="191" y="4883"/>
                  </a:lnTo>
                  <a:lnTo>
                    <a:pt x="191" y="5645"/>
                  </a:lnTo>
                  <a:cubicBezTo>
                    <a:pt x="191" y="6478"/>
                    <a:pt x="882" y="7145"/>
                    <a:pt x="1715" y="7145"/>
                  </a:cubicBezTo>
                  <a:cubicBezTo>
                    <a:pt x="2549" y="7145"/>
                    <a:pt x="3239" y="6478"/>
                    <a:pt x="3239" y="5645"/>
                  </a:cubicBezTo>
                  <a:lnTo>
                    <a:pt x="3239" y="4883"/>
                  </a:lnTo>
                  <a:lnTo>
                    <a:pt x="2192" y="2430"/>
                  </a:lnTo>
                  <a:cubicBezTo>
                    <a:pt x="2549" y="2263"/>
                    <a:pt x="2811" y="1977"/>
                    <a:pt x="2906" y="1620"/>
                  </a:cubicBezTo>
                  <a:lnTo>
                    <a:pt x="3954" y="1620"/>
                  </a:lnTo>
                  <a:lnTo>
                    <a:pt x="3954" y="906"/>
                  </a:lnTo>
                  <a:lnTo>
                    <a:pt x="2930" y="906"/>
                  </a:lnTo>
                  <a:cubicBezTo>
                    <a:pt x="2763" y="406"/>
                    <a:pt x="2287" y="1"/>
                    <a:pt x="1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75"/>
            <p:cNvSpPr/>
            <p:nvPr/>
          </p:nvSpPr>
          <p:spPr>
            <a:xfrm>
              <a:off x="7007759" y="2834582"/>
              <a:ext cx="133121" cy="240588"/>
            </a:xfrm>
            <a:custGeom>
              <a:avLst/>
              <a:gdLst/>
              <a:ahLst/>
              <a:cxnLst/>
              <a:rect l="l" t="t" r="r" b="b"/>
              <a:pathLst>
                <a:path w="3954" h="7146" extrusionOk="0">
                  <a:moveTo>
                    <a:pt x="2216" y="3073"/>
                  </a:moveTo>
                  <a:lnTo>
                    <a:pt x="3001" y="4906"/>
                  </a:lnTo>
                  <a:lnTo>
                    <a:pt x="1453" y="4906"/>
                  </a:lnTo>
                  <a:lnTo>
                    <a:pt x="2216" y="3073"/>
                  </a:lnTo>
                  <a:close/>
                  <a:moveTo>
                    <a:pt x="2216" y="1"/>
                  </a:moveTo>
                  <a:cubicBezTo>
                    <a:pt x="1644" y="1"/>
                    <a:pt x="1168" y="406"/>
                    <a:pt x="1001" y="906"/>
                  </a:cubicBezTo>
                  <a:lnTo>
                    <a:pt x="1" y="906"/>
                  </a:lnTo>
                  <a:lnTo>
                    <a:pt x="1" y="1620"/>
                  </a:lnTo>
                  <a:lnTo>
                    <a:pt x="1001" y="1620"/>
                  </a:lnTo>
                  <a:cubicBezTo>
                    <a:pt x="1120" y="1977"/>
                    <a:pt x="1382" y="2263"/>
                    <a:pt x="1739" y="2430"/>
                  </a:cubicBezTo>
                  <a:lnTo>
                    <a:pt x="691" y="4883"/>
                  </a:lnTo>
                  <a:lnTo>
                    <a:pt x="691" y="5645"/>
                  </a:lnTo>
                  <a:cubicBezTo>
                    <a:pt x="691" y="6478"/>
                    <a:pt x="1382" y="7145"/>
                    <a:pt x="2216" y="7145"/>
                  </a:cubicBezTo>
                  <a:cubicBezTo>
                    <a:pt x="3049" y="7145"/>
                    <a:pt x="3740" y="6478"/>
                    <a:pt x="3740" y="5645"/>
                  </a:cubicBezTo>
                  <a:lnTo>
                    <a:pt x="3740" y="4883"/>
                  </a:lnTo>
                  <a:lnTo>
                    <a:pt x="2692" y="2430"/>
                  </a:lnTo>
                  <a:cubicBezTo>
                    <a:pt x="3954" y="1882"/>
                    <a:pt x="3597" y="25"/>
                    <a:pt x="2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5"/>
            <p:cNvSpPr/>
            <p:nvPr/>
          </p:nvSpPr>
          <p:spPr>
            <a:xfrm>
              <a:off x="6866659" y="2889123"/>
              <a:ext cx="141134" cy="208469"/>
            </a:xfrm>
            <a:custGeom>
              <a:avLst/>
              <a:gdLst/>
              <a:ahLst/>
              <a:cxnLst/>
              <a:rect l="l" t="t" r="r" b="b"/>
              <a:pathLst>
                <a:path w="4192" h="6192" extrusionOk="0">
                  <a:moveTo>
                    <a:pt x="2739" y="0"/>
                  </a:moveTo>
                  <a:cubicBezTo>
                    <a:pt x="2576" y="794"/>
                    <a:pt x="1862" y="1382"/>
                    <a:pt x="1026" y="1382"/>
                  </a:cubicBezTo>
                  <a:cubicBezTo>
                    <a:pt x="1010" y="1382"/>
                    <a:pt x="993" y="1382"/>
                    <a:pt x="977" y="1381"/>
                  </a:cubicBezTo>
                  <a:lnTo>
                    <a:pt x="0" y="1381"/>
                  </a:lnTo>
                  <a:lnTo>
                    <a:pt x="834" y="2215"/>
                  </a:lnTo>
                  <a:lnTo>
                    <a:pt x="834" y="6192"/>
                  </a:lnTo>
                  <a:lnTo>
                    <a:pt x="4192" y="6192"/>
                  </a:lnTo>
                  <a:lnTo>
                    <a:pt x="41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5"/>
            <p:cNvSpPr/>
            <p:nvPr/>
          </p:nvSpPr>
          <p:spPr>
            <a:xfrm>
              <a:off x="6860229" y="2804517"/>
              <a:ext cx="147565" cy="60568"/>
            </a:xfrm>
            <a:custGeom>
              <a:avLst/>
              <a:gdLst/>
              <a:ahLst/>
              <a:cxnLst/>
              <a:rect l="l" t="t" r="r" b="b"/>
              <a:pathLst>
                <a:path w="4383" h="1799" extrusionOk="0">
                  <a:moveTo>
                    <a:pt x="1033" y="0"/>
                  </a:moveTo>
                  <a:cubicBezTo>
                    <a:pt x="478" y="0"/>
                    <a:pt x="1" y="449"/>
                    <a:pt x="1" y="1037"/>
                  </a:cubicBezTo>
                  <a:lnTo>
                    <a:pt x="1" y="1799"/>
                  </a:lnTo>
                  <a:lnTo>
                    <a:pt x="4383" y="1799"/>
                  </a:lnTo>
                  <a:cubicBezTo>
                    <a:pt x="4383" y="1060"/>
                    <a:pt x="3835" y="417"/>
                    <a:pt x="3073" y="298"/>
                  </a:cubicBezTo>
                  <a:lnTo>
                    <a:pt x="1192" y="13"/>
                  </a:lnTo>
                  <a:cubicBezTo>
                    <a:pt x="1138" y="4"/>
                    <a:pt x="1086" y="0"/>
                    <a:pt x="10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5"/>
            <p:cNvSpPr/>
            <p:nvPr/>
          </p:nvSpPr>
          <p:spPr>
            <a:xfrm>
              <a:off x="6860229" y="2889123"/>
              <a:ext cx="74607" cy="22456"/>
            </a:xfrm>
            <a:custGeom>
              <a:avLst/>
              <a:gdLst/>
              <a:ahLst/>
              <a:cxnLst/>
              <a:rect l="l" t="t" r="r" b="b"/>
              <a:pathLst>
                <a:path w="2216" h="667" extrusionOk="0">
                  <a:moveTo>
                    <a:pt x="1" y="0"/>
                  </a:moveTo>
                  <a:lnTo>
                    <a:pt x="1" y="667"/>
                  </a:lnTo>
                  <a:lnTo>
                    <a:pt x="1263" y="667"/>
                  </a:lnTo>
                  <a:cubicBezTo>
                    <a:pt x="1692" y="667"/>
                    <a:pt x="2073" y="381"/>
                    <a:pt x="2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 name="Google Shape;1523;p75"/>
          <p:cNvGrpSpPr/>
          <p:nvPr/>
        </p:nvGrpSpPr>
        <p:grpSpPr>
          <a:xfrm>
            <a:off x="6075310" y="2751222"/>
            <a:ext cx="373676" cy="399295"/>
            <a:chOff x="6075310" y="2751222"/>
            <a:chExt cx="373676" cy="399295"/>
          </a:xfrm>
        </p:grpSpPr>
        <p:sp>
          <p:nvSpPr>
            <p:cNvPr id="1524" name="Google Shape;1524;p75"/>
            <p:cNvSpPr/>
            <p:nvPr/>
          </p:nvSpPr>
          <p:spPr>
            <a:xfrm>
              <a:off x="6165101" y="2751222"/>
              <a:ext cx="81004" cy="125108"/>
            </a:xfrm>
            <a:custGeom>
              <a:avLst/>
              <a:gdLst/>
              <a:ahLst/>
              <a:cxnLst/>
              <a:rect l="l" t="t" r="r" b="b"/>
              <a:pathLst>
                <a:path w="2406" h="3716" extrusionOk="0">
                  <a:moveTo>
                    <a:pt x="2406" y="0"/>
                  </a:moveTo>
                  <a:cubicBezTo>
                    <a:pt x="1049" y="167"/>
                    <a:pt x="1" y="1334"/>
                    <a:pt x="1" y="2715"/>
                  </a:cubicBezTo>
                  <a:cubicBezTo>
                    <a:pt x="1" y="3072"/>
                    <a:pt x="72" y="3405"/>
                    <a:pt x="191" y="3715"/>
                  </a:cubicBezTo>
                  <a:cubicBezTo>
                    <a:pt x="620" y="3477"/>
                    <a:pt x="1954" y="2739"/>
                    <a:pt x="2406" y="2501"/>
                  </a:cubicBezTo>
                  <a:lnTo>
                    <a:pt x="24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5"/>
            <p:cNvSpPr/>
            <p:nvPr/>
          </p:nvSpPr>
          <p:spPr>
            <a:xfrm>
              <a:off x="6269335" y="2751222"/>
              <a:ext cx="96255" cy="125108"/>
            </a:xfrm>
            <a:custGeom>
              <a:avLst/>
              <a:gdLst/>
              <a:ahLst/>
              <a:cxnLst/>
              <a:rect l="l" t="t" r="r" b="b"/>
              <a:pathLst>
                <a:path w="2859" h="3716" extrusionOk="0">
                  <a:moveTo>
                    <a:pt x="1" y="0"/>
                  </a:moveTo>
                  <a:lnTo>
                    <a:pt x="1" y="2501"/>
                  </a:lnTo>
                  <a:cubicBezTo>
                    <a:pt x="453" y="2762"/>
                    <a:pt x="1787" y="3477"/>
                    <a:pt x="2215" y="3715"/>
                  </a:cubicBezTo>
                  <a:cubicBezTo>
                    <a:pt x="2858" y="2072"/>
                    <a:pt x="1715" y="191"/>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5"/>
            <p:cNvSpPr/>
            <p:nvPr/>
          </p:nvSpPr>
          <p:spPr>
            <a:xfrm>
              <a:off x="6182742" y="2862660"/>
              <a:ext cx="63362" cy="71375"/>
            </a:xfrm>
            <a:custGeom>
              <a:avLst/>
              <a:gdLst/>
              <a:ahLst/>
              <a:cxnLst/>
              <a:rect l="l" t="t" r="r" b="b"/>
              <a:pathLst>
                <a:path w="1882" h="2120" extrusionOk="0">
                  <a:moveTo>
                    <a:pt x="1882" y="0"/>
                  </a:moveTo>
                  <a:cubicBezTo>
                    <a:pt x="1644" y="119"/>
                    <a:pt x="1" y="1000"/>
                    <a:pt x="1" y="1000"/>
                  </a:cubicBezTo>
                  <a:cubicBezTo>
                    <a:pt x="429" y="1596"/>
                    <a:pt x="1096" y="2024"/>
                    <a:pt x="1882" y="2120"/>
                  </a:cubicBezTo>
                  <a:lnTo>
                    <a:pt x="18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5"/>
            <p:cNvSpPr/>
            <p:nvPr/>
          </p:nvSpPr>
          <p:spPr>
            <a:xfrm>
              <a:off x="6269335" y="2862660"/>
              <a:ext cx="63362" cy="71375"/>
            </a:xfrm>
            <a:custGeom>
              <a:avLst/>
              <a:gdLst/>
              <a:ahLst/>
              <a:cxnLst/>
              <a:rect l="l" t="t" r="r" b="b"/>
              <a:pathLst>
                <a:path w="1882" h="2120" extrusionOk="0">
                  <a:moveTo>
                    <a:pt x="1" y="0"/>
                  </a:moveTo>
                  <a:lnTo>
                    <a:pt x="1" y="2120"/>
                  </a:lnTo>
                  <a:cubicBezTo>
                    <a:pt x="763" y="2024"/>
                    <a:pt x="1429" y="1596"/>
                    <a:pt x="1882" y="1000"/>
                  </a:cubicBezTo>
                  <a:cubicBezTo>
                    <a:pt x="1715" y="929"/>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5"/>
            <p:cNvSpPr/>
            <p:nvPr/>
          </p:nvSpPr>
          <p:spPr>
            <a:xfrm>
              <a:off x="6075310" y="2984536"/>
              <a:ext cx="373676" cy="165981"/>
            </a:xfrm>
            <a:custGeom>
              <a:avLst/>
              <a:gdLst/>
              <a:ahLst/>
              <a:cxnLst/>
              <a:rect l="l" t="t" r="r" b="b"/>
              <a:pathLst>
                <a:path w="11099" h="4930" extrusionOk="0">
                  <a:moveTo>
                    <a:pt x="1" y="0"/>
                  </a:moveTo>
                  <a:lnTo>
                    <a:pt x="1" y="2834"/>
                  </a:lnTo>
                  <a:lnTo>
                    <a:pt x="953" y="2834"/>
                  </a:lnTo>
                  <a:lnTo>
                    <a:pt x="4001" y="4930"/>
                  </a:lnTo>
                  <a:lnTo>
                    <a:pt x="8169" y="4930"/>
                  </a:lnTo>
                  <a:lnTo>
                    <a:pt x="11098" y="2739"/>
                  </a:lnTo>
                  <a:cubicBezTo>
                    <a:pt x="10798" y="2353"/>
                    <a:pt x="10344" y="2147"/>
                    <a:pt x="9889" y="2147"/>
                  </a:cubicBezTo>
                  <a:cubicBezTo>
                    <a:pt x="9586" y="2147"/>
                    <a:pt x="9283" y="2239"/>
                    <a:pt x="9026" y="2429"/>
                  </a:cubicBezTo>
                  <a:lnTo>
                    <a:pt x="7740" y="3405"/>
                  </a:lnTo>
                  <a:lnTo>
                    <a:pt x="5954" y="3405"/>
                  </a:lnTo>
                  <a:lnTo>
                    <a:pt x="5954" y="3382"/>
                  </a:lnTo>
                  <a:cubicBezTo>
                    <a:pt x="5967" y="3382"/>
                    <a:pt x="5980" y="3383"/>
                    <a:pt x="5993" y="3383"/>
                  </a:cubicBezTo>
                  <a:cubicBezTo>
                    <a:pt x="6383" y="3383"/>
                    <a:pt x="6740" y="3035"/>
                    <a:pt x="6740" y="2620"/>
                  </a:cubicBezTo>
                  <a:cubicBezTo>
                    <a:pt x="6740" y="2429"/>
                    <a:pt x="6669" y="2215"/>
                    <a:pt x="6502" y="2072"/>
                  </a:cubicBezTo>
                  <a:lnTo>
                    <a:pt x="4954" y="524"/>
                  </a:lnTo>
                  <a:cubicBezTo>
                    <a:pt x="4621" y="191"/>
                    <a:pt x="4168" y="0"/>
                    <a:pt x="3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 name="Google Shape;1529;p75"/>
          <p:cNvGrpSpPr/>
          <p:nvPr/>
        </p:nvGrpSpPr>
        <p:grpSpPr>
          <a:xfrm>
            <a:off x="5479601" y="2129622"/>
            <a:ext cx="242170" cy="399532"/>
            <a:chOff x="5479601" y="2129622"/>
            <a:chExt cx="242170" cy="399532"/>
          </a:xfrm>
        </p:grpSpPr>
        <p:sp>
          <p:nvSpPr>
            <p:cNvPr id="1530" name="Google Shape;1530;p75"/>
            <p:cNvSpPr/>
            <p:nvPr/>
          </p:nvSpPr>
          <p:spPr>
            <a:xfrm>
              <a:off x="5479601" y="2129622"/>
              <a:ext cx="43330" cy="73193"/>
            </a:xfrm>
            <a:custGeom>
              <a:avLst/>
              <a:gdLst/>
              <a:ahLst/>
              <a:cxnLst/>
              <a:rect l="l" t="t" r="r" b="b"/>
              <a:pathLst>
                <a:path w="1287" h="2174" extrusionOk="0">
                  <a:moveTo>
                    <a:pt x="643" y="1"/>
                  </a:moveTo>
                  <a:cubicBezTo>
                    <a:pt x="334" y="1"/>
                    <a:pt x="24" y="209"/>
                    <a:pt x="0" y="626"/>
                  </a:cubicBezTo>
                  <a:lnTo>
                    <a:pt x="0" y="2174"/>
                  </a:lnTo>
                  <a:lnTo>
                    <a:pt x="1286" y="2174"/>
                  </a:lnTo>
                  <a:lnTo>
                    <a:pt x="1286" y="626"/>
                  </a:lnTo>
                  <a:cubicBezTo>
                    <a:pt x="1263" y="209"/>
                    <a:pt x="953" y="1"/>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5"/>
            <p:cNvSpPr/>
            <p:nvPr/>
          </p:nvSpPr>
          <p:spPr>
            <a:xfrm>
              <a:off x="5479601" y="2226854"/>
              <a:ext cx="108275" cy="54541"/>
            </a:xfrm>
            <a:custGeom>
              <a:avLst/>
              <a:gdLst/>
              <a:ahLst/>
              <a:cxnLst/>
              <a:rect l="l" t="t" r="r" b="b"/>
              <a:pathLst>
                <a:path w="3216" h="1620" extrusionOk="0">
                  <a:moveTo>
                    <a:pt x="0" y="0"/>
                  </a:moveTo>
                  <a:lnTo>
                    <a:pt x="0" y="1620"/>
                  </a:lnTo>
                  <a:lnTo>
                    <a:pt x="1286" y="1620"/>
                  </a:lnTo>
                  <a:cubicBezTo>
                    <a:pt x="2239" y="1620"/>
                    <a:pt x="3049" y="905"/>
                    <a:pt x="3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5"/>
            <p:cNvSpPr/>
            <p:nvPr/>
          </p:nvSpPr>
          <p:spPr>
            <a:xfrm>
              <a:off x="5489230" y="2235674"/>
              <a:ext cx="232541" cy="293480"/>
            </a:xfrm>
            <a:custGeom>
              <a:avLst/>
              <a:gdLst/>
              <a:ahLst/>
              <a:cxnLst/>
              <a:rect l="l" t="t" r="r" b="b"/>
              <a:pathLst>
                <a:path w="6907" h="8717" extrusionOk="0">
                  <a:moveTo>
                    <a:pt x="3596" y="0"/>
                  </a:moveTo>
                  <a:cubicBezTo>
                    <a:pt x="3453" y="524"/>
                    <a:pt x="3167" y="1001"/>
                    <a:pt x="2786" y="1358"/>
                  </a:cubicBezTo>
                  <a:cubicBezTo>
                    <a:pt x="3620" y="1810"/>
                    <a:pt x="4191" y="2763"/>
                    <a:pt x="4144" y="3739"/>
                  </a:cubicBezTo>
                  <a:lnTo>
                    <a:pt x="3453" y="3739"/>
                  </a:lnTo>
                  <a:cubicBezTo>
                    <a:pt x="3501" y="2882"/>
                    <a:pt x="2929" y="2072"/>
                    <a:pt x="2072" y="1810"/>
                  </a:cubicBezTo>
                  <a:cubicBezTo>
                    <a:pt x="1739" y="1977"/>
                    <a:pt x="1381" y="2048"/>
                    <a:pt x="1000" y="2048"/>
                  </a:cubicBezTo>
                  <a:lnTo>
                    <a:pt x="0" y="2048"/>
                  </a:lnTo>
                  <a:lnTo>
                    <a:pt x="1238" y="3954"/>
                  </a:lnTo>
                  <a:lnTo>
                    <a:pt x="1238" y="8716"/>
                  </a:lnTo>
                  <a:lnTo>
                    <a:pt x="5858" y="8716"/>
                  </a:lnTo>
                  <a:lnTo>
                    <a:pt x="5858" y="3954"/>
                  </a:lnTo>
                  <a:lnTo>
                    <a:pt x="6906" y="2453"/>
                  </a:lnTo>
                  <a:lnTo>
                    <a:pt x="6906" y="929"/>
                  </a:lnTo>
                  <a:cubicBezTo>
                    <a:pt x="6716" y="1024"/>
                    <a:pt x="6501" y="1096"/>
                    <a:pt x="6263" y="1096"/>
                  </a:cubicBezTo>
                  <a:cubicBezTo>
                    <a:pt x="5620" y="1096"/>
                    <a:pt x="5096" y="620"/>
                    <a:pt x="4954" y="24"/>
                  </a:cubicBezTo>
                  <a:cubicBezTo>
                    <a:pt x="4756" y="140"/>
                    <a:pt x="4519" y="200"/>
                    <a:pt x="4283" y="200"/>
                  </a:cubicBezTo>
                  <a:cubicBezTo>
                    <a:pt x="4036" y="200"/>
                    <a:pt x="3791" y="134"/>
                    <a:pt x="3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5"/>
            <p:cNvSpPr/>
            <p:nvPr/>
          </p:nvSpPr>
          <p:spPr>
            <a:xfrm>
              <a:off x="5546128" y="2129622"/>
              <a:ext cx="42556" cy="73193"/>
            </a:xfrm>
            <a:custGeom>
              <a:avLst/>
              <a:gdLst/>
              <a:ahLst/>
              <a:cxnLst/>
              <a:rect l="l" t="t" r="r" b="b"/>
              <a:pathLst>
                <a:path w="1264" h="2174" extrusionOk="0">
                  <a:moveTo>
                    <a:pt x="632" y="1"/>
                  </a:moveTo>
                  <a:cubicBezTo>
                    <a:pt x="322" y="1"/>
                    <a:pt x="13" y="209"/>
                    <a:pt x="1" y="626"/>
                  </a:cubicBezTo>
                  <a:lnTo>
                    <a:pt x="1" y="2174"/>
                  </a:lnTo>
                  <a:lnTo>
                    <a:pt x="1263" y="2174"/>
                  </a:lnTo>
                  <a:lnTo>
                    <a:pt x="1263" y="626"/>
                  </a:lnTo>
                  <a:cubicBezTo>
                    <a:pt x="1251" y="209"/>
                    <a:pt x="942" y="1"/>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5"/>
            <p:cNvSpPr/>
            <p:nvPr/>
          </p:nvSpPr>
          <p:spPr>
            <a:xfrm>
              <a:off x="5678440" y="2180359"/>
              <a:ext cx="43330" cy="68177"/>
            </a:xfrm>
            <a:custGeom>
              <a:avLst/>
              <a:gdLst/>
              <a:ahLst/>
              <a:cxnLst/>
              <a:rect l="l" t="t" r="r" b="b"/>
              <a:pathLst>
                <a:path w="1287" h="2025" extrusionOk="0">
                  <a:moveTo>
                    <a:pt x="643" y="0"/>
                  </a:moveTo>
                  <a:cubicBezTo>
                    <a:pt x="334" y="0"/>
                    <a:pt x="24" y="215"/>
                    <a:pt x="0" y="643"/>
                  </a:cubicBezTo>
                  <a:cubicBezTo>
                    <a:pt x="0" y="834"/>
                    <a:pt x="0" y="1215"/>
                    <a:pt x="0" y="1405"/>
                  </a:cubicBezTo>
                  <a:cubicBezTo>
                    <a:pt x="0" y="1739"/>
                    <a:pt x="286" y="2024"/>
                    <a:pt x="643" y="2024"/>
                  </a:cubicBezTo>
                  <a:cubicBezTo>
                    <a:pt x="1001" y="2024"/>
                    <a:pt x="1286" y="1739"/>
                    <a:pt x="1286" y="1405"/>
                  </a:cubicBezTo>
                  <a:lnTo>
                    <a:pt x="1286" y="643"/>
                  </a:lnTo>
                  <a:cubicBezTo>
                    <a:pt x="1263" y="215"/>
                    <a:pt x="953" y="0"/>
                    <a:pt x="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5"/>
            <p:cNvSpPr/>
            <p:nvPr/>
          </p:nvSpPr>
          <p:spPr>
            <a:xfrm>
              <a:off x="5612688" y="2139453"/>
              <a:ext cx="42522" cy="79422"/>
            </a:xfrm>
            <a:custGeom>
              <a:avLst/>
              <a:gdLst/>
              <a:ahLst/>
              <a:cxnLst/>
              <a:rect l="l" t="t" r="r" b="b"/>
              <a:pathLst>
                <a:path w="1263" h="2359" extrusionOk="0">
                  <a:moveTo>
                    <a:pt x="620" y="1"/>
                  </a:moveTo>
                  <a:cubicBezTo>
                    <a:pt x="286" y="1"/>
                    <a:pt x="1" y="286"/>
                    <a:pt x="1" y="644"/>
                  </a:cubicBezTo>
                  <a:lnTo>
                    <a:pt x="1" y="1739"/>
                  </a:lnTo>
                  <a:cubicBezTo>
                    <a:pt x="1" y="2073"/>
                    <a:pt x="286" y="2358"/>
                    <a:pt x="620" y="2358"/>
                  </a:cubicBezTo>
                  <a:cubicBezTo>
                    <a:pt x="977" y="2358"/>
                    <a:pt x="1263" y="2073"/>
                    <a:pt x="1263" y="1739"/>
                  </a:cubicBezTo>
                  <a:lnTo>
                    <a:pt x="1263" y="644"/>
                  </a:lnTo>
                  <a:cubicBezTo>
                    <a:pt x="1263" y="286"/>
                    <a:pt x="977" y="1"/>
                    <a:pt x="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 name="Google Shape;1536;p75"/>
          <p:cNvGrpSpPr/>
          <p:nvPr/>
        </p:nvGrpSpPr>
        <p:grpSpPr>
          <a:xfrm>
            <a:off x="2107318" y="4043641"/>
            <a:ext cx="331995" cy="400137"/>
            <a:chOff x="2107318" y="4043641"/>
            <a:chExt cx="331995" cy="400137"/>
          </a:xfrm>
        </p:grpSpPr>
        <p:sp>
          <p:nvSpPr>
            <p:cNvPr id="1537" name="Google Shape;1537;p75"/>
            <p:cNvSpPr/>
            <p:nvPr/>
          </p:nvSpPr>
          <p:spPr>
            <a:xfrm>
              <a:off x="2107318" y="4047648"/>
              <a:ext cx="46562" cy="365663"/>
            </a:xfrm>
            <a:custGeom>
              <a:avLst/>
              <a:gdLst/>
              <a:ahLst/>
              <a:cxnLst/>
              <a:rect l="l" t="t" r="r" b="b"/>
              <a:pathLst>
                <a:path w="1383" h="10861" extrusionOk="0">
                  <a:moveTo>
                    <a:pt x="1383" y="1"/>
                  </a:moveTo>
                  <a:cubicBezTo>
                    <a:pt x="573" y="287"/>
                    <a:pt x="2" y="1049"/>
                    <a:pt x="2" y="1954"/>
                  </a:cubicBezTo>
                  <a:lnTo>
                    <a:pt x="2" y="10770"/>
                  </a:lnTo>
                  <a:lnTo>
                    <a:pt x="2" y="10770"/>
                  </a:lnTo>
                  <a:cubicBezTo>
                    <a:pt x="24" y="10000"/>
                    <a:pt x="626" y="9356"/>
                    <a:pt x="1383" y="9265"/>
                  </a:cubicBezTo>
                  <a:lnTo>
                    <a:pt x="1383" y="1"/>
                  </a:lnTo>
                  <a:close/>
                  <a:moveTo>
                    <a:pt x="2" y="10770"/>
                  </a:moveTo>
                  <a:lnTo>
                    <a:pt x="2" y="10770"/>
                  </a:lnTo>
                  <a:cubicBezTo>
                    <a:pt x="1" y="10800"/>
                    <a:pt x="1" y="10830"/>
                    <a:pt x="2" y="10860"/>
                  </a:cubicBezTo>
                  <a:lnTo>
                    <a:pt x="2" y="1077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5"/>
            <p:cNvSpPr/>
            <p:nvPr/>
          </p:nvSpPr>
          <p:spPr>
            <a:xfrm>
              <a:off x="2177111" y="4311431"/>
              <a:ext cx="48145" cy="48145"/>
            </a:xfrm>
            <a:custGeom>
              <a:avLst/>
              <a:gdLst/>
              <a:ahLst/>
              <a:cxnLst/>
              <a:rect l="l" t="t" r="r" b="b"/>
              <a:pathLst>
                <a:path w="1430" h="1430" extrusionOk="0">
                  <a:moveTo>
                    <a:pt x="0" y="1"/>
                  </a:moveTo>
                  <a:lnTo>
                    <a:pt x="0" y="1430"/>
                  </a:lnTo>
                  <a:lnTo>
                    <a:pt x="1429" y="1430"/>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5"/>
            <p:cNvSpPr/>
            <p:nvPr/>
          </p:nvSpPr>
          <p:spPr>
            <a:xfrm>
              <a:off x="2177111" y="4043641"/>
              <a:ext cx="212509" cy="235774"/>
            </a:xfrm>
            <a:custGeom>
              <a:avLst/>
              <a:gdLst/>
              <a:ahLst/>
              <a:cxnLst/>
              <a:rect l="l" t="t" r="r" b="b"/>
              <a:pathLst>
                <a:path w="6312" h="7003" extrusionOk="0">
                  <a:moveTo>
                    <a:pt x="0" y="1"/>
                  </a:moveTo>
                  <a:lnTo>
                    <a:pt x="0" y="7002"/>
                  </a:lnTo>
                  <a:cubicBezTo>
                    <a:pt x="323" y="6768"/>
                    <a:pt x="699" y="6650"/>
                    <a:pt x="1075" y="6650"/>
                  </a:cubicBezTo>
                  <a:cubicBezTo>
                    <a:pt x="1309" y="6650"/>
                    <a:pt x="1543" y="6696"/>
                    <a:pt x="1763" y="6788"/>
                  </a:cubicBezTo>
                  <a:lnTo>
                    <a:pt x="1763" y="4264"/>
                  </a:lnTo>
                  <a:cubicBezTo>
                    <a:pt x="1763" y="3978"/>
                    <a:pt x="1882" y="3692"/>
                    <a:pt x="2096" y="3478"/>
                  </a:cubicBezTo>
                  <a:cubicBezTo>
                    <a:pt x="2312" y="3277"/>
                    <a:pt x="2605" y="3171"/>
                    <a:pt x="2893" y="3171"/>
                  </a:cubicBezTo>
                  <a:cubicBezTo>
                    <a:pt x="3082" y="3171"/>
                    <a:pt x="3269" y="3216"/>
                    <a:pt x="3430" y="3311"/>
                  </a:cubicBezTo>
                  <a:cubicBezTo>
                    <a:pt x="3633" y="2943"/>
                    <a:pt x="3997" y="2768"/>
                    <a:pt x="4363" y="2768"/>
                  </a:cubicBezTo>
                  <a:cubicBezTo>
                    <a:pt x="4898" y="2768"/>
                    <a:pt x="5435" y="3142"/>
                    <a:pt x="5478" y="3835"/>
                  </a:cubicBezTo>
                  <a:cubicBezTo>
                    <a:pt x="5609" y="3775"/>
                    <a:pt x="5752" y="3746"/>
                    <a:pt x="5895" y="3746"/>
                  </a:cubicBezTo>
                  <a:cubicBezTo>
                    <a:pt x="6037" y="3746"/>
                    <a:pt x="6180" y="3775"/>
                    <a:pt x="6311" y="3835"/>
                  </a:cubicBezTo>
                  <a:lnTo>
                    <a:pt x="631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5"/>
            <p:cNvSpPr/>
            <p:nvPr/>
          </p:nvSpPr>
          <p:spPr>
            <a:xfrm>
              <a:off x="2122603" y="4382805"/>
              <a:ext cx="150763" cy="60972"/>
            </a:xfrm>
            <a:custGeom>
              <a:avLst/>
              <a:gdLst/>
              <a:ahLst/>
              <a:cxnLst/>
              <a:rect l="l" t="t" r="r" b="b"/>
              <a:pathLst>
                <a:path w="4478" h="1811" extrusionOk="0">
                  <a:moveTo>
                    <a:pt x="1143" y="0"/>
                  </a:moveTo>
                  <a:cubicBezTo>
                    <a:pt x="810" y="0"/>
                    <a:pt x="524" y="167"/>
                    <a:pt x="381" y="429"/>
                  </a:cubicBezTo>
                  <a:cubicBezTo>
                    <a:pt x="0" y="1000"/>
                    <a:pt x="429" y="1810"/>
                    <a:pt x="1143" y="1810"/>
                  </a:cubicBezTo>
                  <a:lnTo>
                    <a:pt x="4477" y="1810"/>
                  </a:lnTo>
                  <a:cubicBezTo>
                    <a:pt x="3929" y="1358"/>
                    <a:pt x="3548" y="715"/>
                    <a:pt x="3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5"/>
            <p:cNvSpPr/>
            <p:nvPr/>
          </p:nvSpPr>
          <p:spPr>
            <a:xfrm>
              <a:off x="2194752" y="4160197"/>
              <a:ext cx="244561" cy="283581"/>
            </a:xfrm>
            <a:custGeom>
              <a:avLst/>
              <a:gdLst/>
              <a:ahLst/>
              <a:cxnLst/>
              <a:rect l="l" t="t" r="r" b="b"/>
              <a:pathLst>
                <a:path w="7264" h="8423" extrusionOk="0">
                  <a:moveTo>
                    <a:pt x="3852" y="1"/>
                  </a:moveTo>
                  <a:cubicBezTo>
                    <a:pt x="3658" y="1"/>
                    <a:pt x="3465" y="138"/>
                    <a:pt x="3454" y="421"/>
                  </a:cubicBezTo>
                  <a:cubicBezTo>
                    <a:pt x="3454" y="754"/>
                    <a:pt x="3454" y="2921"/>
                    <a:pt x="3454" y="3635"/>
                  </a:cubicBezTo>
                  <a:lnTo>
                    <a:pt x="2763" y="3635"/>
                  </a:lnTo>
                  <a:cubicBezTo>
                    <a:pt x="2763" y="3326"/>
                    <a:pt x="2763" y="1373"/>
                    <a:pt x="2763" y="825"/>
                  </a:cubicBezTo>
                  <a:cubicBezTo>
                    <a:pt x="2763" y="578"/>
                    <a:pt x="2558" y="400"/>
                    <a:pt x="2345" y="400"/>
                  </a:cubicBezTo>
                  <a:cubicBezTo>
                    <a:pt x="2250" y="400"/>
                    <a:pt x="2153" y="435"/>
                    <a:pt x="2072" y="516"/>
                  </a:cubicBezTo>
                  <a:cubicBezTo>
                    <a:pt x="1977" y="587"/>
                    <a:pt x="1953" y="706"/>
                    <a:pt x="1953" y="802"/>
                  </a:cubicBezTo>
                  <a:lnTo>
                    <a:pt x="1953" y="4826"/>
                  </a:lnTo>
                  <a:lnTo>
                    <a:pt x="1358" y="4231"/>
                  </a:lnTo>
                  <a:cubicBezTo>
                    <a:pt x="1130" y="4003"/>
                    <a:pt x="844" y="3895"/>
                    <a:pt x="558" y="3895"/>
                  </a:cubicBezTo>
                  <a:cubicBezTo>
                    <a:pt x="365" y="3895"/>
                    <a:pt x="173" y="3944"/>
                    <a:pt x="0" y="4040"/>
                  </a:cubicBezTo>
                  <a:lnTo>
                    <a:pt x="1953" y="5969"/>
                  </a:lnTo>
                  <a:cubicBezTo>
                    <a:pt x="1858" y="7279"/>
                    <a:pt x="2930" y="8422"/>
                    <a:pt x="4263" y="8422"/>
                  </a:cubicBezTo>
                  <a:lnTo>
                    <a:pt x="4954" y="8422"/>
                  </a:lnTo>
                  <a:cubicBezTo>
                    <a:pt x="6240" y="8422"/>
                    <a:pt x="7264" y="7374"/>
                    <a:pt x="7264" y="6112"/>
                  </a:cubicBezTo>
                  <a:lnTo>
                    <a:pt x="7264" y="2183"/>
                  </a:lnTo>
                  <a:cubicBezTo>
                    <a:pt x="7264" y="1945"/>
                    <a:pt x="7097" y="1754"/>
                    <a:pt x="6883" y="1754"/>
                  </a:cubicBezTo>
                  <a:cubicBezTo>
                    <a:pt x="6645" y="1754"/>
                    <a:pt x="6454" y="1945"/>
                    <a:pt x="6454" y="2159"/>
                  </a:cubicBezTo>
                  <a:lnTo>
                    <a:pt x="6454" y="3635"/>
                  </a:lnTo>
                  <a:lnTo>
                    <a:pt x="5764" y="3635"/>
                  </a:lnTo>
                  <a:lnTo>
                    <a:pt x="5764" y="1397"/>
                  </a:lnTo>
                  <a:cubicBezTo>
                    <a:pt x="5764" y="1278"/>
                    <a:pt x="5716" y="1159"/>
                    <a:pt x="5621" y="1087"/>
                  </a:cubicBezTo>
                  <a:cubicBezTo>
                    <a:pt x="5539" y="1014"/>
                    <a:pt x="5445" y="981"/>
                    <a:pt x="5352" y="981"/>
                  </a:cubicBezTo>
                  <a:cubicBezTo>
                    <a:pt x="5147" y="981"/>
                    <a:pt x="4954" y="1143"/>
                    <a:pt x="4954" y="1373"/>
                  </a:cubicBezTo>
                  <a:lnTo>
                    <a:pt x="4954" y="3635"/>
                  </a:lnTo>
                  <a:lnTo>
                    <a:pt x="4263" y="3635"/>
                  </a:lnTo>
                  <a:lnTo>
                    <a:pt x="4263" y="421"/>
                  </a:lnTo>
                  <a:cubicBezTo>
                    <a:pt x="4251" y="144"/>
                    <a:pt x="4051" y="1"/>
                    <a:pt x="38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75"/>
          <p:cNvGrpSpPr/>
          <p:nvPr/>
        </p:nvGrpSpPr>
        <p:grpSpPr>
          <a:xfrm>
            <a:off x="7385405" y="2129589"/>
            <a:ext cx="399297" cy="399564"/>
            <a:chOff x="7385405" y="2129589"/>
            <a:chExt cx="399297" cy="399564"/>
          </a:xfrm>
        </p:grpSpPr>
        <p:sp>
          <p:nvSpPr>
            <p:cNvPr id="1543" name="Google Shape;1543;p75"/>
            <p:cNvSpPr/>
            <p:nvPr/>
          </p:nvSpPr>
          <p:spPr>
            <a:xfrm>
              <a:off x="7517684" y="2376774"/>
              <a:ext cx="133929" cy="56965"/>
            </a:xfrm>
            <a:custGeom>
              <a:avLst/>
              <a:gdLst/>
              <a:ahLst/>
              <a:cxnLst/>
              <a:rect l="l" t="t" r="r" b="b"/>
              <a:pathLst>
                <a:path w="3978" h="1692" extrusionOk="0">
                  <a:moveTo>
                    <a:pt x="2001" y="1"/>
                  </a:moveTo>
                  <a:cubicBezTo>
                    <a:pt x="1311" y="1"/>
                    <a:pt x="620" y="96"/>
                    <a:pt x="1" y="310"/>
                  </a:cubicBezTo>
                  <a:cubicBezTo>
                    <a:pt x="572" y="1025"/>
                    <a:pt x="930" y="1668"/>
                    <a:pt x="2001" y="1692"/>
                  </a:cubicBezTo>
                  <a:cubicBezTo>
                    <a:pt x="3049" y="1668"/>
                    <a:pt x="3406" y="1025"/>
                    <a:pt x="3978" y="286"/>
                  </a:cubicBezTo>
                  <a:cubicBezTo>
                    <a:pt x="3359" y="72"/>
                    <a:pt x="2692" y="1"/>
                    <a:pt x="20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5"/>
            <p:cNvSpPr/>
            <p:nvPr/>
          </p:nvSpPr>
          <p:spPr>
            <a:xfrm>
              <a:off x="7385405" y="2396032"/>
              <a:ext cx="399297" cy="133121"/>
            </a:xfrm>
            <a:custGeom>
              <a:avLst/>
              <a:gdLst/>
              <a:ahLst/>
              <a:cxnLst/>
              <a:rect l="l" t="t" r="r" b="b"/>
              <a:pathLst>
                <a:path w="11860" h="3954" extrusionOk="0">
                  <a:moveTo>
                    <a:pt x="3239" y="0"/>
                  </a:moveTo>
                  <a:cubicBezTo>
                    <a:pt x="1691" y="762"/>
                    <a:pt x="477" y="2191"/>
                    <a:pt x="0" y="3953"/>
                  </a:cubicBezTo>
                  <a:lnTo>
                    <a:pt x="11860" y="3953"/>
                  </a:lnTo>
                  <a:cubicBezTo>
                    <a:pt x="11574" y="2929"/>
                    <a:pt x="11050" y="2001"/>
                    <a:pt x="10336" y="1262"/>
                  </a:cubicBezTo>
                  <a:cubicBezTo>
                    <a:pt x="9836" y="739"/>
                    <a:pt x="9240" y="310"/>
                    <a:pt x="8597" y="0"/>
                  </a:cubicBezTo>
                  <a:lnTo>
                    <a:pt x="7931" y="834"/>
                  </a:lnTo>
                  <a:cubicBezTo>
                    <a:pt x="7431" y="1453"/>
                    <a:pt x="6716" y="1810"/>
                    <a:pt x="5930" y="1810"/>
                  </a:cubicBezTo>
                  <a:cubicBezTo>
                    <a:pt x="5144" y="1810"/>
                    <a:pt x="4406" y="1453"/>
                    <a:pt x="3930" y="858"/>
                  </a:cubicBezTo>
                  <a:lnTo>
                    <a:pt x="3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5"/>
            <p:cNvSpPr/>
            <p:nvPr/>
          </p:nvSpPr>
          <p:spPr>
            <a:xfrm>
              <a:off x="7512095" y="2129589"/>
              <a:ext cx="116288" cy="47572"/>
            </a:xfrm>
            <a:custGeom>
              <a:avLst/>
              <a:gdLst/>
              <a:ahLst/>
              <a:cxnLst/>
              <a:rect l="l" t="t" r="r" b="b"/>
              <a:pathLst>
                <a:path w="3454" h="1413" extrusionOk="0">
                  <a:moveTo>
                    <a:pt x="2206" y="1"/>
                  </a:moveTo>
                  <a:cubicBezTo>
                    <a:pt x="1281" y="1"/>
                    <a:pt x="374" y="535"/>
                    <a:pt x="0" y="1413"/>
                  </a:cubicBezTo>
                  <a:lnTo>
                    <a:pt x="810" y="1413"/>
                  </a:lnTo>
                  <a:cubicBezTo>
                    <a:pt x="1810" y="1413"/>
                    <a:pt x="2739" y="1032"/>
                    <a:pt x="3453" y="365"/>
                  </a:cubicBezTo>
                  <a:cubicBezTo>
                    <a:pt x="3068" y="116"/>
                    <a:pt x="2635" y="1"/>
                    <a:pt x="22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5"/>
            <p:cNvSpPr/>
            <p:nvPr/>
          </p:nvSpPr>
          <p:spPr>
            <a:xfrm>
              <a:off x="7451157" y="2157095"/>
              <a:ext cx="259004" cy="219714"/>
            </a:xfrm>
            <a:custGeom>
              <a:avLst/>
              <a:gdLst/>
              <a:ahLst/>
              <a:cxnLst/>
              <a:rect l="l" t="t" r="r" b="b"/>
              <a:pathLst>
                <a:path w="7693" h="6526" extrusionOk="0">
                  <a:moveTo>
                    <a:pt x="3620" y="2311"/>
                  </a:moveTo>
                  <a:lnTo>
                    <a:pt x="3620" y="3001"/>
                  </a:lnTo>
                  <a:lnTo>
                    <a:pt x="2929" y="3001"/>
                  </a:lnTo>
                  <a:lnTo>
                    <a:pt x="2929" y="2311"/>
                  </a:lnTo>
                  <a:close/>
                  <a:moveTo>
                    <a:pt x="5025" y="2311"/>
                  </a:moveTo>
                  <a:lnTo>
                    <a:pt x="5025" y="3001"/>
                  </a:lnTo>
                  <a:lnTo>
                    <a:pt x="4334" y="3001"/>
                  </a:lnTo>
                  <a:lnTo>
                    <a:pt x="4334" y="2311"/>
                  </a:lnTo>
                  <a:close/>
                  <a:moveTo>
                    <a:pt x="4406" y="3644"/>
                  </a:moveTo>
                  <a:lnTo>
                    <a:pt x="4906" y="4144"/>
                  </a:lnTo>
                  <a:lnTo>
                    <a:pt x="4477" y="4573"/>
                  </a:lnTo>
                  <a:lnTo>
                    <a:pt x="4906" y="5002"/>
                  </a:lnTo>
                  <a:lnTo>
                    <a:pt x="4406" y="5502"/>
                  </a:lnTo>
                  <a:lnTo>
                    <a:pt x="3977" y="5073"/>
                  </a:lnTo>
                  <a:lnTo>
                    <a:pt x="3549" y="5502"/>
                  </a:lnTo>
                  <a:lnTo>
                    <a:pt x="3048" y="5025"/>
                  </a:lnTo>
                  <a:lnTo>
                    <a:pt x="3477" y="4573"/>
                  </a:lnTo>
                  <a:lnTo>
                    <a:pt x="3048" y="4144"/>
                  </a:lnTo>
                  <a:lnTo>
                    <a:pt x="3549" y="3644"/>
                  </a:lnTo>
                  <a:lnTo>
                    <a:pt x="3977" y="4073"/>
                  </a:lnTo>
                  <a:lnTo>
                    <a:pt x="4406" y="3644"/>
                  </a:lnTo>
                  <a:close/>
                  <a:moveTo>
                    <a:pt x="5787" y="1"/>
                  </a:moveTo>
                  <a:cubicBezTo>
                    <a:pt x="4954" y="810"/>
                    <a:pt x="3787" y="1287"/>
                    <a:pt x="2620" y="1287"/>
                  </a:cubicBezTo>
                  <a:lnTo>
                    <a:pt x="1620" y="1287"/>
                  </a:lnTo>
                  <a:cubicBezTo>
                    <a:pt x="1572" y="1477"/>
                    <a:pt x="1596" y="2525"/>
                    <a:pt x="1596" y="2739"/>
                  </a:cubicBezTo>
                  <a:lnTo>
                    <a:pt x="1048" y="2739"/>
                  </a:lnTo>
                  <a:cubicBezTo>
                    <a:pt x="0" y="2763"/>
                    <a:pt x="24" y="4240"/>
                    <a:pt x="1048" y="4287"/>
                  </a:cubicBezTo>
                  <a:lnTo>
                    <a:pt x="1596" y="4287"/>
                  </a:lnTo>
                  <a:cubicBezTo>
                    <a:pt x="1667" y="5549"/>
                    <a:pt x="2715" y="6526"/>
                    <a:pt x="3977" y="6526"/>
                  </a:cubicBezTo>
                  <a:cubicBezTo>
                    <a:pt x="5239" y="6526"/>
                    <a:pt x="6287" y="5549"/>
                    <a:pt x="6359" y="4287"/>
                  </a:cubicBezTo>
                  <a:lnTo>
                    <a:pt x="6906" y="4287"/>
                  </a:lnTo>
                  <a:cubicBezTo>
                    <a:pt x="7335" y="4287"/>
                    <a:pt x="7692" y="3954"/>
                    <a:pt x="7692" y="3501"/>
                  </a:cubicBezTo>
                  <a:cubicBezTo>
                    <a:pt x="7692" y="3073"/>
                    <a:pt x="7335" y="2739"/>
                    <a:pt x="6906" y="2739"/>
                  </a:cubicBezTo>
                  <a:lnTo>
                    <a:pt x="6359" y="2739"/>
                  </a:lnTo>
                  <a:cubicBezTo>
                    <a:pt x="6335" y="1691"/>
                    <a:pt x="6525" y="858"/>
                    <a:pt x="5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 name="Google Shape;1547;p75"/>
          <p:cNvGrpSpPr/>
          <p:nvPr/>
        </p:nvGrpSpPr>
        <p:grpSpPr>
          <a:xfrm>
            <a:off x="6062483" y="2129824"/>
            <a:ext cx="399330" cy="399328"/>
            <a:chOff x="6062483" y="2129824"/>
            <a:chExt cx="399330" cy="399328"/>
          </a:xfrm>
        </p:grpSpPr>
        <p:sp>
          <p:nvSpPr>
            <p:cNvPr id="1548" name="Google Shape;1548;p75"/>
            <p:cNvSpPr/>
            <p:nvPr/>
          </p:nvSpPr>
          <p:spPr>
            <a:xfrm>
              <a:off x="6224456" y="2374384"/>
              <a:ext cx="4814" cy="34"/>
            </a:xfrm>
            <a:custGeom>
              <a:avLst/>
              <a:gdLst/>
              <a:ahLst/>
              <a:cxnLst/>
              <a:rect l="l" t="t" r="r" b="b"/>
              <a:pathLst>
                <a:path w="143" h="1" extrusionOk="0">
                  <a:moveTo>
                    <a:pt x="0" y="0"/>
                  </a:moveTo>
                  <a:lnTo>
                    <a:pt x="143" y="0"/>
                  </a:lnTo>
                  <a:cubicBezTo>
                    <a:pt x="95" y="0"/>
                    <a:pt x="4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5"/>
            <p:cNvSpPr/>
            <p:nvPr/>
          </p:nvSpPr>
          <p:spPr>
            <a:xfrm>
              <a:off x="6062483" y="2129824"/>
              <a:ext cx="399330" cy="244594"/>
            </a:xfrm>
            <a:custGeom>
              <a:avLst/>
              <a:gdLst/>
              <a:ahLst/>
              <a:cxnLst/>
              <a:rect l="l" t="t" r="r" b="b"/>
              <a:pathLst>
                <a:path w="11861" h="7265" extrusionOk="0">
                  <a:moveTo>
                    <a:pt x="2811" y="1382"/>
                  </a:moveTo>
                  <a:lnTo>
                    <a:pt x="2811" y="3644"/>
                  </a:lnTo>
                  <a:lnTo>
                    <a:pt x="2096" y="3644"/>
                  </a:lnTo>
                  <a:lnTo>
                    <a:pt x="2096" y="1382"/>
                  </a:lnTo>
                  <a:close/>
                  <a:moveTo>
                    <a:pt x="4192" y="1382"/>
                  </a:moveTo>
                  <a:lnTo>
                    <a:pt x="4192" y="3644"/>
                  </a:lnTo>
                  <a:lnTo>
                    <a:pt x="3501" y="3644"/>
                  </a:lnTo>
                  <a:lnTo>
                    <a:pt x="3501" y="1382"/>
                  </a:lnTo>
                  <a:close/>
                  <a:moveTo>
                    <a:pt x="5573" y="1382"/>
                  </a:moveTo>
                  <a:lnTo>
                    <a:pt x="5573" y="3644"/>
                  </a:lnTo>
                  <a:lnTo>
                    <a:pt x="4882" y="3644"/>
                  </a:lnTo>
                  <a:lnTo>
                    <a:pt x="4882" y="1382"/>
                  </a:lnTo>
                  <a:close/>
                  <a:moveTo>
                    <a:pt x="6978" y="1382"/>
                  </a:moveTo>
                  <a:lnTo>
                    <a:pt x="6978" y="3644"/>
                  </a:lnTo>
                  <a:lnTo>
                    <a:pt x="6288" y="3644"/>
                  </a:lnTo>
                  <a:lnTo>
                    <a:pt x="6288" y="1382"/>
                  </a:lnTo>
                  <a:close/>
                  <a:moveTo>
                    <a:pt x="8359" y="1382"/>
                  </a:moveTo>
                  <a:lnTo>
                    <a:pt x="8359" y="3644"/>
                  </a:lnTo>
                  <a:lnTo>
                    <a:pt x="7669" y="3644"/>
                  </a:lnTo>
                  <a:lnTo>
                    <a:pt x="7669" y="1382"/>
                  </a:lnTo>
                  <a:close/>
                  <a:moveTo>
                    <a:pt x="9764" y="1382"/>
                  </a:moveTo>
                  <a:lnTo>
                    <a:pt x="9764" y="3644"/>
                  </a:lnTo>
                  <a:lnTo>
                    <a:pt x="9050" y="3644"/>
                  </a:lnTo>
                  <a:lnTo>
                    <a:pt x="9050" y="1382"/>
                  </a:lnTo>
                  <a:close/>
                  <a:moveTo>
                    <a:pt x="2453" y="4335"/>
                  </a:moveTo>
                  <a:cubicBezTo>
                    <a:pt x="2644" y="4335"/>
                    <a:pt x="2811" y="4478"/>
                    <a:pt x="2811" y="4669"/>
                  </a:cubicBezTo>
                  <a:cubicBezTo>
                    <a:pt x="2799" y="4907"/>
                    <a:pt x="2626" y="5026"/>
                    <a:pt x="2453" y="5026"/>
                  </a:cubicBezTo>
                  <a:cubicBezTo>
                    <a:pt x="2281" y="5026"/>
                    <a:pt x="2108" y="4907"/>
                    <a:pt x="2096" y="4669"/>
                  </a:cubicBezTo>
                  <a:cubicBezTo>
                    <a:pt x="2096" y="4478"/>
                    <a:pt x="2263" y="4335"/>
                    <a:pt x="2453" y="4335"/>
                  </a:cubicBezTo>
                  <a:close/>
                  <a:moveTo>
                    <a:pt x="3835" y="4335"/>
                  </a:moveTo>
                  <a:cubicBezTo>
                    <a:pt x="4025" y="4335"/>
                    <a:pt x="4192" y="4478"/>
                    <a:pt x="4192" y="4669"/>
                  </a:cubicBezTo>
                  <a:cubicBezTo>
                    <a:pt x="4180" y="4907"/>
                    <a:pt x="4013" y="5026"/>
                    <a:pt x="3847" y="5026"/>
                  </a:cubicBezTo>
                  <a:cubicBezTo>
                    <a:pt x="3680" y="5026"/>
                    <a:pt x="3513" y="4907"/>
                    <a:pt x="3501" y="4669"/>
                  </a:cubicBezTo>
                  <a:cubicBezTo>
                    <a:pt x="3501" y="4478"/>
                    <a:pt x="3644" y="4335"/>
                    <a:pt x="3835" y="4335"/>
                  </a:cubicBezTo>
                  <a:close/>
                  <a:moveTo>
                    <a:pt x="5240" y="4335"/>
                  </a:moveTo>
                  <a:cubicBezTo>
                    <a:pt x="5430" y="4335"/>
                    <a:pt x="5573" y="4478"/>
                    <a:pt x="5573" y="4669"/>
                  </a:cubicBezTo>
                  <a:cubicBezTo>
                    <a:pt x="5573" y="4907"/>
                    <a:pt x="5406" y="5026"/>
                    <a:pt x="5237" y="5026"/>
                  </a:cubicBezTo>
                  <a:cubicBezTo>
                    <a:pt x="5067" y="5026"/>
                    <a:pt x="4894" y="4907"/>
                    <a:pt x="4882" y="4669"/>
                  </a:cubicBezTo>
                  <a:cubicBezTo>
                    <a:pt x="4882" y="4478"/>
                    <a:pt x="5049" y="4335"/>
                    <a:pt x="5240" y="4335"/>
                  </a:cubicBezTo>
                  <a:close/>
                  <a:moveTo>
                    <a:pt x="6621" y="4335"/>
                  </a:moveTo>
                  <a:cubicBezTo>
                    <a:pt x="6811" y="4335"/>
                    <a:pt x="6978" y="4478"/>
                    <a:pt x="6978" y="4669"/>
                  </a:cubicBezTo>
                  <a:cubicBezTo>
                    <a:pt x="6966" y="4907"/>
                    <a:pt x="6794" y="5026"/>
                    <a:pt x="6624" y="5026"/>
                  </a:cubicBezTo>
                  <a:cubicBezTo>
                    <a:pt x="6454" y="5026"/>
                    <a:pt x="6288" y="4907"/>
                    <a:pt x="6288" y="4669"/>
                  </a:cubicBezTo>
                  <a:cubicBezTo>
                    <a:pt x="6288" y="4478"/>
                    <a:pt x="6430" y="4335"/>
                    <a:pt x="6621" y="4335"/>
                  </a:cubicBezTo>
                  <a:close/>
                  <a:moveTo>
                    <a:pt x="8026" y="4335"/>
                  </a:moveTo>
                  <a:cubicBezTo>
                    <a:pt x="8216" y="4335"/>
                    <a:pt x="8359" y="4478"/>
                    <a:pt x="8359" y="4669"/>
                  </a:cubicBezTo>
                  <a:cubicBezTo>
                    <a:pt x="8347" y="4907"/>
                    <a:pt x="8181" y="5026"/>
                    <a:pt x="8014" y="5026"/>
                  </a:cubicBezTo>
                  <a:cubicBezTo>
                    <a:pt x="7847" y="5026"/>
                    <a:pt x="7681" y="4907"/>
                    <a:pt x="7669" y="4669"/>
                  </a:cubicBezTo>
                  <a:cubicBezTo>
                    <a:pt x="7669" y="4478"/>
                    <a:pt x="7835" y="4335"/>
                    <a:pt x="8026" y="4335"/>
                  </a:cubicBezTo>
                  <a:close/>
                  <a:moveTo>
                    <a:pt x="9407" y="4335"/>
                  </a:moveTo>
                  <a:cubicBezTo>
                    <a:pt x="9598" y="4335"/>
                    <a:pt x="9764" y="4478"/>
                    <a:pt x="9764" y="4669"/>
                  </a:cubicBezTo>
                  <a:cubicBezTo>
                    <a:pt x="9753" y="4907"/>
                    <a:pt x="9580" y="5026"/>
                    <a:pt x="9407" y="5026"/>
                  </a:cubicBezTo>
                  <a:cubicBezTo>
                    <a:pt x="9235" y="5026"/>
                    <a:pt x="9062" y="4907"/>
                    <a:pt x="9050" y="4669"/>
                  </a:cubicBezTo>
                  <a:cubicBezTo>
                    <a:pt x="9050" y="4478"/>
                    <a:pt x="9217" y="4335"/>
                    <a:pt x="9407" y="4335"/>
                  </a:cubicBezTo>
                  <a:close/>
                  <a:moveTo>
                    <a:pt x="0" y="1"/>
                  </a:moveTo>
                  <a:lnTo>
                    <a:pt x="0" y="6026"/>
                  </a:lnTo>
                  <a:lnTo>
                    <a:pt x="4811" y="6026"/>
                  </a:lnTo>
                  <a:lnTo>
                    <a:pt x="4811" y="7264"/>
                  </a:lnTo>
                  <a:lnTo>
                    <a:pt x="7050" y="7264"/>
                  </a:lnTo>
                  <a:lnTo>
                    <a:pt x="7050" y="6026"/>
                  </a:lnTo>
                  <a:lnTo>
                    <a:pt x="11860" y="6026"/>
                  </a:lnTo>
                  <a:lnTo>
                    <a:pt x="118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5"/>
            <p:cNvSpPr/>
            <p:nvPr/>
          </p:nvSpPr>
          <p:spPr>
            <a:xfrm>
              <a:off x="6213211" y="2397614"/>
              <a:ext cx="92249" cy="131539"/>
            </a:xfrm>
            <a:custGeom>
              <a:avLst/>
              <a:gdLst/>
              <a:ahLst/>
              <a:cxnLst/>
              <a:rect l="l" t="t" r="r" b="b"/>
              <a:pathLst>
                <a:path w="2740" h="3907" extrusionOk="0">
                  <a:moveTo>
                    <a:pt x="715" y="1"/>
                  </a:moveTo>
                  <a:cubicBezTo>
                    <a:pt x="310" y="1"/>
                    <a:pt x="1" y="310"/>
                    <a:pt x="1" y="715"/>
                  </a:cubicBezTo>
                  <a:cubicBezTo>
                    <a:pt x="1" y="763"/>
                    <a:pt x="1" y="811"/>
                    <a:pt x="1" y="858"/>
                  </a:cubicBezTo>
                  <a:lnTo>
                    <a:pt x="548" y="3906"/>
                  </a:lnTo>
                  <a:lnTo>
                    <a:pt x="882" y="3906"/>
                  </a:lnTo>
                  <a:cubicBezTo>
                    <a:pt x="1668" y="3906"/>
                    <a:pt x="2334" y="3263"/>
                    <a:pt x="2334" y="2478"/>
                  </a:cubicBezTo>
                  <a:lnTo>
                    <a:pt x="2334" y="1620"/>
                  </a:lnTo>
                  <a:lnTo>
                    <a:pt x="1287" y="1620"/>
                  </a:lnTo>
                  <a:lnTo>
                    <a:pt x="1287" y="930"/>
                  </a:lnTo>
                  <a:lnTo>
                    <a:pt x="2715" y="930"/>
                  </a:lnTo>
                  <a:cubicBezTo>
                    <a:pt x="2739" y="858"/>
                    <a:pt x="2739" y="739"/>
                    <a:pt x="2739" y="644"/>
                  </a:cubicBezTo>
                  <a:cubicBezTo>
                    <a:pt x="2739" y="287"/>
                    <a:pt x="2430" y="1"/>
                    <a:pt x="2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5"/>
            <p:cNvSpPr/>
            <p:nvPr/>
          </p:nvSpPr>
          <p:spPr>
            <a:xfrm>
              <a:off x="6315055" y="2416064"/>
              <a:ext cx="31277" cy="83428"/>
            </a:xfrm>
            <a:custGeom>
              <a:avLst/>
              <a:gdLst/>
              <a:ahLst/>
              <a:cxnLst/>
              <a:rect l="l" t="t" r="r" b="b"/>
              <a:pathLst>
                <a:path w="929" h="2478" extrusionOk="0">
                  <a:moveTo>
                    <a:pt x="405" y="1"/>
                  </a:moveTo>
                  <a:cubicBezTo>
                    <a:pt x="429" y="453"/>
                    <a:pt x="333" y="858"/>
                    <a:pt x="0" y="1191"/>
                  </a:cubicBezTo>
                  <a:cubicBezTo>
                    <a:pt x="0" y="1263"/>
                    <a:pt x="0" y="1977"/>
                    <a:pt x="0" y="2025"/>
                  </a:cubicBezTo>
                  <a:cubicBezTo>
                    <a:pt x="0" y="2287"/>
                    <a:pt x="214" y="2477"/>
                    <a:pt x="453" y="2477"/>
                  </a:cubicBezTo>
                  <a:lnTo>
                    <a:pt x="929" y="2477"/>
                  </a:lnTo>
                  <a:lnTo>
                    <a:pt x="929" y="453"/>
                  </a:lnTo>
                  <a:cubicBezTo>
                    <a:pt x="929" y="215"/>
                    <a:pt x="714" y="1"/>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 name="Google Shape;1552;p75"/>
          <p:cNvGrpSpPr/>
          <p:nvPr/>
        </p:nvGrpSpPr>
        <p:grpSpPr>
          <a:xfrm>
            <a:off x="6733573" y="2129824"/>
            <a:ext cx="400103" cy="399329"/>
            <a:chOff x="6733573" y="2129824"/>
            <a:chExt cx="400103" cy="399329"/>
          </a:xfrm>
        </p:grpSpPr>
        <p:sp>
          <p:nvSpPr>
            <p:cNvPr id="1553" name="Google Shape;1553;p75"/>
            <p:cNvSpPr/>
            <p:nvPr/>
          </p:nvSpPr>
          <p:spPr>
            <a:xfrm>
              <a:off x="6876288" y="2195577"/>
              <a:ext cx="114672" cy="117904"/>
            </a:xfrm>
            <a:custGeom>
              <a:avLst/>
              <a:gdLst/>
              <a:ahLst/>
              <a:cxnLst/>
              <a:rect l="l" t="t" r="r" b="b"/>
              <a:pathLst>
                <a:path w="3406" h="3502" extrusionOk="0">
                  <a:moveTo>
                    <a:pt x="0" y="1"/>
                  </a:moveTo>
                  <a:lnTo>
                    <a:pt x="0" y="3501"/>
                  </a:lnTo>
                  <a:lnTo>
                    <a:pt x="3406" y="3501"/>
                  </a:lnTo>
                  <a:lnTo>
                    <a:pt x="34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5"/>
            <p:cNvSpPr/>
            <p:nvPr/>
          </p:nvSpPr>
          <p:spPr>
            <a:xfrm>
              <a:off x="6907531" y="2129824"/>
              <a:ext cx="52151" cy="65786"/>
            </a:xfrm>
            <a:custGeom>
              <a:avLst/>
              <a:gdLst/>
              <a:ahLst/>
              <a:cxnLst/>
              <a:rect l="l" t="t" r="r" b="b"/>
              <a:pathLst>
                <a:path w="1549" h="1954" extrusionOk="0">
                  <a:moveTo>
                    <a:pt x="787" y="1"/>
                  </a:moveTo>
                  <a:cubicBezTo>
                    <a:pt x="787" y="1"/>
                    <a:pt x="1" y="763"/>
                    <a:pt x="1" y="1192"/>
                  </a:cubicBezTo>
                  <a:cubicBezTo>
                    <a:pt x="1" y="1620"/>
                    <a:pt x="358" y="1954"/>
                    <a:pt x="787" y="1954"/>
                  </a:cubicBezTo>
                  <a:cubicBezTo>
                    <a:pt x="1192" y="1954"/>
                    <a:pt x="1549" y="1620"/>
                    <a:pt x="1549" y="1192"/>
                  </a:cubicBezTo>
                  <a:cubicBezTo>
                    <a:pt x="1549" y="763"/>
                    <a:pt x="787"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5"/>
            <p:cNvSpPr/>
            <p:nvPr/>
          </p:nvSpPr>
          <p:spPr>
            <a:xfrm>
              <a:off x="6733573" y="2313446"/>
              <a:ext cx="143525" cy="215708"/>
            </a:xfrm>
            <a:custGeom>
              <a:avLst/>
              <a:gdLst/>
              <a:ahLst/>
              <a:cxnLst/>
              <a:rect l="l" t="t" r="r" b="b"/>
              <a:pathLst>
                <a:path w="4263" h="6407" extrusionOk="0">
                  <a:moveTo>
                    <a:pt x="0" y="0"/>
                  </a:moveTo>
                  <a:lnTo>
                    <a:pt x="0" y="2310"/>
                  </a:lnTo>
                  <a:cubicBezTo>
                    <a:pt x="0" y="3525"/>
                    <a:pt x="643" y="4668"/>
                    <a:pt x="1715" y="5287"/>
                  </a:cubicBezTo>
                  <a:lnTo>
                    <a:pt x="1715" y="6406"/>
                  </a:lnTo>
                  <a:lnTo>
                    <a:pt x="4263" y="6406"/>
                  </a:lnTo>
                  <a:lnTo>
                    <a:pt x="4263" y="2310"/>
                  </a:lnTo>
                  <a:cubicBezTo>
                    <a:pt x="4263" y="1906"/>
                    <a:pt x="3930" y="1572"/>
                    <a:pt x="3525" y="1572"/>
                  </a:cubicBezTo>
                  <a:cubicBezTo>
                    <a:pt x="3120" y="1572"/>
                    <a:pt x="2787" y="1906"/>
                    <a:pt x="2787" y="2310"/>
                  </a:cubicBezTo>
                  <a:lnTo>
                    <a:pt x="2787" y="3025"/>
                  </a:lnTo>
                  <a:cubicBezTo>
                    <a:pt x="2358" y="2787"/>
                    <a:pt x="1977" y="2453"/>
                    <a:pt x="1762" y="2072"/>
                  </a:cubicBezTo>
                  <a:cubicBezTo>
                    <a:pt x="1667" y="1882"/>
                    <a:pt x="1572" y="1572"/>
                    <a:pt x="1524" y="1263"/>
                  </a:cubicBezTo>
                  <a:cubicBezTo>
                    <a:pt x="1381" y="524"/>
                    <a:pt x="73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75"/>
            <p:cNvSpPr/>
            <p:nvPr/>
          </p:nvSpPr>
          <p:spPr>
            <a:xfrm>
              <a:off x="6990117" y="2313446"/>
              <a:ext cx="143558" cy="215708"/>
            </a:xfrm>
            <a:custGeom>
              <a:avLst/>
              <a:gdLst/>
              <a:ahLst/>
              <a:cxnLst/>
              <a:rect l="l" t="t" r="r" b="b"/>
              <a:pathLst>
                <a:path w="4264" h="6407" extrusionOk="0">
                  <a:moveTo>
                    <a:pt x="4264" y="0"/>
                  </a:moveTo>
                  <a:cubicBezTo>
                    <a:pt x="3525" y="0"/>
                    <a:pt x="2882" y="524"/>
                    <a:pt x="2740" y="1263"/>
                  </a:cubicBezTo>
                  <a:cubicBezTo>
                    <a:pt x="2692" y="1572"/>
                    <a:pt x="2597" y="1882"/>
                    <a:pt x="2501" y="2072"/>
                  </a:cubicBezTo>
                  <a:cubicBezTo>
                    <a:pt x="2287" y="2453"/>
                    <a:pt x="1906" y="2787"/>
                    <a:pt x="1477" y="3025"/>
                  </a:cubicBezTo>
                  <a:lnTo>
                    <a:pt x="1477" y="2310"/>
                  </a:lnTo>
                  <a:cubicBezTo>
                    <a:pt x="1477" y="1906"/>
                    <a:pt x="1144" y="1572"/>
                    <a:pt x="739" y="1572"/>
                  </a:cubicBezTo>
                  <a:cubicBezTo>
                    <a:pt x="334" y="1572"/>
                    <a:pt x="1" y="1906"/>
                    <a:pt x="1" y="2310"/>
                  </a:cubicBezTo>
                  <a:lnTo>
                    <a:pt x="1" y="6406"/>
                  </a:lnTo>
                  <a:lnTo>
                    <a:pt x="2549" y="6406"/>
                  </a:lnTo>
                  <a:lnTo>
                    <a:pt x="2549" y="5287"/>
                  </a:lnTo>
                  <a:cubicBezTo>
                    <a:pt x="3621" y="4668"/>
                    <a:pt x="4264" y="3525"/>
                    <a:pt x="4264" y="2310"/>
                  </a:cubicBezTo>
                  <a:lnTo>
                    <a:pt x="4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 name="Google Shape;1557;p75"/>
          <p:cNvGrpSpPr/>
          <p:nvPr/>
        </p:nvGrpSpPr>
        <p:grpSpPr>
          <a:xfrm>
            <a:off x="3396607" y="2772028"/>
            <a:ext cx="449022" cy="357649"/>
            <a:chOff x="3396607" y="2772028"/>
            <a:chExt cx="449022" cy="357649"/>
          </a:xfrm>
        </p:grpSpPr>
        <p:sp>
          <p:nvSpPr>
            <p:cNvPr id="1558" name="Google Shape;1558;p75"/>
            <p:cNvSpPr/>
            <p:nvPr/>
          </p:nvSpPr>
          <p:spPr>
            <a:xfrm>
              <a:off x="3396607" y="2969083"/>
              <a:ext cx="210893" cy="160594"/>
            </a:xfrm>
            <a:custGeom>
              <a:avLst/>
              <a:gdLst/>
              <a:ahLst/>
              <a:cxnLst/>
              <a:rect l="l" t="t" r="r" b="b"/>
              <a:pathLst>
                <a:path w="6264" h="4770" extrusionOk="0">
                  <a:moveTo>
                    <a:pt x="3135" y="1"/>
                  </a:moveTo>
                  <a:cubicBezTo>
                    <a:pt x="2882" y="1"/>
                    <a:pt x="2632" y="42"/>
                    <a:pt x="2406" y="126"/>
                  </a:cubicBezTo>
                  <a:cubicBezTo>
                    <a:pt x="0" y="911"/>
                    <a:pt x="286" y="4388"/>
                    <a:pt x="2787" y="4769"/>
                  </a:cubicBezTo>
                  <a:lnTo>
                    <a:pt x="2787" y="3864"/>
                  </a:lnTo>
                  <a:cubicBezTo>
                    <a:pt x="2120" y="3722"/>
                    <a:pt x="1620" y="3126"/>
                    <a:pt x="1620" y="2412"/>
                  </a:cubicBezTo>
                  <a:cubicBezTo>
                    <a:pt x="1667" y="1412"/>
                    <a:pt x="2406" y="911"/>
                    <a:pt x="3141" y="911"/>
                  </a:cubicBezTo>
                  <a:cubicBezTo>
                    <a:pt x="3876" y="911"/>
                    <a:pt x="4608" y="1412"/>
                    <a:pt x="4644" y="2412"/>
                  </a:cubicBezTo>
                  <a:cubicBezTo>
                    <a:pt x="4644" y="3126"/>
                    <a:pt x="4144" y="3722"/>
                    <a:pt x="3477" y="3864"/>
                  </a:cubicBezTo>
                  <a:lnTo>
                    <a:pt x="3477" y="4769"/>
                  </a:lnTo>
                  <a:cubicBezTo>
                    <a:pt x="6002" y="4388"/>
                    <a:pt x="6264" y="911"/>
                    <a:pt x="3882" y="126"/>
                  </a:cubicBezTo>
                  <a:cubicBezTo>
                    <a:pt x="3644" y="42"/>
                    <a:pt x="3388" y="1"/>
                    <a:pt x="31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75"/>
            <p:cNvSpPr/>
            <p:nvPr/>
          </p:nvSpPr>
          <p:spPr>
            <a:xfrm>
              <a:off x="3634735" y="2969083"/>
              <a:ext cx="210893" cy="160594"/>
            </a:xfrm>
            <a:custGeom>
              <a:avLst/>
              <a:gdLst/>
              <a:ahLst/>
              <a:cxnLst/>
              <a:rect l="l" t="t" r="r" b="b"/>
              <a:pathLst>
                <a:path w="6264" h="4770" extrusionOk="0">
                  <a:moveTo>
                    <a:pt x="3135" y="1"/>
                  </a:moveTo>
                  <a:cubicBezTo>
                    <a:pt x="2882" y="1"/>
                    <a:pt x="2632" y="42"/>
                    <a:pt x="2405" y="126"/>
                  </a:cubicBezTo>
                  <a:cubicBezTo>
                    <a:pt x="0" y="911"/>
                    <a:pt x="286" y="4388"/>
                    <a:pt x="2787" y="4769"/>
                  </a:cubicBezTo>
                  <a:lnTo>
                    <a:pt x="2787" y="3864"/>
                  </a:lnTo>
                  <a:cubicBezTo>
                    <a:pt x="2120" y="3722"/>
                    <a:pt x="1620" y="3126"/>
                    <a:pt x="1620" y="2412"/>
                  </a:cubicBezTo>
                  <a:cubicBezTo>
                    <a:pt x="1667" y="1412"/>
                    <a:pt x="2405" y="911"/>
                    <a:pt x="3141" y="911"/>
                  </a:cubicBezTo>
                  <a:cubicBezTo>
                    <a:pt x="3876" y="911"/>
                    <a:pt x="4608" y="1412"/>
                    <a:pt x="4644" y="2412"/>
                  </a:cubicBezTo>
                  <a:cubicBezTo>
                    <a:pt x="4644" y="3126"/>
                    <a:pt x="4144" y="3722"/>
                    <a:pt x="3477" y="3864"/>
                  </a:cubicBezTo>
                  <a:lnTo>
                    <a:pt x="3477" y="4769"/>
                  </a:lnTo>
                  <a:cubicBezTo>
                    <a:pt x="6001" y="4388"/>
                    <a:pt x="6263" y="911"/>
                    <a:pt x="3882" y="126"/>
                  </a:cubicBezTo>
                  <a:cubicBezTo>
                    <a:pt x="3644" y="42"/>
                    <a:pt x="3388" y="1"/>
                    <a:pt x="31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5"/>
            <p:cNvSpPr/>
            <p:nvPr/>
          </p:nvSpPr>
          <p:spPr>
            <a:xfrm>
              <a:off x="3450306" y="2772028"/>
              <a:ext cx="342398" cy="187663"/>
            </a:xfrm>
            <a:custGeom>
              <a:avLst/>
              <a:gdLst/>
              <a:ahLst/>
              <a:cxnLst/>
              <a:rect l="l" t="t" r="r" b="b"/>
              <a:pathLst>
                <a:path w="10170" h="5574" extrusionOk="0">
                  <a:moveTo>
                    <a:pt x="5031" y="1"/>
                  </a:moveTo>
                  <a:cubicBezTo>
                    <a:pt x="2860" y="1"/>
                    <a:pt x="1121" y="1825"/>
                    <a:pt x="1192" y="4002"/>
                  </a:cubicBezTo>
                  <a:lnTo>
                    <a:pt x="1" y="4002"/>
                  </a:lnTo>
                  <a:lnTo>
                    <a:pt x="1" y="5574"/>
                  </a:lnTo>
                  <a:cubicBezTo>
                    <a:pt x="441" y="5300"/>
                    <a:pt x="989" y="5163"/>
                    <a:pt x="1540" y="5163"/>
                  </a:cubicBezTo>
                  <a:cubicBezTo>
                    <a:pt x="2091" y="5163"/>
                    <a:pt x="2644" y="5300"/>
                    <a:pt x="3097" y="5574"/>
                  </a:cubicBezTo>
                  <a:lnTo>
                    <a:pt x="3097" y="4002"/>
                  </a:lnTo>
                  <a:lnTo>
                    <a:pt x="1882" y="4002"/>
                  </a:lnTo>
                  <a:cubicBezTo>
                    <a:pt x="1835" y="2192"/>
                    <a:pt x="3263" y="692"/>
                    <a:pt x="5073" y="692"/>
                  </a:cubicBezTo>
                  <a:cubicBezTo>
                    <a:pt x="6836" y="692"/>
                    <a:pt x="8265" y="2121"/>
                    <a:pt x="8265" y="3883"/>
                  </a:cubicBezTo>
                  <a:lnTo>
                    <a:pt x="8265" y="4002"/>
                  </a:lnTo>
                  <a:lnTo>
                    <a:pt x="7074" y="4002"/>
                  </a:lnTo>
                  <a:lnTo>
                    <a:pt x="7074" y="5574"/>
                  </a:lnTo>
                  <a:cubicBezTo>
                    <a:pt x="7514" y="5300"/>
                    <a:pt x="8062" y="5163"/>
                    <a:pt x="8613" y="5163"/>
                  </a:cubicBezTo>
                  <a:cubicBezTo>
                    <a:pt x="9164" y="5163"/>
                    <a:pt x="9717" y="5300"/>
                    <a:pt x="10170" y="5574"/>
                  </a:cubicBezTo>
                  <a:lnTo>
                    <a:pt x="10170" y="4002"/>
                  </a:lnTo>
                  <a:lnTo>
                    <a:pt x="8955" y="4002"/>
                  </a:lnTo>
                  <a:cubicBezTo>
                    <a:pt x="9026" y="1825"/>
                    <a:pt x="7287" y="1"/>
                    <a:pt x="5116" y="1"/>
                  </a:cubicBezTo>
                  <a:cubicBezTo>
                    <a:pt x="5102" y="1"/>
                    <a:pt x="5087" y="1"/>
                    <a:pt x="5073" y="1"/>
                  </a:cubicBezTo>
                  <a:cubicBezTo>
                    <a:pt x="5059" y="1"/>
                    <a:pt x="5045" y="1"/>
                    <a:pt x="50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 name="Google Shape;1561;p75"/>
          <p:cNvGrpSpPr/>
          <p:nvPr/>
        </p:nvGrpSpPr>
        <p:grpSpPr>
          <a:xfrm>
            <a:off x="1458718" y="4044113"/>
            <a:ext cx="265433" cy="399665"/>
            <a:chOff x="1458718" y="4044113"/>
            <a:chExt cx="265433" cy="399665"/>
          </a:xfrm>
        </p:grpSpPr>
        <p:sp>
          <p:nvSpPr>
            <p:cNvPr id="1562" name="Google Shape;1562;p75"/>
            <p:cNvSpPr/>
            <p:nvPr/>
          </p:nvSpPr>
          <p:spPr>
            <a:xfrm>
              <a:off x="1475552" y="4254499"/>
              <a:ext cx="121102" cy="79422"/>
            </a:xfrm>
            <a:custGeom>
              <a:avLst/>
              <a:gdLst/>
              <a:ahLst/>
              <a:cxnLst/>
              <a:rect l="l" t="t" r="r" b="b"/>
              <a:pathLst>
                <a:path w="3597" h="2359" extrusionOk="0">
                  <a:moveTo>
                    <a:pt x="3525" y="1"/>
                  </a:moveTo>
                  <a:lnTo>
                    <a:pt x="1" y="930"/>
                  </a:lnTo>
                  <a:lnTo>
                    <a:pt x="1" y="2359"/>
                  </a:lnTo>
                  <a:lnTo>
                    <a:pt x="2263" y="1763"/>
                  </a:lnTo>
                  <a:cubicBezTo>
                    <a:pt x="3025" y="1573"/>
                    <a:pt x="3597" y="787"/>
                    <a:pt x="3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75"/>
            <p:cNvSpPr/>
            <p:nvPr/>
          </p:nvSpPr>
          <p:spPr>
            <a:xfrm>
              <a:off x="1458718" y="4044113"/>
              <a:ext cx="170021" cy="217660"/>
            </a:xfrm>
            <a:custGeom>
              <a:avLst/>
              <a:gdLst/>
              <a:ahLst/>
              <a:cxnLst/>
              <a:rect l="l" t="t" r="r" b="b"/>
              <a:pathLst>
                <a:path w="5050" h="6465" extrusionOk="0">
                  <a:moveTo>
                    <a:pt x="939" y="1"/>
                  </a:moveTo>
                  <a:cubicBezTo>
                    <a:pt x="897" y="1"/>
                    <a:pt x="854" y="4"/>
                    <a:pt x="810" y="11"/>
                  </a:cubicBezTo>
                  <a:cubicBezTo>
                    <a:pt x="334" y="58"/>
                    <a:pt x="1" y="511"/>
                    <a:pt x="48" y="987"/>
                  </a:cubicBezTo>
                  <a:lnTo>
                    <a:pt x="501" y="4797"/>
                  </a:lnTo>
                  <a:lnTo>
                    <a:pt x="501" y="6464"/>
                  </a:lnTo>
                  <a:lnTo>
                    <a:pt x="3906" y="5559"/>
                  </a:lnTo>
                  <a:lnTo>
                    <a:pt x="4787" y="2916"/>
                  </a:lnTo>
                  <a:lnTo>
                    <a:pt x="5002" y="987"/>
                  </a:lnTo>
                  <a:cubicBezTo>
                    <a:pt x="5049" y="511"/>
                    <a:pt x="4716" y="58"/>
                    <a:pt x="4240" y="11"/>
                  </a:cubicBezTo>
                  <a:cubicBezTo>
                    <a:pt x="4196" y="4"/>
                    <a:pt x="4153" y="1"/>
                    <a:pt x="4111" y="1"/>
                  </a:cubicBezTo>
                  <a:cubicBezTo>
                    <a:pt x="3684" y="1"/>
                    <a:pt x="3307" y="316"/>
                    <a:pt x="3263" y="749"/>
                  </a:cubicBezTo>
                  <a:lnTo>
                    <a:pt x="2811" y="4631"/>
                  </a:lnTo>
                  <a:lnTo>
                    <a:pt x="2239" y="4631"/>
                  </a:lnTo>
                  <a:lnTo>
                    <a:pt x="1787" y="749"/>
                  </a:lnTo>
                  <a:cubicBezTo>
                    <a:pt x="1744" y="316"/>
                    <a:pt x="1366" y="1"/>
                    <a:pt x="9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5"/>
            <p:cNvSpPr/>
            <p:nvPr/>
          </p:nvSpPr>
          <p:spPr>
            <a:xfrm>
              <a:off x="1475552" y="4272141"/>
              <a:ext cx="210927" cy="171637"/>
            </a:xfrm>
            <a:custGeom>
              <a:avLst/>
              <a:gdLst/>
              <a:ahLst/>
              <a:cxnLst/>
              <a:rect l="l" t="t" r="r" b="b"/>
              <a:pathLst>
                <a:path w="6265" h="5098" extrusionOk="0">
                  <a:moveTo>
                    <a:pt x="4192" y="1"/>
                  </a:moveTo>
                  <a:cubicBezTo>
                    <a:pt x="4025" y="858"/>
                    <a:pt x="3430" y="1596"/>
                    <a:pt x="2549" y="1858"/>
                  </a:cubicBezTo>
                  <a:cubicBezTo>
                    <a:pt x="3192" y="2382"/>
                    <a:pt x="3573" y="3192"/>
                    <a:pt x="3573" y="4002"/>
                  </a:cubicBezTo>
                  <a:lnTo>
                    <a:pt x="2859" y="4002"/>
                  </a:lnTo>
                  <a:cubicBezTo>
                    <a:pt x="2906" y="3192"/>
                    <a:pt x="2382" y="2406"/>
                    <a:pt x="1596" y="2120"/>
                  </a:cubicBezTo>
                  <a:lnTo>
                    <a:pt x="1" y="2549"/>
                  </a:lnTo>
                  <a:lnTo>
                    <a:pt x="1" y="5097"/>
                  </a:lnTo>
                  <a:lnTo>
                    <a:pt x="5716" y="5097"/>
                  </a:lnTo>
                  <a:lnTo>
                    <a:pt x="5740" y="2597"/>
                  </a:lnTo>
                  <a:lnTo>
                    <a:pt x="6264" y="930"/>
                  </a:lnTo>
                  <a:cubicBezTo>
                    <a:pt x="5859" y="882"/>
                    <a:pt x="5478" y="620"/>
                    <a:pt x="5288" y="239"/>
                  </a:cubicBezTo>
                  <a:cubicBezTo>
                    <a:pt x="5264" y="168"/>
                    <a:pt x="5240" y="96"/>
                    <a:pt x="5216" y="25"/>
                  </a:cubicBezTo>
                  <a:cubicBezTo>
                    <a:pt x="5056" y="93"/>
                    <a:pt x="4885" y="129"/>
                    <a:pt x="4716" y="129"/>
                  </a:cubicBezTo>
                  <a:cubicBezTo>
                    <a:pt x="4533" y="129"/>
                    <a:pt x="4353" y="87"/>
                    <a:pt x="41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5"/>
            <p:cNvSpPr/>
            <p:nvPr/>
          </p:nvSpPr>
          <p:spPr>
            <a:xfrm>
              <a:off x="1612679" y="4157403"/>
              <a:ext cx="62554" cy="95649"/>
            </a:xfrm>
            <a:custGeom>
              <a:avLst/>
              <a:gdLst/>
              <a:ahLst/>
              <a:cxnLst/>
              <a:rect l="l" t="t" r="r" b="b"/>
              <a:pathLst>
                <a:path w="1858" h="2841" extrusionOk="0">
                  <a:moveTo>
                    <a:pt x="1204" y="0"/>
                  </a:moveTo>
                  <a:cubicBezTo>
                    <a:pt x="954" y="0"/>
                    <a:pt x="720" y="158"/>
                    <a:pt x="643" y="408"/>
                  </a:cubicBezTo>
                  <a:cubicBezTo>
                    <a:pt x="524" y="765"/>
                    <a:pt x="214" y="1718"/>
                    <a:pt x="95" y="2075"/>
                  </a:cubicBezTo>
                  <a:cubicBezTo>
                    <a:pt x="0" y="2361"/>
                    <a:pt x="191" y="2718"/>
                    <a:pt x="476" y="2814"/>
                  </a:cubicBezTo>
                  <a:cubicBezTo>
                    <a:pt x="536" y="2832"/>
                    <a:pt x="595" y="2840"/>
                    <a:pt x="653" y="2840"/>
                  </a:cubicBezTo>
                  <a:cubicBezTo>
                    <a:pt x="898" y="2840"/>
                    <a:pt x="1118" y="2687"/>
                    <a:pt x="1215" y="2456"/>
                  </a:cubicBezTo>
                  <a:cubicBezTo>
                    <a:pt x="1215" y="2432"/>
                    <a:pt x="1739" y="789"/>
                    <a:pt x="1762" y="765"/>
                  </a:cubicBezTo>
                  <a:cubicBezTo>
                    <a:pt x="1858" y="456"/>
                    <a:pt x="1691" y="122"/>
                    <a:pt x="1381" y="27"/>
                  </a:cubicBezTo>
                  <a:cubicBezTo>
                    <a:pt x="1323" y="9"/>
                    <a:pt x="1263"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5"/>
            <p:cNvSpPr/>
            <p:nvPr/>
          </p:nvSpPr>
          <p:spPr>
            <a:xfrm>
              <a:off x="1672000" y="4206355"/>
              <a:ext cx="52151" cy="74001"/>
            </a:xfrm>
            <a:custGeom>
              <a:avLst/>
              <a:gdLst/>
              <a:ahLst/>
              <a:cxnLst/>
              <a:rect l="l" t="t" r="r" b="b"/>
              <a:pathLst>
                <a:path w="1549" h="2198" extrusionOk="0">
                  <a:moveTo>
                    <a:pt x="939" y="0"/>
                  </a:moveTo>
                  <a:cubicBezTo>
                    <a:pt x="705" y="0"/>
                    <a:pt x="471" y="138"/>
                    <a:pt x="381" y="407"/>
                  </a:cubicBezTo>
                  <a:cubicBezTo>
                    <a:pt x="358" y="478"/>
                    <a:pt x="0" y="1526"/>
                    <a:pt x="24" y="1574"/>
                  </a:cubicBezTo>
                  <a:cubicBezTo>
                    <a:pt x="2" y="1886"/>
                    <a:pt x="251" y="2198"/>
                    <a:pt x="575" y="2198"/>
                  </a:cubicBezTo>
                  <a:cubicBezTo>
                    <a:pt x="598" y="2198"/>
                    <a:pt x="620" y="2196"/>
                    <a:pt x="643" y="2193"/>
                  </a:cubicBezTo>
                  <a:cubicBezTo>
                    <a:pt x="882" y="2193"/>
                    <a:pt x="1072" y="2026"/>
                    <a:pt x="1167" y="1788"/>
                  </a:cubicBezTo>
                  <a:lnTo>
                    <a:pt x="1501" y="764"/>
                  </a:lnTo>
                  <a:cubicBezTo>
                    <a:pt x="1548" y="621"/>
                    <a:pt x="1524" y="455"/>
                    <a:pt x="1453" y="312"/>
                  </a:cubicBezTo>
                  <a:cubicBezTo>
                    <a:pt x="1343" y="102"/>
                    <a:pt x="1141" y="0"/>
                    <a:pt x="9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 name="Google Shape;1567;p75"/>
          <p:cNvGrpSpPr/>
          <p:nvPr/>
        </p:nvGrpSpPr>
        <p:grpSpPr>
          <a:xfrm>
            <a:off x="4729158" y="2134639"/>
            <a:ext cx="390475" cy="389700"/>
            <a:chOff x="4729158" y="2134639"/>
            <a:chExt cx="390475" cy="389700"/>
          </a:xfrm>
        </p:grpSpPr>
        <p:sp>
          <p:nvSpPr>
            <p:cNvPr id="1568" name="Google Shape;1568;p75"/>
            <p:cNvSpPr/>
            <p:nvPr/>
          </p:nvSpPr>
          <p:spPr>
            <a:xfrm>
              <a:off x="4729158" y="2319068"/>
              <a:ext cx="230925" cy="205271"/>
            </a:xfrm>
            <a:custGeom>
              <a:avLst/>
              <a:gdLst/>
              <a:ahLst/>
              <a:cxnLst/>
              <a:rect l="l" t="t" r="r" b="b"/>
              <a:pathLst>
                <a:path w="6859" h="6097" extrusionOk="0">
                  <a:moveTo>
                    <a:pt x="3120" y="0"/>
                  </a:moveTo>
                  <a:lnTo>
                    <a:pt x="1524" y="1596"/>
                  </a:lnTo>
                  <a:cubicBezTo>
                    <a:pt x="1048" y="2072"/>
                    <a:pt x="834" y="2763"/>
                    <a:pt x="929" y="3429"/>
                  </a:cubicBezTo>
                  <a:lnTo>
                    <a:pt x="0" y="4334"/>
                  </a:lnTo>
                  <a:lnTo>
                    <a:pt x="1762" y="6097"/>
                  </a:lnTo>
                  <a:lnTo>
                    <a:pt x="2572" y="5311"/>
                  </a:lnTo>
                  <a:lnTo>
                    <a:pt x="6073" y="4025"/>
                  </a:lnTo>
                  <a:lnTo>
                    <a:pt x="4429" y="3620"/>
                  </a:lnTo>
                  <a:lnTo>
                    <a:pt x="4596" y="2953"/>
                  </a:lnTo>
                  <a:lnTo>
                    <a:pt x="6430" y="3406"/>
                  </a:lnTo>
                  <a:lnTo>
                    <a:pt x="6859" y="2620"/>
                  </a:lnTo>
                  <a:lnTo>
                    <a:pt x="4930" y="2000"/>
                  </a:lnTo>
                  <a:cubicBezTo>
                    <a:pt x="4691" y="2215"/>
                    <a:pt x="4429" y="2405"/>
                    <a:pt x="4120" y="2524"/>
                  </a:cubicBezTo>
                  <a:lnTo>
                    <a:pt x="3620" y="2763"/>
                  </a:lnTo>
                  <a:lnTo>
                    <a:pt x="31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5"/>
            <p:cNvSpPr/>
            <p:nvPr/>
          </p:nvSpPr>
          <p:spPr>
            <a:xfrm>
              <a:off x="4911129" y="2323849"/>
              <a:ext cx="89859" cy="65315"/>
            </a:xfrm>
            <a:custGeom>
              <a:avLst/>
              <a:gdLst/>
              <a:ahLst/>
              <a:cxnLst/>
              <a:rect l="l" t="t" r="r" b="b"/>
              <a:pathLst>
                <a:path w="2669" h="1940" extrusionOk="0">
                  <a:moveTo>
                    <a:pt x="382" y="1"/>
                  </a:moveTo>
                  <a:cubicBezTo>
                    <a:pt x="358" y="453"/>
                    <a:pt x="215" y="882"/>
                    <a:pt x="1" y="1263"/>
                  </a:cubicBezTo>
                  <a:cubicBezTo>
                    <a:pt x="549" y="1454"/>
                    <a:pt x="1477" y="1763"/>
                    <a:pt x="2025" y="1930"/>
                  </a:cubicBezTo>
                  <a:cubicBezTo>
                    <a:pt x="2056" y="1936"/>
                    <a:pt x="2087" y="1939"/>
                    <a:pt x="2117" y="1939"/>
                  </a:cubicBezTo>
                  <a:cubicBezTo>
                    <a:pt x="2317" y="1939"/>
                    <a:pt x="2487" y="1807"/>
                    <a:pt x="2549" y="1620"/>
                  </a:cubicBezTo>
                  <a:lnTo>
                    <a:pt x="2668" y="1144"/>
                  </a:lnTo>
                  <a:lnTo>
                    <a:pt x="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5"/>
            <p:cNvSpPr/>
            <p:nvPr/>
          </p:nvSpPr>
          <p:spPr>
            <a:xfrm>
              <a:off x="4854231" y="2134639"/>
              <a:ext cx="265401" cy="242978"/>
            </a:xfrm>
            <a:custGeom>
              <a:avLst/>
              <a:gdLst/>
              <a:ahLst/>
              <a:cxnLst/>
              <a:rect l="l" t="t" r="r" b="b"/>
              <a:pathLst>
                <a:path w="7883" h="7217" extrusionOk="0">
                  <a:moveTo>
                    <a:pt x="6120" y="1"/>
                  </a:moveTo>
                  <a:lnTo>
                    <a:pt x="5192" y="906"/>
                  </a:lnTo>
                  <a:cubicBezTo>
                    <a:pt x="5102" y="896"/>
                    <a:pt x="5012" y="891"/>
                    <a:pt x="4921" y="891"/>
                  </a:cubicBezTo>
                  <a:cubicBezTo>
                    <a:pt x="4343" y="891"/>
                    <a:pt x="3770" y="1092"/>
                    <a:pt x="3358" y="1525"/>
                  </a:cubicBezTo>
                  <a:lnTo>
                    <a:pt x="0" y="4883"/>
                  </a:lnTo>
                  <a:lnTo>
                    <a:pt x="429" y="7217"/>
                  </a:lnTo>
                  <a:cubicBezTo>
                    <a:pt x="1072" y="6812"/>
                    <a:pt x="1429" y="6073"/>
                    <a:pt x="1357" y="5311"/>
                  </a:cubicBezTo>
                  <a:cubicBezTo>
                    <a:pt x="1357" y="5168"/>
                    <a:pt x="1334" y="4978"/>
                    <a:pt x="1334" y="4859"/>
                  </a:cubicBezTo>
                  <a:cubicBezTo>
                    <a:pt x="2715" y="4526"/>
                    <a:pt x="3667" y="3787"/>
                    <a:pt x="4406" y="2549"/>
                  </a:cubicBezTo>
                  <a:cubicBezTo>
                    <a:pt x="4549" y="2644"/>
                    <a:pt x="4834" y="2835"/>
                    <a:pt x="4977" y="2930"/>
                  </a:cubicBezTo>
                  <a:cubicBezTo>
                    <a:pt x="4406" y="3883"/>
                    <a:pt x="3644" y="4668"/>
                    <a:pt x="2643" y="5121"/>
                  </a:cubicBezTo>
                  <a:lnTo>
                    <a:pt x="4692" y="6145"/>
                  </a:lnTo>
                  <a:lnTo>
                    <a:pt x="6359" y="4502"/>
                  </a:lnTo>
                  <a:cubicBezTo>
                    <a:pt x="6501" y="4359"/>
                    <a:pt x="6620" y="4192"/>
                    <a:pt x="6716" y="4025"/>
                  </a:cubicBezTo>
                  <a:cubicBezTo>
                    <a:pt x="6930" y="3621"/>
                    <a:pt x="7002" y="3144"/>
                    <a:pt x="6954" y="2668"/>
                  </a:cubicBezTo>
                  <a:lnTo>
                    <a:pt x="7883" y="1763"/>
                  </a:lnTo>
                  <a:lnTo>
                    <a:pt x="6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 name="Google Shape;1571;p75"/>
          <p:cNvGrpSpPr/>
          <p:nvPr/>
        </p:nvGrpSpPr>
        <p:grpSpPr>
          <a:xfrm>
            <a:off x="3421453" y="2136255"/>
            <a:ext cx="400105" cy="386469"/>
            <a:chOff x="3421453" y="2136255"/>
            <a:chExt cx="400105" cy="386469"/>
          </a:xfrm>
        </p:grpSpPr>
        <p:sp>
          <p:nvSpPr>
            <p:cNvPr id="1572" name="Google Shape;1572;p75"/>
            <p:cNvSpPr/>
            <p:nvPr/>
          </p:nvSpPr>
          <p:spPr>
            <a:xfrm>
              <a:off x="3570599" y="2286175"/>
              <a:ext cx="52151" cy="22490"/>
            </a:xfrm>
            <a:custGeom>
              <a:avLst/>
              <a:gdLst/>
              <a:ahLst/>
              <a:cxnLst/>
              <a:rect l="l" t="t" r="r" b="b"/>
              <a:pathLst>
                <a:path w="1549" h="668" extrusionOk="0">
                  <a:moveTo>
                    <a:pt x="0" y="1"/>
                  </a:moveTo>
                  <a:lnTo>
                    <a:pt x="0" y="667"/>
                  </a:lnTo>
                  <a:lnTo>
                    <a:pt x="572" y="667"/>
                  </a:lnTo>
                  <a:cubicBezTo>
                    <a:pt x="1024" y="667"/>
                    <a:pt x="1405" y="382"/>
                    <a:pt x="1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5"/>
            <p:cNvSpPr/>
            <p:nvPr/>
          </p:nvSpPr>
          <p:spPr>
            <a:xfrm>
              <a:off x="3570599" y="2226551"/>
              <a:ext cx="99454" cy="35620"/>
            </a:xfrm>
            <a:custGeom>
              <a:avLst/>
              <a:gdLst/>
              <a:ahLst/>
              <a:cxnLst/>
              <a:rect l="l" t="t" r="r" b="b"/>
              <a:pathLst>
                <a:path w="2954" h="1058" extrusionOk="0">
                  <a:moveTo>
                    <a:pt x="705" y="0"/>
                  </a:moveTo>
                  <a:cubicBezTo>
                    <a:pt x="338" y="0"/>
                    <a:pt x="0" y="330"/>
                    <a:pt x="0" y="700"/>
                  </a:cubicBezTo>
                  <a:lnTo>
                    <a:pt x="0" y="1057"/>
                  </a:lnTo>
                  <a:lnTo>
                    <a:pt x="2953" y="1057"/>
                  </a:lnTo>
                  <a:cubicBezTo>
                    <a:pt x="2905" y="891"/>
                    <a:pt x="2834" y="748"/>
                    <a:pt x="2715" y="605"/>
                  </a:cubicBezTo>
                  <a:cubicBezTo>
                    <a:pt x="2524" y="390"/>
                    <a:pt x="2262" y="224"/>
                    <a:pt x="1953" y="200"/>
                  </a:cubicBezTo>
                  <a:lnTo>
                    <a:pt x="810" y="9"/>
                  </a:lnTo>
                  <a:cubicBezTo>
                    <a:pt x="775" y="3"/>
                    <a:pt x="740" y="0"/>
                    <a:pt x="7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5"/>
            <p:cNvSpPr/>
            <p:nvPr/>
          </p:nvSpPr>
          <p:spPr>
            <a:xfrm>
              <a:off x="3583426" y="2286175"/>
              <a:ext cx="89017" cy="173219"/>
            </a:xfrm>
            <a:custGeom>
              <a:avLst/>
              <a:gdLst/>
              <a:ahLst/>
              <a:cxnLst/>
              <a:rect l="l" t="t" r="r" b="b"/>
              <a:pathLst>
                <a:path w="2644" h="5145" extrusionOk="0">
                  <a:moveTo>
                    <a:pt x="1881" y="1"/>
                  </a:moveTo>
                  <a:cubicBezTo>
                    <a:pt x="1715" y="763"/>
                    <a:pt x="1024" y="1358"/>
                    <a:pt x="191" y="1358"/>
                  </a:cubicBezTo>
                  <a:lnTo>
                    <a:pt x="0" y="1358"/>
                  </a:lnTo>
                  <a:lnTo>
                    <a:pt x="667" y="1930"/>
                  </a:lnTo>
                  <a:lnTo>
                    <a:pt x="667" y="5145"/>
                  </a:lnTo>
                  <a:lnTo>
                    <a:pt x="2644" y="5145"/>
                  </a:lnTo>
                  <a:lnTo>
                    <a:pt x="26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5"/>
            <p:cNvSpPr/>
            <p:nvPr/>
          </p:nvSpPr>
          <p:spPr>
            <a:xfrm>
              <a:off x="3421453" y="2136255"/>
              <a:ext cx="400105" cy="386469"/>
            </a:xfrm>
            <a:custGeom>
              <a:avLst/>
              <a:gdLst/>
              <a:ahLst/>
              <a:cxnLst/>
              <a:rect l="l" t="t" r="r" b="b"/>
              <a:pathLst>
                <a:path w="11884" h="11479" extrusionOk="0">
                  <a:moveTo>
                    <a:pt x="1" y="0"/>
                  </a:moveTo>
                  <a:lnTo>
                    <a:pt x="1" y="11479"/>
                  </a:lnTo>
                  <a:lnTo>
                    <a:pt x="2739" y="9598"/>
                  </a:lnTo>
                  <a:lnTo>
                    <a:pt x="4787" y="9598"/>
                  </a:lnTo>
                  <a:lnTo>
                    <a:pt x="4787" y="6692"/>
                  </a:lnTo>
                  <a:lnTo>
                    <a:pt x="3739" y="5811"/>
                  </a:lnTo>
                  <a:lnTo>
                    <a:pt x="3739" y="3382"/>
                  </a:lnTo>
                  <a:cubicBezTo>
                    <a:pt x="3739" y="2614"/>
                    <a:pt x="4407" y="1987"/>
                    <a:pt x="5146" y="1987"/>
                  </a:cubicBezTo>
                  <a:cubicBezTo>
                    <a:pt x="5209" y="1987"/>
                    <a:pt x="5272" y="1992"/>
                    <a:pt x="5335" y="2001"/>
                  </a:cubicBezTo>
                  <a:lnTo>
                    <a:pt x="6502" y="2191"/>
                  </a:lnTo>
                  <a:cubicBezTo>
                    <a:pt x="6954" y="2263"/>
                    <a:pt x="7359" y="2477"/>
                    <a:pt x="7669" y="2834"/>
                  </a:cubicBezTo>
                  <a:cubicBezTo>
                    <a:pt x="7978" y="3192"/>
                    <a:pt x="8145" y="3644"/>
                    <a:pt x="8145" y="4096"/>
                  </a:cubicBezTo>
                  <a:lnTo>
                    <a:pt x="8145" y="9598"/>
                  </a:lnTo>
                  <a:lnTo>
                    <a:pt x="11884" y="9598"/>
                  </a:lnTo>
                  <a:lnTo>
                    <a:pt x="11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 name="Google Shape;1576;p75"/>
          <p:cNvGrpSpPr/>
          <p:nvPr/>
        </p:nvGrpSpPr>
        <p:grpSpPr>
          <a:xfrm>
            <a:off x="4089384" y="2137871"/>
            <a:ext cx="400138" cy="383271"/>
            <a:chOff x="4047631" y="2137871"/>
            <a:chExt cx="400138" cy="383271"/>
          </a:xfrm>
        </p:grpSpPr>
        <p:sp>
          <p:nvSpPr>
            <p:cNvPr id="1577" name="Google Shape;1577;p75"/>
            <p:cNvSpPr/>
            <p:nvPr/>
          </p:nvSpPr>
          <p:spPr>
            <a:xfrm>
              <a:off x="4211994" y="2363947"/>
              <a:ext cx="24106" cy="27304"/>
            </a:xfrm>
            <a:custGeom>
              <a:avLst/>
              <a:gdLst/>
              <a:ahLst/>
              <a:cxnLst/>
              <a:rect l="l" t="t" r="r" b="b"/>
              <a:pathLst>
                <a:path w="716" h="811" extrusionOk="0">
                  <a:moveTo>
                    <a:pt x="715" y="1"/>
                  </a:moveTo>
                  <a:lnTo>
                    <a:pt x="1" y="382"/>
                  </a:lnTo>
                  <a:cubicBezTo>
                    <a:pt x="191" y="596"/>
                    <a:pt x="429" y="739"/>
                    <a:pt x="715" y="810"/>
                  </a:cubicBezTo>
                  <a:lnTo>
                    <a:pt x="7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5"/>
            <p:cNvSpPr/>
            <p:nvPr/>
          </p:nvSpPr>
          <p:spPr>
            <a:xfrm>
              <a:off x="4370736" y="2444142"/>
              <a:ext cx="48953" cy="48111"/>
            </a:xfrm>
            <a:custGeom>
              <a:avLst/>
              <a:gdLst/>
              <a:ahLst/>
              <a:cxnLst/>
              <a:rect l="l" t="t" r="r" b="b"/>
              <a:pathLst>
                <a:path w="1454" h="1429" extrusionOk="0">
                  <a:moveTo>
                    <a:pt x="1" y="0"/>
                  </a:moveTo>
                  <a:lnTo>
                    <a:pt x="1" y="1429"/>
                  </a:lnTo>
                  <a:lnTo>
                    <a:pt x="14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5"/>
            <p:cNvSpPr/>
            <p:nvPr/>
          </p:nvSpPr>
          <p:spPr>
            <a:xfrm>
              <a:off x="4199167" y="2297420"/>
              <a:ext cx="36933" cy="59356"/>
            </a:xfrm>
            <a:custGeom>
              <a:avLst/>
              <a:gdLst/>
              <a:ahLst/>
              <a:cxnLst/>
              <a:rect l="l" t="t" r="r" b="b"/>
              <a:pathLst>
                <a:path w="1097" h="1763" extrusionOk="0">
                  <a:moveTo>
                    <a:pt x="1096" y="0"/>
                  </a:moveTo>
                  <a:cubicBezTo>
                    <a:pt x="477" y="143"/>
                    <a:pt x="1" y="715"/>
                    <a:pt x="1" y="1405"/>
                  </a:cubicBezTo>
                  <a:cubicBezTo>
                    <a:pt x="1" y="1524"/>
                    <a:pt x="24" y="1643"/>
                    <a:pt x="48" y="1762"/>
                  </a:cubicBezTo>
                  <a:lnTo>
                    <a:pt x="1096" y="1191"/>
                  </a:lnTo>
                  <a:lnTo>
                    <a:pt x="109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5"/>
            <p:cNvSpPr/>
            <p:nvPr/>
          </p:nvSpPr>
          <p:spPr>
            <a:xfrm>
              <a:off x="4259297" y="2363947"/>
              <a:ext cx="24106" cy="27304"/>
            </a:xfrm>
            <a:custGeom>
              <a:avLst/>
              <a:gdLst/>
              <a:ahLst/>
              <a:cxnLst/>
              <a:rect l="l" t="t" r="r" b="b"/>
              <a:pathLst>
                <a:path w="716" h="811" extrusionOk="0">
                  <a:moveTo>
                    <a:pt x="1" y="1"/>
                  </a:moveTo>
                  <a:lnTo>
                    <a:pt x="1" y="810"/>
                  </a:lnTo>
                  <a:cubicBezTo>
                    <a:pt x="286" y="739"/>
                    <a:pt x="525" y="596"/>
                    <a:pt x="715" y="382"/>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5"/>
            <p:cNvSpPr/>
            <p:nvPr/>
          </p:nvSpPr>
          <p:spPr>
            <a:xfrm>
              <a:off x="4259297" y="2297420"/>
              <a:ext cx="36933" cy="59356"/>
            </a:xfrm>
            <a:custGeom>
              <a:avLst/>
              <a:gdLst/>
              <a:ahLst/>
              <a:cxnLst/>
              <a:rect l="l" t="t" r="r" b="b"/>
              <a:pathLst>
                <a:path w="1097" h="1763" extrusionOk="0">
                  <a:moveTo>
                    <a:pt x="1" y="0"/>
                  </a:moveTo>
                  <a:lnTo>
                    <a:pt x="1" y="1191"/>
                  </a:lnTo>
                  <a:lnTo>
                    <a:pt x="1049" y="1762"/>
                  </a:lnTo>
                  <a:cubicBezTo>
                    <a:pt x="1072" y="1643"/>
                    <a:pt x="1096" y="1524"/>
                    <a:pt x="1096" y="1405"/>
                  </a:cubicBezTo>
                  <a:cubicBezTo>
                    <a:pt x="1096" y="715"/>
                    <a:pt x="620" y="143"/>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5"/>
            <p:cNvSpPr/>
            <p:nvPr/>
          </p:nvSpPr>
          <p:spPr>
            <a:xfrm>
              <a:off x="4047631" y="2137871"/>
              <a:ext cx="400138" cy="383271"/>
            </a:xfrm>
            <a:custGeom>
              <a:avLst/>
              <a:gdLst/>
              <a:ahLst/>
              <a:cxnLst/>
              <a:rect l="l" t="t" r="r" b="b"/>
              <a:pathLst>
                <a:path w="11885" h="11384" extrusionOk="0">
                  <a:moveTo>
                    <a:pt x="3566" y="711"/>
                  </a:moveTo>
                  <a:cubicBezTo>
                    <a:pt x="3961" y="711"/>
                    <a:pt x="4359" y="985"/>
                    <a:pt x="4383" y="1524"/>
                  </a:cubicBezTo>
                  <a:lnTo>
                    <a:pt x="4383" y="2120"/>
                  </a:lnTo>
                  <a:lnTo>
                    <a:pt x="2763" y="2120"/>
                  </a:lnTo>
                  <a:lnTo>
                    <a:pt x="2763" y="1524"/>
                  </a:lnTo>
                  <a:cubicBezTo>
                    <a:pt x="2787" y="979"/>
                    <a:pt x="3176" y="711"/>
                    <a:pt x="3566" y="711"/>
                  </a:cubicBezTo>
                  <a:close/>
                  <a:moveTo>
                    <a:pt x="8305" y="711"/>
                  </a:moveTo>
                  <a:cubicBezTo>
                    <a:pt x="8701" y="711"/>
                    <a:pt x="9098" y="985"/>
                    <a:pt x="9122" y="1524"/>
                  </a:cubicBezTo>
                  <a:lnTo>
                    <a:pt x="9122" y="2120"/>
                  </a:lnTo>
                  <a:lnTo>
                    <a:pt x="7502" y="2120"/>
                  </a:lnTo>
                  <a:lnTo>
                    <a:pt x="7502" y="1524"/>
                  </a:lnTo>
                  <a:cubicBezTo>
                    <a:pt x="7526" y="979"/>
                    <a:pt x="7915" y="711"/>
                    <a:pt x="8305" y="711"/>
                  </a:cubicBezTo>
                  <a:close/>
                  <a:moveTo>
                    <a:pt x="5954" y="4001"/>
                  </a:moveTo>
                  <a:cubicBezTo>
                    <a:pt x="7121" y="4001"/>
                    <a:pt x="8074" y="4953"/>
                    <a:pt x="8074" y="6144"/>
                  </a:cubicBezTo>
                  <a:cubicBezTo>
                    <a:pt x="8074" y="7311"/>
                    <a:pt x="7121" y="8264"/>
                    <a:pt x="5954" y="8264"/>
                  </a:cubicBezTo>
                  <a:cubicBezTo>
                    <a:pt x="3120" y="8145"/>
                    <a:pt x="3120" y="4120"/>
                    <a:pt x="5954" y="4001"/>
                  </a:cubicBezTo>
                  <a:close/>
                  <a:moveTo>
                    <a:pt x="3406" y="9526"/>
                  </a:moveTo>
                  <a:lnTo>
                    <a:pt x="3406" y="10216"/>
                  </a:lnTo>
                  <a:lnTo>
                    <a:pt x="1263" y="10216"/>
                  </a:lnTo>
                  <a:lnTo>
                    <a:pt x="1263" y="9526"/>
                  </a:lnTo>
                  <a:close/>
                  <a:moveTo>
                    <a:pt x="3573" y="0"/>
                  </a:moveTo>
                  <a:cubicBezTo>
                    <a:pt x="2739" y="0"/>
                    <a:pt x="2073" y="691"/>
                    <a:pt x="2073" y="1524"/>
                  </a:cubicBezTo>
                  <a:lnTo>
                    <a:pt x="2073" y="2120"/>
                  </a:lnTo>
                  <a:lnTo>
                    <a:pt x="1" y="2120"/>
                  </a:lnTo>
                  <a:lnTo>
                    <a:pt x="1" y="11383"/>
                  </a:lnTo>
                  <a:lnTo>
                    <a:pt x="8907" y="11383"/>
                  </a:lnTo>
                  <a:lnTo>
                    <a:pt x="8907" y="8407"/>
                  </a:lnTo>
                  <a:lnTo>
                    <a:pt x="11884" y="8407"/>
                  </a:lnTo>
                  <a:lnTo>
                    <a:pt x="11884" y="2120"/>
                  </a:lnTo>
                  <a:lnTo>
                    <a:pt x="9812" y="2120"/>
                  </a:lnTo>
                  <a:lnTo>
                    <a:pt x="9812" y="1524"/>
                  </a:lnTo>
                  <a:cubicBezTo>
                    <a:pt x="9812" y="691"/>
                    <a:pt x="9145" y="0"/>
                    <a:pt x="8312" y="0"/>
                  </a:cubicBezTo>
                  <a:cubicBezTo>
                    <a:pt x="7478" y="0"/>
                    <a:pt x="6812" y="691"/>
                    <a:pt x="6812" y="1524"/>
                  </a:cubicBezTo>
                  <a:lnTo>
                    <a:pt x="6812" y="2120"/>
                  </a:lnTo>
                  <a:lnTo>
                    <a:pt x="5073" y="2120"/>
                  </a:lnTo>
                  <a:lnTo>
                    <a:pt x="5073" y="1524"/>
                  </a:lnTo>
                  <a:cubicBezTo>
                    <a:pt x="5073" y="691"/>
                    <a:pt x="4406" y="0"/>
                    <a:pt x="35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5"/>
            <p:cNvSpPr/>
            <p:nvPr/>
          </p:nvSpPr>
          <p:spPr>
            <a:xfrm>
              <a:off x="4375550" y="2448957"/>
              <a:ext cx="72217" cy="72183"/>
            </a:xfrm>
            <a:custGeom>
              <a:avLst/>
              <a:gdLst/>
              <a:ahLst/>
              <a:cxnLst/>
              <a:rect l="l" t="t" r="r" b="b"/>
              <a:pathLst>
                <a:path w="2145" h="2144" extrusionOk="0">
                  <a:moveTo>
                    <a:pt x="2144" y="0"/>
                  </a:moveTo>
                  <a:lnTo>
                    <a:pt x="1" y="2143"/>
                  </a:lnTo>
                  <a:lnTo>
                    <a:pt x="2144" y="2143"/>
                  </a:lnTo>
                  <a:lnTo>
                    <a:pt x="21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 name="Google Shape;1584;p75"/>
          <p:cNvGrpSpPr/>
          <p:nvPr/>
        </p:nvGrpSpPr>
        <p:grpSpPr>
          <a:xfrm>
            <a:off x="6062483" y="1562194"/>
            <a:ext cx="399330" cy="331962"/>
            <a:chOff x="6062483" y="1562194"/>
            <a:chExt cx="399330" cy="331962"/>
          </a:xfrm>
        </p:grpSpPr>
        <p:sp>
          <p:nvSpPr>
            <p:cNvPr id="1585" name="Google Shape;1585;p75"/>
            <p:cNvSpPr/>
            <p:nvPr/>
          </p:nvSpPr>
          <p:spPr>
            <a:xfrm>
              <a:off x="6062483" y="1562194"/>
              <a:ext cx="399330" cy="331962"/>
            </a:xfrm>
            <a:custGeom>
              <a:avLst/>
              <a:gdLst/>
              <a:ahLst/>
              <a:cxnLst/>
              <a:rect l="l" t="t" r="r" b="b"/>
              <a:pathLst>
                <a:path w="11861" h="9860" extrusionOk="0">
                  <a:moveTo>
                    <a:pt x="11169" y="691"/>
                  </a:moveTo>
                  <a:lnTo>
                    <a:pt x="11169" y="9169"/>
                  </a:lnTo>
                  <a:lnTo>
                    <a:pt x="9264" y="9169"/>
                  </a:lnTo>
                  <a:lnTo>
                    <a:pt x="9264" y="8073"/>
                  </a:lnTo>
                  <a:lnTo>
                    <a:pt x="8836" y="8073"/>
                  </a:lnTo>
                  <a:cubicBezTo>
                    <a:pt x="7978" y="8073"/>
                    <a:pt x="7478" y="7097"/>
                    <a:pt x="7978" y="6406"/>
                  </a:cubicBezTo>
                  <a:cubicBezTo>
                    <a:pt x="7812" y="6264"/>
                    <a:pt x="7621" y="6121"/>
                    <a:pt x="7431" y="6025"/>
                  </a:cubicBezTo>
                  <a:lnTo>
                    <a:pt x="7312" y="6454"/>
                  </a:lnTo>
                  <a:cubicBezTo>
                    <a:pt x="7121" y="7073"/>
                    <a:pt x="6549" y="7502"/>
                    <a:pt x="5906" y="7502"/>
                  </a:cubicBezTo>
                  <a:cubicBezTo>
                    <a:pt x="5240" y="7502"/>
                    <a:pt x="4668" y="7073"/>
                    <a:pt x="4478" y="6454"/>
                  </a:cubicBezTo>
                  <a:lnTo>
                    <a:pt x="4382" y="6049"/>
                  </a:lnTo>
                  <a:cubicBezTo>
                    <a:pt x="4192" y="6144"/>
                    <a:pt x="4025" y="6264"/>
                    <a:pt x="3858" y="6406"/>
                  </a:cubicBezTo>
                  <a:cubicBezTo>
                    <a:pt x="4311" y="6978"/>
                    <a:pt x="4001" y="7859"/>
                    <a:pt x="3287" y="8026"/>
                  </a:cubicBezTo>
                  <a:cubicBezTo>
                    <a:pt x="3187" y="8069"/>
                    <a:pt x="3018" y="8077"/>
                    <a:pt x="2863" y="8077"/>
                  </a:cubicBezTo>
                  <a:cubicBezTo>
                    <a:pt x="2760" y="8077"/>
                    <a:pt x="2663" y="8073"/>
                    <a:pt x="2596" y="8073"/>
                  </a:cubicBezTo>
                  <a:lnTo>
                    <a:pt x="2596" y="9169"/>
                  </a:lnTo>
                  <a:lnTo>
                    <a:pt x="691" y="9169"/>
                  </a:lnTo>
                  <a:lnTo>
                    <a:pt x="691" y="691"/>
                  </a:lnTo>
                  <a:lnTo>
                    <a:pt x="2596" y="691"/>
                  </a:lnTo>
                  <a:lnTo>
                    <a:pt x="2596" y="5978"/>
                  </a:lnTo>
                  <a:cubicBezTo>
                    <a:pt x="2680" y="5978"/>
                    <a:pt x="2811" y="5972"/>
                    <a:pt x="2942" y="5972"/>
                  </a:cubicBezTo>
                  <a:cubicBezTo>
                    <a:pt x="3073" y="5972"/>
                    <a:pt x="3204" y="5978"/>
                    <a:pt x="3287" y="6002"/>
                  </a:cubicBezTo>
                  <a:lnTo>
                    <a:pt x="3287" y="691"/>
                  </a:lnTo>
                  <a:lnTo>
                    <a:pt x="8574" y="691"/>
                  </a:lnTo>
                  <a:lnTo>
                    <a:pt x="8574" y="6002"/>
                  </a:lnTo>
                  <a:cubicBezTo>
                    <a:pt x="8657" y="5978"/>
                    <a:pt x="8788" y="5972"/>
                    <a:pt x="8919" y="5972"/>
                  </a:cubicBezTo>
                  <a:cubicBezTo>
                    <a:pt x="9050" y="5972"/>
                    <a:pt x="9181" y="5978"/>
                    <a:pt x="9264" y="5978"/>
                  </a:cubicBezTo>
                  <a:lnTo>
                    <a:pt x="9264" y="691"/>
                  </a:lnTo>
                  <a:close/>
                  <a:moveTo>
                    <a:pt x="0" y="0"/>
                  </a:moveTo>
                  <a:lnTo>
                    <a:pt x="0" y="9859"/>
                  </a:lnTo>
                  <a:lnTo>
                    <a:pt x="11860" y="9859"/>
                  </a:lnTo>
                  <a:lnTo>
                    <a:pt x="118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5"/>
            <p:cNvSpPr/>
            <p:nvPr/>
          </p:nvSpPr>
          <p:spPr>
            <a:xfrm>
              <a:off x="6231661" y="1755411"/>
              <a:ext cx="58548" cy="36125"/>
            </a:xfrm>
            <a:custGeom>
              <a:avLst/>
              <a:gdLst/>
              <a:ahLst/>
              <a:cxnLst/>
              <a:rect l="l" t="t" r="r" b="b"/>
              <a:pathLst>
                <a:path w="1739" h="1073" extrusionOk="0">
                  <a:moveTo>
                    <a:pt x="905" y="1"/>
                  </a:moveTo>
                  <a:cubicBezTo>
                    <a:pt x="620" y="1"/>
                    <a:pt x="286" y="1"/>
                    <a:pt x="0" y="72"/>
                  </a:cubicBezTo>
                  <a:lnTo>
                    <a:pt x="143" y="525"/>
                  </a:lnTo>
                  <a:cubicBezTo>
                    <a:pt x="215" y="858"/>
                    <a:pt x="524" y="1072"/>
                    <a:pt x="881" y="1072"/>
                  </a:cubicBezTo>
                  <a:cubicBezTo>
                    <a:pt x="1215" y="1072"/>
                    <a:pt x="1524" y="858"/>
                    <a:pt x="1596" y="525"/>
                  </a:cubicBezTo>
                  <a:lnTo>
                    <a:pt x="1739" y="72"/>
                  </a:lnTo>
                  <a:cubicBezTo>
                    <a:pt x="1477" y="1"/>
                    <a:pt x="1167" y="1"/>
                    <a:pt x="9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5"/>
            <p:cNvSpPr/>
            <p:nvPr/>
          </p:nvSpPr>
          <p:spPr>
            <a:xfrm>
              <a:off x="6344716" y="1786688"/>
              <a:ext cx="29695" cy="24072"/>
            </a:xfrm>
            <a:custGeom>
              <a:avLst/>
              <a:gdLst/>
              <a:ahLst/>
              <a:cxnLst/>
              <a:rect l="l" t="t" r="r" b="b"/>
              <a:pathLst>
                <a:path w="882" h="715" extrusionOk="0">
                  <a:moveTo>
                    <a:pt x="453" y="0"/>
                  </a:moveTo>
                  <a:cubicBezTo>
                    <a:pt x="310" y="0"/>
                    <a:pt x="215" y="72"/>
                    <a:pt x="143" y="167"/>
                  </a:cubicBezTo>
                  <a:cubicBezTo>
                    <a:pt x="0" y="405"/>
                    <a:pt x="167" y="715"/>
                    <a:pt x="453" y="715"/>
                  </a:cubicBezTo>
                  <a:lnTo>
                    <a:pt x="881" y="715"/>
                  </a:lnTo>
                  <a:lnTo>
                    <a:pt x="8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5"/>
            <p:cNvSpPr/>
            <p:nvPr/>
          </p:nvSpPr>
          <p:spPr>
            <a:xfrm>
              <a:off x="6207589" y="1619799"/>
              <a:ext cx="97871" cy="48246"/>
            </a:xfrm>
            <a:custGeom>
              <a:avLst/>
              <a:gdLst/>
              <a:ahLst/>
              <a:cxnLst/>
              <a:rect l="l" t="t" r="r" b="b"/>
              <a:pathLst>
                <a:path w="2907" h="1433" extrusionOk="0">
                  <a:moveTo>
                    <a:pt x="1633" y="0"/>
                  </a:moveTo>
                  <a:cubicBezTo>
                    <a:pt x="860" y="0"/>
                    <a:pt x="105" y="540"/>
                    <a:pt x="1" y="1433"/>
                  </a:cubicBezTo>
                  <a:lnTo>
                    <a:pt x="858" y="1433"/>
                  </a:lnTo>
                  <a:cubicBezTo>
                    <a:pt x="1620" y="1433"/>
                    <a:pt x="2335" y="1147"/>
                    <a:pt x="2906" y="623"/>
                  </a:cubicBezTo>
                  <a:cubicBezTo>
                    <a:pt x="2567" y="194"/>
                    <a:pt x="2097" y="0"/>
                    <a:pt x="16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5"/>
            <p:cNvSpPr/>
            <p:nvPr/>
          </p:nvSpPr>
          <p:spPr>
            <a:xfrm>
              <a:off x="6207589" y="1662422"/>
              <a:ext cx="109891" cy="93023"/>
            </a:xfrm>
            <a:custGeom>
              <a:avLst/>
              <a:gdLst/>
              <a:ahLst/>
              <a:cxnLst/>
              <a:rect l="l" t="t" r="r" b="b"/>
              <a:pathLst>
                <a:path w="3264" h="2763" extrusionOk="0">
                  <a:moveTo>
                    <a:pt x="3216" y="0"/>
                  </a:moveTo>
                  <a:cubicBezTo>
                    <a:pt x="2549" y="572"/>
                    <a:pt x="1739" y="857"/>
                    <a:pt x="858" y="857"/>
                  </a:cubicBezTo>
                  <a:lnTo>
                    <a:pt x="1" y="857"/>
                  </a:lnTo>
                  <a:lnTo>
                    <a:pt x="1" y="1143"/>
                  </a:lnTo>
                  <a:cubicBezTo>
                    <a:pt x="1" y="2048"/>
                    <a:pt x="715" y="2763"/>
                    <a:pt x="1620" y="2763"/>
                  </a:cubicBezTo>
                  <a:cubicBezTo>
                    <a:pt x="2525" y="2763"/>
                    <a:pt x="3240" y="2048"/>
                    <a:pt x="3240" y="1143"/>
                  </a:cubicBezTo>
                  <a:cubicBezTo>
                    <a:pt x="3240" y="905"/>
                    <a:pt x="3263" y="238"/>
                    <a:pt x="3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5"/>
            <p:cNvSpPr/>
            <p:nvPr/>
          </p:nvSpPr>
          <p:spPr>
            <a:xfrm>
              <a:off x="6149883" y="1786688"/>
              <a:ext cx="30503" cy="24072"/>
            </a:xfrm>
            <a:custGeom>
              <a:avLst/>
              <a:gdLst/>
              <a:ahLst/>
              <a:cxnLst/>
              <a:rect l="l" t="t" r="r" b="b"/>
              <a:pathLst>
                <a:path w="906" h="715" extrusionOk="0">
                  <a:moveTo>
                    <a:pt x="0" y="0"/>
                  </a:moveTo>
                  <a:lnTo>
                    <a:pt x="0" y="715"/>
                  </a:lnTo>
                  <a:lnTo>
                    <a:pt x="429" y="715"/>
                  </a:lnTo>
                  <a:cubicBezTo>
                    <a:pt x="905" y="691"/>
                    <a:pt x="905" y="24"/>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 name="Google Shape;1591;p75"/>
          <p:cNvGrpSpPr/>
          <p:nvPr/>
        </p:nvGrpSpPr>
        <p:grpSpPr>
          <a:xfrm>
            <a:off x="1392192" y="3382180"/>
            <a:ext cx="399295" cy="400136"/>
            <a:chOff x="1392192" y="3382180"/>
            <a:chExt cx="399295" cy="400136"/>
          </a:xfrm>
        </p:grpSpPr>
        <p:sp>
          <p:nvSpPr>
            <p:cNvPr id="1592" name="Google Shape;1592;p75"/>
            <p:cNvSpPr/>
            <p:nvPr/>
          </p:nvSpPr>
          <p:spPr>
            <a:xfrm>
              <a:off x="1443501" y="3628322"/>
              <a:ext cx="100262" cy="106692"/>
            </a:xfrm>
            <a:custGeom>
              <a:avLst/>
              <a:gdLst/>
              <a:ahLst/>
              <a:cxnLst/>
              <a:rect l="l" t="t" r="r" b="b"/>
              <a:pathLst>
                <a:path w="2978" h="3169" extrusionOk="0">
                  <a:moveTo>
                    <a:pt x="0" y="1"/>
                  </a:moveTo>
                  <a:lnTo>
                    <a:pt x="0" y="787"/>
                  </a:lnTo>
                  <a:cubicBezTo>
                    <a:pt x="0" y="1263"/>
                    <a:pt x="310" y="1668"/>
                    <a:pt x="738" y="1787"/>
                  </a:cubicBezTo>
                  <a:cubicBezTo>
                    <a:pt x="691" y="2120"/>
                    <a:pt x="786" y="2478"/>
                    <a:pt x="1024" y="2716"/>
                  </a:cubicBezTo>
                  <a:lnTo>
                    <a:pt x="1501" y="3168"/>
                  </a:lnTo>
                  <a:lnTo>
                    <a:pt x="1977" y="2668"/>
                  </a:lnTo>
                  <a:lnTo>
                    <a:pt x="1524" y="2216"/>
                  </a:lnTo>
                  <a:cubicBezTo>
                    <a:pt x="1381" y="2097"/>
                    <a:pt x="1381" y="1858"/>
                    <a:pt x="1524" y="1739"/>
                  </a:cubicBezTo>
                  <a:cubicBezTo>
                    <a:pt x="1584" y="1668"/>
                    <a:pt x="1673" y="1632"/>
                    <a:pt x="1765" y="1632"/>
                  </a:cubicBezTo>
                  <a:cubicBezTo>
                    <a:pt x="1858" y="1632"/>
                    <a:pt x="1953" y="1668"/>
                    <a:pt x="2024" y="1739"/>
                  </a:cubicBezTo>
                  <a:lnTo>
                    <a:pt x="2477" y="2192"/>
                  </a:lnTo>
                  <a:lnTo>
                    <a:pt x="2977" y="1692"/>
                  </a:lnTo>
                  <a:lnTo>
                    <a:pt x="2501" y="1239"/>
                  </a:lnTo>
                  <a:cubicBezTo>
                    <a:pt x="2382" y="1120"/>
                    <a:pt x="2239" y="1025"/>
                    <a:pt x="2072" y="977"/>
                  </a:cubicBezTo>
                  <a:cubicBezTo>
                    <a:pt x="2096" y="858"/>
                    <a:pt x="2072" y="144"/>
                    <a:pt x="2072" y="1"/>
                  </a:cubicBezTo>
                  <a:lnTo>
                    <a:pt x="1381" y="1"/>
                  </a:lnTo>
                  <a:lnTo>
                    <a:pt x="1381" y="787"/>
                  </a:lnTo>
                  <a:cubicBezTo>
                    <a:pt x="1381" y="977"/>
                    <a:pt x="1239" y="1144"/>
                    <a:pt x="1048" y="1144"/>
                  </a:cubicBezTo>
                  <a:cubicBezTo>
                    <a:pt x="858" y="1144"/>
                    <a:pt x="691" y="977"/>
                    <a:pt x="691" y="787"/>
                  </a:cubicBez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5"/>
            <p:cNvSpPr/>
            <p:nvPr/>
          </p:nvSpPr>
          <p:spPr>
            <a:xfrm>
              <a:off x="1412224" y="3578629"/>
              <a:ext cx="140360" cy="26496"/>
            </a:xfrm>
            <a:custGeom>
              <a:avLst/>
              <a:gdLst/>
              <a:ahLst/>
              <a:cxnLst/>
              <a:rect l="l" t="t" r="r" b="b"/>
              <a:pathLst>
                <a:path w="4169" h="787" extrusionOk="0">
                  <a:moveTo>
                    <a:pt x="0" y="0"/>
                  </a:moveTo>
                  <a:lnTo>
                    <a:pt x="0" y="786"/>
                  </a:lnTo>
                  <a:lnTo>
                    <a:pt x="4168" y="786"/>
                  </a:lnTo>
                  <a:lnTo>
                    <a:pt x="41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5"/>
            <p:cNvSpPr/>
            <p:nvPr/>
          </p:nvSpPr>
          <p:spPr>
            <a:xfrm>
              <a:off x="1639915" y="3628322"/>
              <a:ext cx="100262" cy="106692"/>
            </a:xfrm>
            <a:custGeom>
              <a:avLst/>
              <a:gdLst/>
              <a:ahLst/>
              <a:cxnLst/>
              <a:rect l="l" t="t" r="r" b="b"/>
              <a:pathLst>
                <a:path w="2978" h="3169" extrusionOk="0">
                  <a:moveTo>
                    <a:pt x="906" y="1"/>
                  </a:moveTo>
                  <a:cubicBezTo>
                    <a:pt x="906" y="144"/>
                    <a:pt x="882" y="858"/>
                    <a:pt x="906" y="977"/>
                  </a:cubicBezTo>
                  <a:cubicBezTo>
                    <a:pt x="739" y="1025"/>
                    <a:pt x="596" y="1120"/>
                    <a:pt x="477" y="1239"/>
                  </a:cubicBezTo>
                  <a:lnTo>
                    <a:pt x="1" y="1692"/>
                  </a:lnTo>
                  <a:lnTo>
                    <a:pt x="501" y="2192"/>
                  </a:lnTo>
                  <a:lnTo>
                    <a:pt x="953" y="1739"/>
                  </a:lnTo>
                  <a:cubicBezTo>
                    <a:pt x="1025" y="1668"/>
                    <a:pt x="1120" y="1632"/>
                    <a:pt x="1212" y="1632"/>
                  </a:cubicBezTo>
                  <a:cubicBezTo>
                    <a:pt x="1305" y="1632"/>
                    <a:pt x="1394" y="1668"/>
                    <a:pt x="1453" y="1739"/>
                  </a:cubicBezTo>
                  <a:cubicBezTo>
                    <a:pt x="1596" y="1858"/>
                    <a:pt x="1596" y="2097"/>
                    <a:pt x="1453" y="2216"/>
                  </a:cubicBezTo>
                  <a:lnTo>
                    <a:pt x="1001" y="2668"/>
                  </a:lnTo>
                  <a:lnTo>
                    <a:pt x="1477" y="3168"/>
                  </a:lnTo>
                  <a:lnTo>
                    <a:pt x="1954" y="2716"/>
                  </a:lnTo>
                  <a:cubicBezTo>
                    <a:pt x="2192" y="2478"/>
                    <a:pt x="2287" y="2120"/>
                    <a:pt x="2239" y="1787"/>
                  </a:cubicBezTo>
                  <a:cubicBezTo>
                    <a:pt x="2668" y="1668"/>
                    <a:pt x="2978" y="1263"/>
                    <a:pt x="2978" y="787"/>
                  </a:cubicBezTo>
                  <a:lnTo>
                    <a:pt x="2978" y="1"/>
                  </a:lnTo>
                  <a:lnTo>
                    <a:pt x="2287" y="1"/>
                  </a:lnTo>
                  <a:lnTo>
                    <a:pt x="2287" y="787"/>
                  </a:lnTo>
                  <a:cubicBezTo>
                    <a:pt x="2287" y="977"/>
                    <a:pt x="2144" y="1144"/>
                    <a:pt x="1930" y="1144"/>
                  </a:cubicBezTo>
                  <a:cubicBezTo>
                    <a:pt x="1739" y="1144"/>
                    <a:pt x="1596" y="977"/>
                    <a:pt x="1596" y="787"/>
                  </a:cubicBezTo>
                  <a:lnTo>
                    <a:pt x="15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5"/>
            <p:cNvSpPr/>
            <p:nvPr/>
          </p:nvSpPr>
          <p:spPr>
            <a:xfrm>
              <a:off x="1631095" y="3578629"/>
              <a:ext cx="140360" cy="26496"/>
            </a:xfrm>
            <a:custGeom>
              <a:avLst/>
              <a:gdLst/>
              <a:ahLst/>
              <a:cxnLst/>
              <a:rect l="l" t="t" r="r" b="b"/>
              <a:pathLst>
                <a:path w="4169" h="787" extrusionOk="0">
                  <a:moveTo>
                    <a:pt x="1" y="0"/>
                  </a:moveTo>
                  <a:lnTo>
                    <a:pt x="1" y="786"/>
                  </a:lnTo>
                  <a:lnTo>
                    <a:pt x="4168" y="786"/>
                  </a:lnTo>
                  <a:lnTo>
                    <a:pt x="41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5"/>
            <p:cNvSpPr/>
            <p:nvPr/>
          </p:nvSpPr>
          <p:spPr>
            <a:xfrm>
              <a:off x="1523662" y="3752621"/>
              <a:ext cx="23298" cy="23264"/>
            </a:xfrm>
            <a:custGeom>
              <a:avLst/>
              <a:gdLst/>
              <a:ahLst/>
              <a:cxnLst/>
              <a:rect l="l" t="t" r="r" b="b"/>
              <a:pathLst>
                <a:path w="692" h="691" extrusionOk="0">
                  <a:moveTo>
                    <a:pt x="1" y="0"/>
                  </a:moveTo>
                  <a:lnTo>
                    <a:pt x="1" y="691"/>
                  </a:lnTo>
                  <a:lnTo>
                    <a:pt x="691" y="691"/>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5"/>
            <p:cNvSpPr/>
            <p:nvPr/>
          </p:nvSpPr>
          <p:spPr>
            <a:xfrm>
              <a:off x="1579786" y="3663605"/>
              <a:ext cx="24106" cy="23298"/>
            </a:xfrm>
            <a:custGeom>
              <a:avLst/>
              <a:gdLst/>
              <a:ahLst/>
              <a:cxnLst/>
              <a:rect l="l" t="t" r="r" b="b"/>
              <a:pathLst>
                <a:path w="716" h="692" extrusionOk="0">
                  <a:moveTo>
                    <a:pt x="1" y="1"/>
                  </a:moveTo>
                  <a:lnTo>
                    <a:pt x="1" y="691"/>
                  </a:lnTo>
                  <a:lnTo>
                    <a:pt x="715" y="691"/>
                  </a:lnTo>
                  <a:lnTo>
                    <a:pt x="7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5"/>
            <p:cNvSpPr/>
            <p:nvPr/>
          </p:nvSpPr>
          <p:spPr>
            <a:xfrm>
              <a:off x="1579786" y="3736562"/>
              <a:ext cx="24106" cy="24106"/>
            </a:xfrm>
            <a:custGeom>
              <a:avLst/>
              <a:gdLst/>
              <a:ahLst/>
              <a:cxnLst/>
              <a:rect l="l" t="t" r="r" b="b"/>
              <a:pathLst>
                <a:path w="716" h="716" extrusionOk="0">
                  <a:moveTo>
                    <a:pt x="1" y="1"/>
                  </a:moveTo>
                  <a:lnTo>
                    <a:pt x="1" y="715"/>
                  </a:lnTo>
                  <a:lnTo>
                    <a:pt x="715" y="715"/>
                  </a:lnTo>
                  <a:lnTo>
                    <a:pt x="7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5"/>
            <p:cNvSpPr/>
            <p:nvPr/>
          </p:nvSpPr>
          <p:spPr>
            <a:xfrm>
              <a:off x="1652743" y="3759018"/>
              <a:ext cx="23298" cy="23298"/>
            </a:xfrm>
            <a:custGeom>
              <a:avLst/>
              <a:gdLst/>
              <a:ahLst/>
              <a:cxnLst/>
              <a:rect l="l" t="t" r="r" b="b"/>
              <a:pathLst>
                <a:path w="692" h="692" extrusionOk="0">
                  <a:moveTo>
                    <a:pt x="1" y="1"/>
                  </a:moveTo>
                  <a:lnTo>
                    <a:pt x="1" y="691"/>
                  </a:lnTo>
                  <a:lnTo>
                    <a:pt x="691" y="691"/>
                  </a:ln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5"/>
            <p:cNvSpPr/>
            <p:nvPr/>
          </p:nvSpPr>
          <p:spPr>
            <a:xfrm>
              <a:off x="1392192" y="3382180"/>
              <a:ext cx="143525" cy="172445"/>
            </a:xfrm>
            <a:custGeom>
              <a:avLst/>
              <a:gdLst/>
              <a:ahLst/>
              <a:cxnLst/>
              <a:rect l="l" t="t" r="r" b="b"/>
              <a:pathLst>
                <a:path w="4263" h="5122" extrusionOk="0">
                  <a:moveTo>
                    <a:pt x="0" y="1"/>
                  </a:moveTo>
                  <a:lnTo>
                    <a:pt x="0" y="2287"/>
                  </a:lnTo>
                  <a:cubicBezTo>
                    <a:pt x="0" y="3430"/>
                    <a:pt x="548" y="4502"/>
                    <a:pt x="1477" y="5121"/>
                  </a:cubicBezTo>
                  <a:lnTo>
                    <a:pt x="4263" y="5121"/>
                  </a:lnTo>
                  <a:lnTo>
                    <a:pt x="4263" y="2311"/>
                  </a:lnTo>
                  <a:cubicBezTo>
                    <a:pt x="4263" y="1882"/>
                    <a:pt x="3930" y="1549"/>
                    <a:pt x="3501" y="1549"/>
                  </a:cubicBezTo>
                  <a:cubicBezTo>
                    <a:pt x="3310" y="1549"/>
                    <a:pt x="3120" y="1644"/>
                    <a:pt x="2977" y="1787"/>
                  </a:cubicBezTo>
                  <a:cubicBezTo>
                    <a:pt x="2858" y="1906"/>
                    <a:pt x="2763" y="2097"/>
                    <a:pt x="2763" y="2311"/>
                  </a:cubicBezTo>
                  <a:lnTo>
                    <a:pt x="2763" y="3025"/>
                  </a:lnTo>
                  <a:cubicBezTo>
                    <a:pt x="2358" y="2787"/>
                    <a:pt x="1977" y="2454"/>
                    <a:pt x="1762" y="2049"/>
                  </a:cubicBezTo>
                  <a:cubicBezTo>
                    <a:pt x="1643" y="1858"/>
                    <a:pt x="1572" y="1573"/>
                    <a:pt x="1500" y="1239"/>
                  </a:cubicBezTo>
                  <a:cubicBezTo>
                    <a:pt x="1358" y="525"/>
                    <a:pt x="738"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5"/>
            <p:cNvSpPr/>
            <p:nvPr/>
          </p:nvSpPr>
          <p:spPr>
            <a:xfrm>
              <a:off x="1647928" y="3382180"/>
              <a:ext cx="143558" cy="172445"/>
            </a:xfrm>
            <a:custGeom>
              <a:avLst/>
              <a:gdLst/>
              <a:ahLst/>
              <a:cxnLst/>
              <a:rect l="l" t="t" r="r" b="b"/>
              <a:pathLst>
                <a:path w="4264" h="5122" extrusionOk="0">
                  <a:moveTo>
                    <a:pt x="4264" y="1"/>
                  </a:moveTo>
                  <a:cubicBezTo>
                    <a:pt x="3525" y="1"/>
                    <a:pt x="2906" y="525"/>
                    <a:pt x="2763" y="1239"/>
                  </a:cubicBezTo>
                  <a:cubicBezTo>
                    <a:pt x="2692" y="1573"/>
                    <a:pt x="2621" y="1858"/>
                    <a:pt x="2501" y="2049"/>
                  </a:cubicBezTo>
                  <a:cubicBezTo>
                    <a:pt x="2287" y="2454"/>
                    <a:pt x="1906" y="2787"/>
                    <a:pt x="1501" y="3025"/>
                  </a:cubicBezTo>
                  <a:lnTo>
                    <a:pt x="1501" y="2311"/>
                  </a:lnTo>
                  <a:cubicBezTo>
                    <a:pt x="1501" y="2097"/>
                    <a:pt x="1406" y="1906"/>
                    <a:pt x="1287" y="1787"/>
                  </a:cubicBezTo>
                  <a:cubicBezTo>
                    <a:pt x="1144" y="1644"/>
                    <a:pt x="954" y="1549"/>
                    <a:pt x="763" y="1549"/>
                  </a:cubicBezTo>
                  <a:cubicBezTo>
                    <a:pt x="334" y="1549"/>
                    <a:pt x="1" y="1882"/>
                    <a:pt x="1" y="2311"/>
                  </a:cubicBezTo>
                  <a:lnTo>
                    <a:pt x="1" y="5121"/>
                  </a:lnTo>
                  <a:lnTo>
                    <a:pt x="2787" y="5121"/>
                  </a:lnTo>
                  <a:cubicBezTo>
                    <a:pt x="3716" y="4502"/>
                    <a:pt x="4264" y="3430"/>
                    <a:pt x="4264" y="2287"/>
                  </a:cubicBezTo>
                  <a:lnTo>
                    <a:pt x="426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2" name="Google Shape;1602;p75"/>
          <p:cNvSpPr/>
          <p:nvPr/>
        </p:nvSpPr>
        <p:spPr>
          <a:xfrm>
            <a:off x="6733573" y="1575829"/>
            <a:ext cx="400105" cy="304691"/>
          </a:xfrm>
          <a:custGeom>
            <a:avLst/>
            <a:gdLst/>
            <a:ahLst/>
            <a:cxnLst/>
            <a:rect l="l" t="t" r="r" b="b"/>
            <a:pathLst>
              <a:path w="11884" h="9050" extrusionOk="0">
                <a:moveTo>
                  <a:pt x="1405" y="691"/>
                </a:moveTo>
                <a:lnTo>
                  <a:pt x="1405" y="5978"/>
                </a:lnTo>
                <a:lnTo>
                  <a:pt x="1239" y="5978"/>
                </a:lnTo>
                <a:cubicBezTo>
                  <a:pt x="929" y="5978"/>
                  <a:pt x="691" y="5739"/>
                  <a:pt x="691" y="5430"/>
                </a:cubicBezTo>
                <a:lnTo>
                  <a:pt x="691" y="1239"/>
                </a:lnTo>
                <a:cubicBezTo>
                  <a:pt x="691" y="953"/>
                  <a:pt x="929" y="691"/>
                  <a:pt x="1239" y="691"/>
                </a:cubicBezTo>
                <a:close/>
                <a:moveTo>
                  <a:pt x="2787" y="691"/>
                </a:moveTo>
                <a:lnTo>
                  <a:pt x="2787" y="5978"/>
                </a:lnTo>
                <a:lnTo>
                  <a:pt x="2096" y="5978"/>
                </a:lnTo>
                <a:lnTo>
                  <a:pt x="2096" y="691"/>
                </a:lnTo>
                <a:close/>
                <a:moveTo>
                  <a:pt x="4192" y="691"/>
                </a:moveTo>
                <a:lnTo>
                  <a:pt x="4192" y="5978"/>
                </a:lnTo>
                <a:lnTo>
                  <a:pt x="3501" y="5978"/>
                </a:lnTo>
                <a:lnTo>
                  <a:pt x="3501" y="691"/>
                </a:lnTo>
                <a:close/>
                <a:moveTo>
                  <a:pt x="5597" y="2263"/>
                </a:moveTo>
                <a:lnTo>
                  <a:pt x="5597" y="5978"/>
                </a:lnTo>
                <a:lnTo>
                  <a:pt x="4882" y="5978"/>
                </a:lnTo>
                <a:lnTo>
                  <a:pt x="4882" y="2263"/>
                </a:lnTo>
                <a:close/>
                <a:moveTo>
                  <a:pt x="7002" y="2263"/>
                </a:moveTo>
                <a:lnTo>
                  <a:pt x="7002" y="5978"/>
                </a:lnTo>
                <a:lnTo>
                  <a:pt x="6287" y="5978"/>
                </a:lnTo>
                <a:lnTo>
                  <a:pt x="6287" y="2263"/>
                </a:lnTo>
                <a:close/>
                <a:moveTo>
                  <a:pt x="8407" y="691"/>
                </a:moveTo>
                <a:lnTo>
                  <a:pt x="8407" y="5978"/>
                </a:lnTo>
                <a:lnTo>
                  <a:pt x="7692" y="5978"/>
                </a:lnTo>
                <a:lnTo>
                  <a:pt x="7692" y="691"/>
                </a:lnTo>
                <a:close/>
                <a:moveTo>
                  <a:pt x="9788" y="691"/>
                </a:moveTo>
                <a:lnTo>
                  <a:pt x="9788" y="5978"/>
                </a:lnTo>
                <a:lnTo>
                  <a:pt x="9097" y="5978"/>
                </a:lnTo>
                <a:lnTo>
                  <a:pt x="9097" y="691"/>
                </a:lnTo>
                <a:close/>
                <a:moveTo>
                  <a:pt x="10645" y="691"/>
                </a:moveTo>
                <a:cubicBezTo>
                  <a:pt x="10955" y="691"/>
                  <a:pt x="11193" y="929"/>
                  <a:pt x="11193" y="1239"/>
                </a:cubicBezTo>
                <a:lnTo>
                  <a:pt x="11193" y="5430"/>
                </a:lnTo>
                <a:cubicBezTo>
                  <a:pt x="11193" y="5739"/>
                  <a:pt x="10955" y="5978"/>
                  <a:pt x="10645" y="5978"/>
                </a:cubicBezTo>
                <a:lnTo>
                  <a:pt x="10502" y="5978"/>
                </a:lnTo>
                <a:lnTo>
                  <a:pt x="10502" y="691"/>
                </a:lnTo>
                <a:close/>
                <a:moveTo>
                  <a:pt x="1239" y="0"/>
                </a:moveTo>
                <a:cubicBezTo>
                  <a:pt x="548" y="0"/>
                  <a:pt x="0" y="548"/>
                  <a:pt x="0" y="1239"/>
                </a:cubicBezTo>
                <a:lnTo>
                  <a:pt x="0" y="5430"/>
                </a:lnTo>
                <a:cubicBezTo>
                  <a:pt x="0" y="6120"/>
                  <a:pt x="548" y="6668"/>
                  <a:pt x="1239" y="6668"/>
                </a:cubicBezTo>
                <a:lnTo>
                  <a:pt x="2096" y="6668"/>
                </a:lnTo>
                <a:lnTo>
                  <a:pt x="2096" y="8359"/>
                </a:lnTo>
                <a:lnTo>
                  <a:pt x="1286" y="8359"/>
                </a:lnTo>
                <a:lnTo>
                  <a:pt x="1286" y="9050"/>
                </a:lnTo>
                <a:lnTo>
                  <a:pt x="3596" y="9050"/>
                </a:lnTo>
                <a:lnTo>
                  <a:pt x="3596" y="8359"/>
                </a:lnTo>
                <a:lnTo>
                  <a:pt x="2787" y="8359"/>
                </a:lnTo>
                <a:lnTo>
                  <a:pt x="2787" y="6668"/>
                </a:lnTo>
                <a:lnTo>
                  <a:pt x="9097" y="6668"/>
                </a:lnTo>
                <a:lnTo>
                  <a:pt x="9097" y="8359"/>
                </a:lnTo>
                <a:lnTo>
                  <a:pt x="8288" y="8359"/>
                </a:lnTo>
                <a:lnTo>
                  <a:pt x="8288" y="9050"/>
                </a:lnTo>
                <a:lnTo>
                  <a:pt x="10598" y="9050"/>
                </a:lnTo>
                <a:lnTo>
                  <a:pt x="10598" y="8359"/>
                </a:lnTo>
                <a:lnTo>
                  <a:pt x="9788" y="8359"/>
                </a:lnTo>
                <a:lnTo>
                  <a:pt x="9788" y="6668"/>
                </a:lnTo>
                <a:lnTo>
                  <a:pt x="10645" y="6668"/>
                </a:lnTo>
                <a:cubicBezTo>
                  <a:pt x="11336" y="6668"/>
                  <a:pt x="11884" y="6120"/>
                  <a:pt x="11884" y="5430"/>
                </a:cubicBezTo>
                <a:lnTo>
                  <a:pt x="11884" y="1239"/>
                </a:lnTo>
                <a:cubicBezTo>
                  <a:pt x="11884" y="548"/>
                  <a:pt x="11336" y="0"/>
                  <a:pt x="106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 name="Google Shape;1603;p75"/>
          <p:cNvGrpSpPr/>
          <p:nvPr/>
        </p:nvGrpSpPr>
        <p:grpSpPr>
          <a:xfrm>
            <a:off x="7396616" y="1528527"/>
            <a:ext cx="376873" cy="399295"/>
            <a:chOff x="7396616" y="1528527"/>
            <a:chExt cx="376873" cy="399295"/>
          </a:xfrm>
        </p:grpSpPr>
        <p:sp>
          <p:nvSpPr>
            <p:cNvPr id="1604" name="Google Shape;1604;p75"/>
            <p:cNvSpPr/>
            <p:nvPr/>
          </p:nvSpPr>
          <p:spPr>
            <a:xfrm>
              <a:off x="7532127" y="1746590"/>
              <a:ext cx="40906" cy="45754"/>
            </a:xfrm>
            <a:custGeom>
              <a:avLst/>
              <a:gdLst/>
              <a:ahLst/>
              <a:cxnLst/>
              <a:rect l="l" t="t" r="r" b="b"/>
              <a:pathLst>
                <a:path w="1215" h="1359" extrusionOk="0">
                  <a:moveTo>
                    <a:pt x="1215" y="1"/>
                  </a:moveTo>
                  <a:cubicBezTo>
                    <a:pt x="786" y="1"/>
                    <a:pt x="381" y="72"/>
                    <a:pt x="0" y="167"/>
                  </a:cubicBezTo>
                  <a:lnTo>
                    <a:pt x="334" y="691"/>
                  </a:lnTo>
                  <a:cubicBezTo>
                    <a:pt x="572" y="1048"/>
                    <a:pt x="882" y="1263"/>
                    <a:pt x="1215" y="1358"/>
                  </a:cubicBezTo>
                  <a:lnTo>
                    <a:pt x="1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5"/>
            <p:cNvSpPr/>
            <p:nvPr/>
          </p:nvSpPr>
          <p:spPr>
            <a:xfrm>
              <a:off x="7597071" y="1746590"/>
              <a:ext cx="40906" cy="45754"/>
            </a:xfrm>
            <a:custGeom>
              <a:avLst/>
              <a:gdLst/>
              <a:ahLst/>
              <a:cxnLst/>
              <a:rect l="l" t="t" r="r" b="b"/>
              <a:pathLst>
                <a:path w="1215" h="1359" extrusionOk="0">
                  <a:moveTo>
                    <a:pt x="0" y="1"/>
                  </a:moveTo>
                  <a:lnTo>
                    <a:pt x="0" y="1358"/>
                  </a:lnTo>
                  <a:cubicBezTo>
                    <a:pt x="334" y="1263"/>
                    <a:pt x="643" y="1025"/>
                    <a:pt x="858" y="691"/>
                  </a:cubicBezTo>
                  <a:lnTo>
                    <a:pt x="1215" y="167"/>
                  </a:lnTo>
                  <a:cubicBezTo>
                    <a:pt x="810" y="72"/>
                    <a:pt x="405"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5"/>
            <p:cNvSpPr/>
            <p:nvPr/>
          </p:nvSpPr>
          <p:spPr>
            <a:xfrm>
              <a:off x="7396616" y="1760225"/>
              <a:ext cx="176418" cy="167597"/>
            </a:xfrm>
            <a:custGeom>
              <a:avLst/>
              <a:gdLst/>
              <a:ahLst/>
              <a:cxnLst/>
              <a:rect l="l" t="t" r="r" b="b"/>
              <a:pathLst>
                <a:path w="5240" h="4978" extrusionOk="0">
                  <a:moveTo>
                    <a:pt x="3335" y="0"/>
                  </a:moveTo>
                  <a:cubicBezTo>
                    <a:pt x="1382" y="810"/>
                    <a:pt x="1" y="2739"/>
                    <a:pt x="1" y="4978"/>
                  </a:cubicBezTo>
                  <a:lnTo>
                    <a:pt x="5240" y="4978"/>
                  </a:lnTo>
                  <a:lnTo>
                    <a:pt x="5240" y="1667"/>
                  </a:lnTo>
                  <a:cubicBezTo>
                    <a:pt x="4668" y="1572"/>
                    <a:pt x="4145" y="1215"/>
                    <a:pt x="3787" y="691"/>
                  </a:cubicBezTo>
                  <a:lnTo>
                    <a:pt x="33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5"/>
            <p:cNvSpPr/>
            <p:nvPr/>
          </p:nvSpPr>
          <p:spPr>
            <a:xfrm>
              <a:off x="7597071" y="1759417"/>
              <a:ext cx="176418" cy="168405"/>
            </a:xfrm>
            <a:custGeom>
              <a:avLst/>
              <a:gdLst/>
              <a:ahLst/>
              <a:cxnLst/>
              <a:rect l="l" t="t" r="r" b="b"/>
              <a:pathLst>
                <a:path w="5240" h="5002" extrusionOk="0">
                  <a:moveTo>
                    <a:pt x="1882" y="1"/>
                  </a:moveTo>
                  <a:cubicBezTo>
                    <a:pt x="1358" y="834"/>
                    <a:pt x="977" y="1501"/>
                    <a:pt x="0" y="1691"/>
                  </a:cubicBezTo>
                  <a:lnTo>
                    <a:pt x="0" y="5002"/>
                  </a:lnTo>
                  <a:lnTo>
                    <a:pt x="5240" y="5002"/>
                  </a:lnTo>
                  <a:cubicBezTo>
                    <a:pt x="5240" y="3525"/>
                    <a:pt x="4620" y="2168"/>
                    <a:pt x="3644" y="1191"/>
                  </a:cubicBezTo>
                  <a:cubicBezTo>
                    <a:pt x="3144" y="691"/>
                    <a:pt x="2549" y="286"/>
                    <a:pt x="1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5"/>
            <p:cNvSpPr/>
            <p:nvPr/>
          </p:nvSpPr>
          <p:spPr>
            <a:xfrm>
              <a:off x="7476003" y="1603874"/>
              <a:ext cx="97030" cy="141942"/>
            </a:xfrm>
            <a:custGeom>
              <a:avLst/>
              <a:gdLst/>
              <a:ahLst/>
              <a:cxnLst/>
              <a:rect l="l" t="t" r="r" b="b"/>
              <a:pathLst>
                <a:path w="2882" h="4216" extrusionOk="0">
                  <a:moveTo>
                    <a:pt x="1144" y="1"/>
                  </a:moveTo>
                  <a:lnTo>
                    <a:pt x="1144" y="1025"/>
                  </a:lnTo>
                  <a:lnTo>
                    <a:pt x="786" y="1025"/>
                  </a:lnTo>
                  <a:cubicBezTo>
                    <a:pt x="334" y="1025"/>
                    <a:pt x="0" y="1382"/>
                    <a:pt x="0" y="1811"/>
                  </a:cubicBezTo>
                  <a:cubicBezTo>
                    <a:pt x="0" y="2239"/>
                    <a:pt x="334" y="2596"/>
                    <a:pt x="786" y="2596"/>
                  </a:cubicBezTo>
                  <a:lnTo>
                    <a:pt x="1191" y="2596"/>
                  </a:lnTo>
                  <a:cubicBezTo>
                    <a:pt x="1382" y="3430"/>
                    <a:pt x="2048" y="4073"/>
                    <a:pt x="2882" y="4216"/>
                  </a:cubicBezTo>
                  <a:lnTo>
                    <a:pt x="2882" y="2525"/>
                  </a:lnTo>
                  <a:cubicBezTo>
                    <a:pt x="2620" y="2454"/>
                    <a:pt x="2358" y="2334"/>
                    <a:pt x="2144" y="2120"/>
                  </a:cubicBezTo>
                  <a:lnTo>
                    <a:pt x="2620" y="1620"/>
                  </a:lnTo>
                  <a:cubicBezTo>
                    <a:pt x="2715" y="1691"/>
                    <a:pt x="2787" y="1763"/>
                    <a:pt x="2882" y="1787"/>
                  </a:cubicBezTo>
                  <a:lnTo>
                    <a:pt x="28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5"/>
            <p:cNvSpPr/>
            <p:nvPr/>
          </p:nvSpPr>
          <p:spPr>
            <a:xfrm>
              <a:off x="7597071" y="1603874"/>
              <a:ext cx="97030" cy="141942"/>
            </a:xfrm>
            <a:custGeom>
              <a:avLst/>
              <a:gdLst/>
              <a:ahLst/>
              <a:cxnLst/>
              <a:rect l="l" t="t" r="r" b="b"/>
              <a:pathLst>
                <a:path w="2882" h="4216" extrusionOk="0">
                  <a:moveTo>
                    <a:pt x="0" y="1"/>
                  </a:moveTo>
                  <a:lnTo>
                    <a:pt x="0" y="1763"/>
                  </a:lnTo>
                  <a:cubicBezTo>
                    <a:pt x="72" y="1739"/>
                    <a:pt x="143" y="1691"/>
                    <a:pt x="215" y="1620"/>
                  </a:cubicBezTo>
                  <a:lnTo>
                    <a:pt x="691" y="2120"/>
                  </a:lnTo>
                  <a:cubicBezTo>
                    <a:pt x="501" y="2311"/>
                    <a:pt x="239" y="2454"/>
                    <a:pt x="0" y="2501"/>
                  </a:cubicBezTo>
                  <a:lnTo>
                    <a:pt x="0" y="4216"/>
                  </a:lnTo>
                  <a:cubicBezTo>
                    <a:pt x="834" y="4073"/>
                    <a:pt x="1501" y="3430"/>
                    <a:pt x="1691" y="2596"/>
                  </a:cubicBezTo>
                  <a:lnTo>
                    <a:pt x="2096" y="2596"/>
                  </a:lnTo>
                  <a:cubicBezTo>
                    <a:pt x="2549" y="2596"/>
                    <a:pt x="2882" y="2239"/>
                    <a:pt x="2882" y="1811"/>
                  </a:cubicBezTo>
                  <a:cubicBezTo>
                    <a:pt x="2882" y="1382"/>
                    <a:pt x="2549" y="1025"/>
                    <a:pt x="2096" y="1025"/>
                  </a:cubicBezTo>
                  <a:lnTo>
                    <a:pt x="1739" y="1025"/>
                  </a:lnTo>
                  <a:lnTo>
                    <a:pt x="1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5"/>
            <p:cNvSpPr/>
            <p:nvPr/>
          </p:nvSpPr>
          <p:spPr>
            <a:xfrm>
              <a:off x="7483208" y="1528527"/>
              <a:ext cx="89825" cy="51343"/>
            </a:xfrm>
            <a:custGeom>
              <a:avLst/>
              <a:gdLst/>
              <a:ahLst/>
              <a:cxnLst/>
              <a:rect l="l" t="t" r="r" b="b"/>
              <a:pathLst>
                <a:path w="2668" h="1525" extrusionOk="0">
                  <a:moveTo>
                    <a:pt x="787" y="0"/>
                  </a:moveTo>
                  <a:cubicBezTo>
                    <a:pt x="572" y="0"/>
                    <a:pt x="382" y="72"/>
                    <a:pt x="239" y="214"/>
                  </a:cubicBezTo>
                  <a:cubicBezTo>
                    <a:pt x="96" y="357"/>
                    <a:pt x="1" y="548"/>
                    <a:pt x="1" y="762"/>
                  </a:cubicBezTo>
                  <a:cubicBezTo>
                    <a:pt x="1" y="1191"/>
                    <a:pt x="358" y="1524"/>
                    <a:pt x="787" y="1524"/>
                  </a:cubicBezTo>
                  <a:lnTo>
                    <a:pt x="2668" y="1524"/>
                  </a:lnTo>
                  <a:lnTo>
                    <a:pt x="26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5"/>
            <p:cNvSpPr/>
            <p:nvPr/>
          </p:nvSpPr>
          <p:spPr>
            <a:xfrm>
              <a:off x="7597071" y="1528527"/>
              <a:ext cx="58548" cy="51343"/>
            </a:xfrm>
            <a:custGeom>
              <a:avLst/>
              <a:gdLst/>
              <a:ahLst/>
              <a:cxnLst/>
              <a:rect l="l" t="t" r="r" b="b"/>
              <a:pathLst>
                <a:path w="1739" h="1525" extrusionOk="0">
                  <a:moveTo>
                    <a:pt x="0" y="0"/>
                  </a:moveTo>
                  <a:lnTo>
                    <a:pt x="0" y="1524"/>
                  </a:lnTo>
                  <a:lnTo>
                    <a:pt x="1739" y="1524"/>
                  </a:lnTo>
                  <a:cubicBezTo>
                    <a:pt x="1739" y="691"/>
                    <a:pt x="104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 name="Google Shape;1612;p75"/>
          <p:cNvGrpSpPr/>
          <p:nvPr/>
        </p:nvGrpSpPr>
        <p:grpSpPr>
          <a:xfrm>
            <a:off x="5401022" y="1545360"/>
            <a:ext cx="399328" cy="365627"/>
            <a:chOff x="5401022" y="1545360"/>
            <a:chExt cx="399328" cy="365627"/>
          </a:xfrm>
        </p:grpSpPr>
        <p:sp>
          <p:nvSpPr>
            <p:cNvPr id="1613" name="Google Shape;1613;p75"/>
            <p:cNvSpPr/>
            <p:nvPr/>
          </p:nvSpPr>
          <p:spPr>
            <a:xfrm>
              <a:off x="5449940" y="1872472"/>
              <a:ext cx="84202" cy="38516"/>
            </a:xfrm>
            <a:custGeom>
              <a:avLst/>
              <a:gdLst/>
              <a:ahLst/>
              <a:cxnLst/>
              <a:rect l="l" t="t" r="r" b="b"/>
              <a:pathLst>
                <a:path w="2501" h="1144" extrusionOk="0">
                  <a:moveTo>
                    <a:pt x="667" y="0"/>
                  </a:moveTo>
                  <a:lnTo>
                    <a:pt x="0" y="1144"/>
                  </a:lnTo>
                  <a:lnTo>
                    <a:pt x="810" y="1144"/>
                  </a:lnTo>
                  <a:lnTo>
                    <a:pt x="1262" y="382"/>
                  </a:lnTo>
                  <a:lnTo>
                    <a:pt x="1691" y="1144"/>
                  </a:lnTo>
                  <a:lnTo>
                    <a:pt x="2501" y="1144"/>
                  </a:lnTo>
                  <a:lnTo>
                    <a:pt x="18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5"/>
            <p:cNvSpPr/>
            <p:nvPr/>
          </p:nvSpPr>
          <p:spPr>
            <a:xfrm>
              <a:off x="5677632" y="1872472"/>
              <a:ext cx="85010" cy="38516"/>
            </a:xfrm>
            <a:custGeom>
              <a:avLst/>
              <a:gdLst/>
              <a:ahLst/>
              <a:cxnLst/>
              <a:rect l="l" t="t" r="r" b="b"/>
              <a:pathLst>
                <a:path w="2525" h="1144" extrusionOk="0">
                  <a:moveTo>
                    <a:pt x="691" y="0"/>
                  </a:moveTo>
                  <a:lnTo>
                    <a:pt x="1" y="1144"/>
                  </a:lnTo>
                  <a:lnTo>
                    <a:pt x="810" y="1144"/>
                  </a:lnTo>
                  <a:lnTo>
                    <a:pt x="1263" y="382"/>
                  </a:lnTo>
                  <a:lnTo>
                    <a:pt x="1715" y="1144"/>
                  </a:lnTo>
                  <a:lnTo>
                    <a:pt x="2525" y="1144"/>
                  </a:lnTo>
                  <a:lnTo>
                    <a:pt x="18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5"/>
            <p:cNvSpPr/>
            <p:nvPr/>
          </p:nvSpPr>
          <p:spPr>
            <a:xfrm>
              <a:off x="5549360" y="1799515"/>
              <a:ext cx="115480" cy="48145"/>
            </a:xfrm>
            <a:custGeom>
              <a:avLst/>
              <a:gdLst/>
              <a:ahLst/>
              <a:cxnLst/>
              <a:rect l="l" t="t" r="r" b="b"/>
              <a:pathLst>
                <a:path w="3430" h="1430" extrusionOk="0">
                  <a:moveTo>
                    <a:pt x="0" y="0"/>
                  </a:moveTo>
                  <a:lnTo>
                    <a:pt x="0" y="1429"/>
                  </a:lnTo>
                  <a:lnTo>
                    <a:pt x="3430" y="1429"/>
                  </a:lnTo>
                  <a:lnTo>
                    <a:pt x="3430" y="72"/>
                  </a:lnTo>
                  <a:cubicBezTo>
                    <a:pt x="3334" y="96"/>
                    <a:pt x="3144" y="334"/>
                    <a:pt x="3072" y="405"/>
                  </a:cubicBezTo>
                  <a:lnTo>
                    <a:pt x="2834" y="143"/>
                  </a:lnTo>
                  <a:cubicBezTo>
                    <a:pt x="2739" y="48"/>
                    <a:pt x="2596" y="0"/>
                    <a:pt x="2453" y="0"/>
                  </a:cubicBezTo>
                  <a:cubicBezTo>
                    <a:pt x="2310" y="0"/>
                    <a:pt x="2191" y="48"/>
                    <a:pt x="2096" y="143"/>
                  </a:cubicBezTo>
                  <a:lnTo>
                    <a:pt x="1834" y="405"/>
                  </a:lnTo>
                  <a:lnTo>
                    <a:pt x="1596" y="143"/>
                  </a:lnTo>
                  <a:cubicBezTo>
                    <a:pt x="1501" y="48"/>
                    <a:pt x="1358" y="0"/>
                    <a:pt x="1239" y="0"/>
                  </a:cubicBezTo>
                  <a:cubicBezTo>
                    <a:pt x="1096" y="0"/>
                    <a:pt x="953" y="48"/>
                    <a:pt x="858" y="143"/>
                  </a:cubicBezTo>
                  <a:lnTo>
                    <a:pt x="619" y="405"/>
                  </a:lnTo>
                  <a:lnTo>
                    <a:pt x="357" y="143"/>
                  </a:lnTo>
                  <a:cubicBezTo>
                    <a:pt x="262" y="48"/>
                    <a:pt x="143"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5"/>
            <p:cNvSpPr/>
            <p:nvPr/>
          </p:nvSpPr>
          <p:spPr>
            <a:xfrm>
              <a:off x="5401022" y="1799313"/>
              <a:ext cx="42522" cy="48347"/>
            </a:xfrm>
            <a:custGeom>
              <a:avLst/>
              <a:gdLst/>
              <a:ahLst/>
              <a:cxnLst/>
              <a:rect l="l" t="t" r="r" b="b"/>
              <a:pathLst>
                <a:path w="1263" h="1436" extrusionOk="0">
                  <a:moveTo>
                    <a:pt x="1190" y="0"/>
                  </a:moveTo>
                  <a:cubicBezTo>
                    <a:pt x="1066" y="0"/>
                    <a:pt x="933" y="50"/>
                    <a:pt x="834" y="149"/>
                  </a:cubicBezTo>
                  <a:lnTo>
                    <a:pt x="596" y="411"/>
                  </a:lnTo>
                  <a:lnTo>
                    <a:pt x="334" y="149"/>
                  </a:lnTo>
                  <a:cubicBezTo>
                    <a:pt x="239" y="54"/>
                    <a:pt x="120" y="6"/>
                    <a:pt x="1" y="6"/>
                  </a:cubicBezTo>
                  <a:lnTo>
                    <a:pt x="1" y="1435"/>
                  </a:lnTo>
                  <a:lnTo>
                    <a:pt x="1263" y="1435"/>
                  </a:lnTo>
                  <a:lnTo>
                    <a:pt x="1263" y="6"/>
                  </a:lnTo>
                  <a:cubicBezTo>
                    <a:pt x="1239" y="2"/>
                    <a:pt x="1214" y="0"/>
                    <a:pt x="11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5"/>
            <p:cNvSpPr/>
            <p:nvPr/>
          </p:nvSpPr>
          <p:spPr>
            <a:xfrm>
              <a:off x="5401022" y="1732955"/>
              <a:ext cx="52959" cy="48145"/>
            </a:xfrm>
            <a:custGeom>
              <a:avLst/>
              <a:gdLst/>
              <a:ahLst/>
              <a:cxnLst/>
              <a:rect l="l" t="t" r="r" b="b"/>
              <a:pathLst>
                <a:path w="1573" h="1430" extrusionOk="0">
                  <a:moveTo>
                    <a:pt x="1" y="1"/>
                  </a:moveTo>
                  <a:lnTo>
                    <a:pt x="1" y="1263"/>
                  </a:lnTo>
                  <a:cubicBezTo>
                    <a:pt x="215" y="1287"/>
                    <a:pt x="405" y="1334"/>
                    <a:pt x="596" y="1430"/>
                  </a:cubicBezTo>
                  <a:cubicBezTo>
                    <a:pt x="786" y="1311"/>
                    <a:pt x="1025" y="1263"/>
                    <a:pt x="1263" y="1263"/>
                  </a:cubicBezTo>
                  <a:cubicBezTo>
                    <a:pt x="1263" y="763"/>
                    <a:pt x="1287" y="406"/>
                    <a:pt x="1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5"/>
            <p:cNvSpPr/>
            <p:nvPr/>
          </p:nvSpPr>
          <p:spPr>
            <a:xfrm>
              <a:off x="5467582" y="1689658"/>
              <a:ext cx="103460" cy="158002"/>
            </a:xfrm>
            <a:custGeom>
              <a:avLst/>
              <a:gdLst/>
              <a:ahLst/>
              <a:cxnLst/>
              <a:rect l="l" t="t" r="r" b="b"/>
              <a:pathLst>
                <a:path w="3073" h="4693" extrusionOk="0">
                  <a:moveTo>
                    <a:pt x="2953" y="1"/>
                  </a:moveTo>
                  <a:lnTo>
                    <a:pt x="1405" y="1287"/>
                  </a:lnTo>
                  <a:lnTo>
                    <a:pt x="857" y="1287"/>
                  </a:lnTo>
                  <a:cubicBezTo>
                    <a:pt x="262" y="1287"/>
                    <a:pt x="0" y="1739"/>
                    <a:pt x="0" y="2239"/>
                  </a:cubicBezTo>
                  <a:lnTo>
                    <a:pt x="0" y="4692"/>
                  </a:lnTo>
                  <a:lnTo>
                    <a:pt x="1739" y="4692"/>
                  </a:lnTo>
                  <a:lnTo>
                    <a:pt x="1739" y="1858"/>
                  </a:lnTo>
                  <a:lnTo>
                    <a:pt x="2667" y="1025"/>
                  </a:lnTo>
                  <a:cubicBezTo>
                    <a:pt x="2977" y="787"/>
                    <a:pt x="3072" y="358"/>
                    <a:pt x="29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5"/>
            <p:cNvSpPr/>
            <p:nvPr/>
          </p:nvSpPr>
          <p:spPr>
            <a:xfrm>
              <a:off x="5401022" y="1545360"/>
              <a:ext cx="263819" cy="164398"/>
            </a:xfrm>
            <a:custGeom>
              <a:avLst/>
              <a:gdLst/>
              <a:ahLst/>
              <a:cxnLst/>
              <a:rect l="l" t="t" r="r" b="b"/>
              <a:pathLst>
                <a:path w="7836" h="4883" extrusionOk="0">
                  <a:moveTo>
                    <a:pt x="4525" y="1167"/>
                  </a:moveTo>
                  <a:lnTo>
                    <a:pt x="4525" y="1953"/>
                  </a:lnTo>
                  <a:lnTo>
                    <a:pt x="3811" y="1953"/>
                  </a:lnTo>
                  <a:lnTo>
                    <a:pt x="3811" y="1167"/>
                  </a:lnTo>
                  <a:close/>
                  <a:moveTo>
                    <a:pt x="6454" y="1429"/>
                  </a:moveTo>
                  <a:lnTo>
                    <a:pt x="6931" y="1929"/>
                  </a:lnTo>
                  <a:lnTo>
                    <a:pt x="6216" y="2644"/>
                  </a:lnTo>
                  <a:lnTo>
                    <a:pt x="5716" y="2167"/>
                  </a:lnTo>
                  <a:lnTo>
                    <a:pt x="6454" y="1429"/>
                  </a:lnTo>
                  <a:close/>
                  <a:moveTo>
                    <a:pt x="1" y="0"/>
                  </a:moveTo>
                  <a:lnTo>
                    <a:pt x="1" y="4882"/>
                  </a:lnTo>
                  <a:lnTo>
                    <a:pt x="1715" y="4882"/>
                  </a:lnTo>
                  <a:cubicBezTo>
                    <a:pt x="1596" y="4644"/>
                    <a:pt x="1620" y="4239"/>
                    <a:pt x="1620" y="3977"/>
                  </a:cubicBezTo>
                  <a:cubicBezTo>
                    <a:pt x="1676" y="3185"/>
                    <a:pt x="2223" y="2811"/>
                    <a:pt x="2771" y="2811"/>
                  </a:cubicBezTo>
                  <a:cubicBezTo>
                    <a:pt x="3394" y="2811"/>
                    <a:pt x="4019" y="3293"/>
                    <a:pt x="3930" y="4192"/>
                  </a:cubicBezTo>
                  <a:lnTo>
                    <a:pt x="5073" y="3263"/>
                  </a:lnTo>
                  <a:cubicBezTo>
                    <a:pt x="5502" y="3739"/>
                    <a:pt x="5764" y="4239"/>
                    <a:pt x="5645" y="4882"/>
                  </a:cubicBezTo>
                  <a:lnTo>
                    <a:pt x="7836" y="4882"/>
                  </a:lnTo>
                  <a:lnTo>
                    <a:pt x="78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5"/>
            <p:cNvSpPr/>
            <p:nvPr/>
          </p:nvSpPr>
          <p:spPr>
            <a:xfrm>
              <a:off x="5549360" y="1732955"/>
              <a:ext cx="115480" cy="48145"/>
            </a:xfrm>
            <a:custGeom>
              <a:avLst/>
              <a:gdLst/>
              <a:ahLst/>
              <a:cxnLst/>
              <a:rect l="l" t="t" r="r" b="b"/>
              <a:pathLst>
                <a:path w="3430" h="1430" extrusionOk="0">
                  <a:moveTo>
                    <a:pt x="953" y="1"/>
                  </a:moveTo>
                  <a:cubicBezTo>
                    <a:pt x="881" y="96"/>
                    <a:pt x="786" y="191"/>
                    <a:pt x="691" y="287"/>
                  </a:cubicBezTo>
                  <a:lnTo>
                    <a:pt x="0" y="882"/>
                  </a:lnTo>
                  <a:lnTo>
                    <a:pt x="0" y="1263"/>
                  </a:lnTo>
                  <a:cubicBezTo>
                    <a:pt x="215" y="1263"/>
                    <a:pt x="429" y="1334"/>
                    <a:pt x="619" y="1430"/>
                  </a:cubicBezTo>
                  <a:cubicBezTo>
                    <a:pt x="798" y="1322"/>
                    <a:pt x="1012" y="1269"/>
                    <a:pt x="1227" y="1269"/>
                  </a:cubicBezTo>
                  <a:cubicBezTo>
                    <a:pt x="1441" y="1269"/>
                    <a:pt x="1655" y="1322"/>
                    <a:pt x="1834" y="1430"/>
                  </a:cubicBezTo>
                  <a:cubicBezTo>
                    <a:pt x="2024" y="1322"/>
                    <a:pt x="2245" y="1269"/>
                    <a:pt x="2462" y="1269"/>
                  </a:cubicBezTo>
                  <a:cubicBezTo>
                    <a:pt x="2679" y="1269"/>
                    <a:pt x="2894" y="1322"/>
                    <a:pt x="3072" y="1430"/>
                  </a:cubicBezTo>
                  <a:cubicBezTo>
                    <a:pt x="3191" y="1382"/>
                    <a:pt x="3310" y="1334"/>
                    <a:pt x="3430" y="1311"/>
                  </a:cubicBezTo>
                  <a:lnTo>
                    <a:pt x="3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5"/>
            <p:cNvSpPr/>
            <p:nvPr/>
          </p:nvSpPr>
          <p:spPr>
            <a:xfrm>
              <a:off x="5688069" y="1545360"/>
              <a:ext cx="112281" cy="302300"/>
            </a:xfrm>
            <a:custGeom>
              <a:avLst/>
              <a:gdLst/>
              <a:ahLst/>
              <a:cxnLst/>
              <a:rect l="l" t="t" r="r" b="b"/>
              <a:pathLst>
                <a:path w="3335" h="8979" extrusionOk="0">
                  <a:moveTo>
                    <a:pt x="2024" y="2525"/>
                  </a:moveTo>
                  <a:lnTo>
                    <a:pt x="2024" y="3215"/>
                  </a:lnTo>
                  <a:lnTo>
                    <a:pt x="1334" y="3215"/>
                  </a:lnTo>
                  <a:lnTo>
                    <a:pt x="1334" y="2525"/>
                  </a:lnTo>
                  <a:close/>
                  <a:moveTo>
                    <a:pt x="2024" y="5549"/>
                  </a:moveTo>
                  <a:lnTo>
                    <a:pt x="2024" y="6240"/>
                  </a:lnTo>
                  <a:lnTo>
                    <a:pt x="1334" y="6240"/>
                  </a:lnTo>
                  <a:lnTo>
                    <a:pt x="1334" y="5549"/>
                  </a:lnTo>
                  <a:close/>
                  <a:moveTo>
                    <a:pt x="2024" y="6930"/>
                  </a:moveTo>
                  <a:lnTo>
                    <a:pt x="2024" y="7645"/>
                  </a:lnTo>
                  <a:lnTo>
                    <a:pt x="1334" y="7645"/>
                  </a:lnTo>
                  <a:lnTo>
                    <a:pt x="1334" y="6930"/>
                  </a:lnTo>
                  <a:close/>
                  <a:moveTo>
                    <a:pt x="0" y="0"/>
                  </a:moveTo>
                  <a:lnTo>
                    <a:pt x="0" y="8978"/>
                  </a:lnTo>
                  <a:lnTo>
                    <a:pt x="3334" y="8978"/>
                  </a:lnTo>
                  <a:lnTo>
                    <a:pt x="33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5"/>
            <p:cNvSpPr/>
            <p:nvPr/>
          </p:nvSpPr>
          <p:spPr>
            <a:xfrm>
              <a:off x="5478793" y="1663600"/>
              <a:ext cx="31311" cy="46158"/>
            </a:xfrm>
            <a:custGeom>
              <a:avLst/>
              <a:gdLst/>
              <a:ahLst/>
              <a:cxnLst/>
              <a:rect l="l" t="t" r="r" b="b"/>
              <a:pathLst>
                <a:path w="930" h="1371" extrusionOk="0">
                  <a:moveTo>
                    <a:pt x="465" y="1"/>
                  </a:moveTo>
                  <a:cubicBezTo>
                    <a:pt x="239" y="1"/>
                    <a:pt x="12" y="156"/>
                    <a:pt x="1" y="465"/>
                  </a:cubicBezTo>
                  <a:lnTo>
                    <a:pt x="1" y="894"/>
                  </a:lnTo>
                  <a:cubicBezTo>
                    <a:pt x="1" y="1156"/>
                    <a:pt x="215" y="1370"/>
                    <a:pt x="477" y="1370"/>
                  </a:cubicBezTo>
                  <a:cubicBezTo>
                    <a:pt x="715" y="1346"/>
                    <a:pt x="929" y="1156"/>
                    <a:pt x="929" y="894"/>
                  </a:cubicBezTo>
                  <a:lnTo>
                    <a:pt x="929" y="465"/>
                  </a:lnTo>
                  <a:cubicBezTo>
                    <a:pt x="917" y="156"/>
                    <a:pt x="691"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 name="Google Shape;1623;p75"/>
          <p:cNvGrpSpPr/>
          <p:nvPr/>
        </p:nvGrpSpPr>
        <p:grpSpPr>
          <a:xfrm>
            <a:off x="2739960" y="2146658"/>
            <a:ext cx="400103" cy="365661"/>
            <a:chOff x="2739960" y="2146658"/>
            <a:chExt cx="400103" cy="365661"/>
          </a:xfrm>
        </p:grpSpPr>
        <p:sp>
          <p:nvSpPr>
            <p:cNvPr id="1624" name="Google Shape;1624;p75"/>
            <p:cNvSpPr/>
            <p:nvPr/>
          </p:nvSpPr>
          <p:spPr>
            <a:xfrm>
              <a:off x="2760800" y="2189954"/>
              <a:ext cx="54541" cy="53767"/>
            </a:xfrm>
            <a:custGeom>
              <a:avLst/>
              <a:gdLst/>
              <a:ahLst/>
              <a:cxnLst/>
              <a:rect l="l" t="t" r="r" b="b"/>
              <a:pathLst>
                <a:path w="1620" h="1597" extrusionOk="0">
                  <a:moveTo>
                    <a:pt x="501" y="1"/>
                  </a:moveTo>
                  <a:lnTo>
                    <a:pt x="0" y="501"/>
                  </a:lnTo>
                  <a:lnTo>
                    <a:pt x="1120" y="1597"/>
                  </a:lnTo>
                  <a:lnTo>
                    <a:pt x="1620" y="1120"/>
                  </a:lnTo>
                  <a:lnTo>
                    <a:pt x="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5"/>
            <p:cNvSpPr/>
            <p:nvPr/>
          </p:nvSpPr>
          <p:spPr>
            <a:xfrm>
              <a:off x="3064681" y="2189954"/>
              <a:ext cx="53733" cy="53767"/>
            </a:xfrm>
            <a:custGeom>
              <a:avLst/>
              <a:gdLst/>
              <a:ahLst/>
              <a:cxnLst/>
              <a:rect l="l" t="t" r="r" b="b"/>
              <a:pathLst>
                <a:path w="1596" h="1597" extrusionOk="0">
                  <a:moveTo>
                    <a:pt x="1119" y="1"/>
                  </a:moveTo>
                  <a:lnTo>
                    <a:pt x="0" y="1120"/>
                  </a:lnTo>
                  <a:lnTo>
                    <a:pt x="476" y="1597"/>
                  </a:lnTo>
                  <a:lnTo>
                    <a:pt x="1596" y="501"/>
                  </a:lnTo>
                  <a:lnTo>
                    <a:pt x="11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5"/>
            <p:cNvSpPr/>
            <p:nvPr/>
          </p:nvSpPr>
          <p:spPr>
            <a:xfrm>
              <a:off x="2873047" y="2146658"/>
              <a:ext cx="23298" cy="52959"/>
            </a:xfrm>
            <a:custGeom>
              <a:avLst/>
              <a:gdLst/>
              <a:ahLst/>
              <a:cxnLst/>
              <a:rect l="l" t="t" r="r" b="b"/>
              <a:pathLst>
                <a:path w="692" h="1573" extrusionOk="0">
                  <a:moveTo>
                    <a:pt x="0" y="1"/>
                  </a:moveTo>
                  <a:lnTo>
                    <a:pt x="0" y="1573"/>
                  </a:lnTo>
                  <a:lnTo>
                    <a:pt x="691" y="1573"/>
                  </a:ln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5"/>
            <p:cNvSpPr/>
            <p:nvPr/>
          </p:nvSpPr>
          <p:spPr>
            <a:xfrm>
              <a:off x="2983678" y="2146658"/>
              <a:ext cx="23298" cy="52959"/>
            </a:xfrm>
            <a:custGeom>
              <a:avLst/>
              <a:gdLst/>
              <a:ahLst/>
              <a:cxnLst/>
              <a:rect l="l" t="t" r="r" b="b"/>
              <a:pathLst>
                <a:path w="692" h="1573" extrusionOk="0">
                  <a:moveTo>
                    <a:pt x="1" y="1"/>
                  </a:moveTo>
                  <a:lnTo>
                    <a:pt x="1" y="1573"/>
                  </a:lnTo>
                  <a:lnTo>
                    <a:pt x="691" y="1573"/>
                  </a:lnTo>
                  <a:lnTo>
                    <a:pt x="6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5"/>
            <p:cNvSpPr/>
            <p:nvPr/>
          </p:nvSpPr>
          <p:spPr>
            <a:xfrm>
              <a:off x="2820122" y="2355934"/>
              <a:ext cx="93831" cy="125916"/>
            </a:xfrm>
            <a:custGeom>
              <a:avLst/>
              <a:gdLst/>
              <a:ahLst/>
              <a:cxnLst/>
              <a:rect l="l" t="t" r="r" b="b"/>
              <a:pathLst>
                <a:path w="2787" h="3740" extrusionOk="0">
                  <a:moveTo>
                    <a:pt x="1191" y="1"/>
                  </a:moveTo>
                  <a:cubicBezTo>
                    <a:pt x="715" y="1"/>
                    <a:pt x="310" y="215"/>
                    <a:pt x="1" y="548"/>
                  </a:cubicBezTo>
                  <a:cubicBezTo>
                    <a:pt x="906" y="1001"/>
                    <a:pt x="1144" y="2191"/>
                    <a:pt x="501" y="2954"/>
                  </a:cubicBezTo>
                  <a:cubicBezTo>
                    <a:pt x="882" y="3120"/>
                    <a:pt x="1191" y="3406"/>
                    <a:pt x="1430" y="3739"/>
                  </a:cubicBezTo>
                  <a:cubicBezTo>
                    <a:pt x="1668" y="3406"/>
                    <a:pt x="1977" y="3120"/>
                    <a:pt x="2358" y="2954"/>
                  </a:cubicBezTo>
                  <a:cubicBezTo>
                    <a:pt x="2120" y="2668"/>
                    <a:pt x="2001" y="2334"/>
                    <a:pt x="2001" y="1953"/>
                  </a:cubicBezTo>
                  <a:cubicBezTo>
                    <a:pt x="2001" y="1382"/>
                    <a:pt x="2311" y="858"/>
                    <a:pt x="2787" y="596"/>
                  </a:cubicBezTo>
                  <a:cubicBezTo>
                    <a:pt x="2501" y="215"/>
                    <a:pt x="2073" y="1"/>
                    <a:pt x="1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5"/>
            <p:cNvSpPr/>
            <p:nvPr/>
          </p:nvSpPr>
          <p:spPr>
            <a:xfrm>
              <a:off x="2965262" y="2355934"/>
              <a:ext cx="93023" cy="125916"/>
            </a:xfrm>
            <a:custGeom>
              <a:avLst/>
              <a:gdLst/>
              <a:ahLst/>
              <a:cxnLst/>
              <a:rect l="l" t="t" r="r" b="b"/>
              <a:pathLst>
                <a:path w="2763" h="3740" extrusionOk="0">
                  <a:moveTo>
                    <a:pt x="1167" y="1"/>
                  </a:moveTo>
                  <a:cubicBezTo>
                    <a:pt x="715" y="1"/>
                    <a:pt x="286" y="215"/>
                    <a:pt x="0" y="572"/>
                  </a:cubicBezTo>
                  <a:cubicBezTo>
                    <a:pt x="857" y="1025"/>
                    <a:pt x="1072" y="2191"/>
                    <a:pt x="453" y="2954"/>
                  </a:cubicBezTo>
                  <a:cubicBezTo>
                    <a:pt x="834" y="3120"/>
                    <a:pt x="1143" y="3406"/>
                    <a:pt x="1381" y="3739"/>
                  </a:cubicBezTo>
                  <a:cubicBezTo>
                    <a:pt x="1596" y="3406"/>
                    <a:pt x="1929" y="3120"/>
                    <a:pt x="2286" y="2954"/>
                  </a:cubicBezTo>
                  <a:cubicBezTo>
                    <a:pt x="2072" y="2668"/>
                    <a:pt x="1929" y="2334"/>
                    <a:pt x="1929" y="1953"/>
                  </a:cubicBezTo>
                  <a:cubicBezTo>
                    <a:pt x="1929" y="1358"/>
                    <a:pt x="2263" y="834"/>
                    <a:pt x="2763" y="572"/>
                  </a:cubicBezTo>
                  <a:cubicBezTo>
                    <a:pt x="2477" y="215"/>
                    <a:pt x="2048" y="1"/>
                    <a:pt x="1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5"/>
            <p:cNvSpPr/>
            <p:nvPr/>
          </p:nvSpPr>
          <p:spPr>
            <a:xfrm>
              <a:off x="2883484" y="2474577"/>
              <a:ext cx="113055" cy="37741"/>
            </a:xfrm>
            <a:custGeom>
              <a:avLst/>
              <a:gdLst/>
              <a:ahLst/>
              <a:cxnLst/>
              <a:rect l="l" t="t" r="r" b="b"/>
              <a:pathLst>
                <a:path w="3358" h="1121" extrusionOk="0">
                  <a:moveTo>
                    <a:pt x="1425" y="0"/>
                  </a:moveTo>
                  <a:cubicBezTo>
                    <a:pt x="734" y="0"/>
                    <a:pt x="163" y="470"/>
                    <a:pt x="0" y="1120"/>
                  </a:cubicBezTo>
                  <a:lnTo>
                    <a:pt x="3358" y="1120"/>
                  </a:lnTo>
                  <a:cubicBezTo>
                    <a:pt x="3286" y="835"/>
                    <a:pt x="3120" y="596"/>
                    <a:pt x="2905" y="406"/>
                  </a:cubicBezTo>
                  <a:cubicBezTo>
                    <a:pt x="2643" y="144"/>
                    <a:pt x="2286" y="1"/>
                    <a:pt x="1881" y="1"/>
                  </a:cubicBezTo>
                  <a:lnTo>
                    <a:pt x="1477" y="1"/>
                  </a:lnTo>
                  <a:cubicBezTo>
                    <a:pt x="1459" y="1"/>
                    <a:pt x="1442" y="0"/>
                    <a:pt x="14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5"/>
            <p:cNvSpPr/>
            <p:nvPr/>
          </p:nvSpPr>
          <p:spPr>
            <a:xfrm>
              <a:off x="2739960" y="2473803"/>
              <a:ext cx="113089" cy="38516"/>
            </a:xfrm>
            <a:custGeom>
              <a:avLst/>
              <a:gdLst/>
              <a:ahLst/>
              <a:cxnLst/>
              <a:rect l="l" t="t" r="r" b="b"/>
              <a:pathLst>
                <a:path w="3359" h="1144" extrusionOk="0">
                  <a:moveTo>
                    <a:pt x="1596" y="0"/>
                  </a:moveTo>
                  <a:lnTo>
                    <a:pt x="1596" y="24"/>
                  </a:lnTo>
                  <a:cubicBezTo>
                    <a:pt x="1562" y="22"/>
                    <a:pt x="1528" y="21"/>
                    <a:pt x="1494" y="21"/>
                  </a:cubicBezTo>
                  <a:cubicBezTo>
                    <a:pt x="797" y="21"/>
                    <a:pt x="182" y="485"/>
                    <a:pt x="0" y="1143"/>
                  </a:cubicBezTo>
                  <a:lnTo>
                    <a:pt x="3358" y="1143"/>
                  </a:lnTo>
                  <a:cubicBezTo>
                    <a:pt x="3287" y="858"/>
                    <a:pt x="3120" y="619"/>
                    <a:pt x="2906" y="429"/>
                  </a:cubicBezTo>
                  <a:cubicBezTo>
                    <a:pt x="2660" y="184"/>
                    <a:pt x="2311" y="22"/>
                    <a:pt x="1954" y="22"/>
                  </a:cubicBezTo>
                  <a:cubicBezTo>
                    <a:pt x="1930" y="22"/>
                    <a:pt x="1906" y="23"/>
                    <a:pt x="1882" y="24"/>
                  </a:cubicBezTo>
                  <a:cubicBezTo>
                    <a:pt x="1810" y="24"/>
                    <a:pt x="1643" y="24"/>
                    <a:pt x="1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5"/>
            <p:cNvSpPr/>
            <p:nvPr/>
          </p:nvSpPr>
          <p:spPr>
            <a:xfrm>
              <a:off x="2986102" y="2277961"/>
              <a:ext cx="51343" cy="51545"/>
            </a:xfrm>
            <a:custGeom>
              <a:avLst/>
              <a:gdLst/>
              <a:ahLst/>
              <a:cxnLst/>
              <a:rect l="l" t="t" r="r" b="b"/>
              <a:pathLst>
                <a:path w="1525" h="1531" extrusionOk="0">
                  <a:moveTo>
                    <a:pt x="762" y="1"/>
                  </a:moveTo>
                  <a:cubicBezTo>
                    <a:pt x="387" y="1"/>
                    <a:pt x="12" y="257"/>
                    <a:pt x="0" y="769"/>
                  </a:cubicBezTo>
                  <a:cubicBezTo>
                    <a:pt x="0" y="1173"/>
                    <a:pt x="334" y="1531"/>
                    <a:pt x="762" y="1531"/>
                  </a:cubicBezTo>
                  <a:cubicBezTo>
                    <a:pt x="1191" y="1531"/>
                    <a:pt x="1524" y="1173"/>
                    <a:pt x="1524" y="769"/>
                  </a:cubicBezTo>
                  <a:cubicBezTo>
                    <a:pt x="1513" y="257"/>
                    <a:pt x="1137" y="1"/>
                    <a:pt x="7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5"/>
            <p:cNvSpPr/>
            <p:nvPr/>
          </p:nvSpPr>
          <p:spPr>
            <a:xfrm>
              <a:off x="2840962" y="2277961"/>
              <a:ext cx="52151" cy="51545"/>
            </a:xfrm>
            <a:custGeom>
              <a:avLst/>
              <a:gdLst/>
              <a:ahLst/>
              <a:cxnLst/>
              <a:rect l="l" t="t" r="r" b="b"/>
              <a:pathLst>
                <a:path w="1549" h="1531" extrusionOk="0">
                  <a:moveTo>
                    <a:pt x="775" y="1"/>
                  </a:moveTo>
                  <a:cubicBezTo>
                    <a:pt x="400" y="1"/>
                    <a:pt x="25" y="257"/>
                    <a:pt x="1" y="769"/>
                  </a:cubicBezTo>
                  <a:cubicBezTo>
                    <a:pt x="1" y="1173"/>
                    <a:pt x="358" y="1531"/>
                    <a:pt x="763" y="1531"/>
                  </a:cubicBezTo>
                  <a:cubicBezTo>
                    <a:pt x="1192" y="1531"/>
                    <a:pt x="1549" y="1173"/>
                    <a:pt x="1549" y="769"/>
                  </a:cubicBezTo>
                  <a:cubicBezTo>
                    <a:pt x="1525" y="257"/>
                    <a:pt x="1150" y="1"/>
                    <a:pt x="7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5"/>
            <p:cNvSpPr/>
            <p:nvPr/>
          </p:nvSpPr>
          <p:spPr>
            <a:xfrm>
              <a:off x="2913953" y="2395830"/>
              <a:ext cx="52117" cy="51545"/>
            </a:xfrm>
            <a:custGeom>
              <a:avLst/>
              <a:gdLst/>
              <a:ahLst/>
              <a:cxnLst/>
              <a:rect l="l" t="t" r="r" b="b"/>
              <a:pathLst>
                <a:path w="1548" h="1531" extrusionOk="0">
                  <a:moveTo>
                    <a:pt x="774" y="0"/>
                  </a:moveTo>
                  <a:cubicBezTo>
                    <a:pt x="399" y="0"/>
                    <a:pt x="24" y="256"/>
                    <a:pt x="0" y="768"/>
                  </a:cubicBezTo>
                  <a:cubicBezTo>
                    <a:pt x="0" y="1197"/>
                    <a:pt x="333" y="1530"/>
                    <a:pt x="762" y="1530"/>
                  </a:cubicBezTo>
                  <a:cubicBezTo>
                    <a:pt x="1191" y="1530"/>
                    <a:pt x="1548" y="1197"/>
                    <a:pt x="1548" y="768"/>
                  </a:cubicBezTo>
                  <a:cubicBezTo>
                    <a:pt x="1524" y="256"/>
                    <a:pt x="1149" y="0"/>
                    <a:pt x="7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5"/>
            <p:cNvSpPr/>
            <p:nvPr/>
          </p:nvSpPr>
          <p:spPr>
            <a:xfrm>
              <a:off x="2761608" y="2395998"/>
              <a:ext cx="60972" cy="51511"/>
            </a:xfrm>
            <a:custGeom>
              <a:avLst/>
              <a:gdLst/>
              <a:ahLst/>
              <a:cxnLst/>
              <a:rect l="l" t="t" r="r" b="b"/>
              <a:pathLst>
                <a:path w="1811" h="1530" extrusionOk="0">
                  <a:moveTo>
                    <a:pt x="1065" y="0"/>
                  </a:moveTo>
                  <a:cubicBezTo>
                    <a:pt x="1051" y="0"/>
                    <a:pt x="1038" y="1"/>
                    <a:pt x="1024" y="1"/>
                  </a:cubicBezTo>
                  <a:cubicBezTo>
                    <a:pt x="72" y="25"/>
                    <a:pt x="0" y="1382"/>
                    <a:pt x="953" y="1525"/>
                  </a:cubicBezTo>
                  <a:cubicBezTo>
                    <a:pt x="980" y="1528"/>
                    <a:pt x="1007" y="1530"/>
                    <a:pt x="1034" y="1530"/>
                  </a:cubicBezTo>
                  <a:cubicBezTo>
                    <a:pt x="1453" y="1530"/>
                    <a:pt x="1810" y="1189"/>
                    <a:pt x="1810" y="763"/>
                  </a:cubicBezTo>
                  <a:cubicBezTo>
                    <a:pt x="1810" y="348"/>
                    <a:pt x="1475" y="0"/>
                    <a:pt x="10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5"/>
            <p:cNvSpPr/>
            <p:nvPr/>
          </p:nvSpPr>
          <p:spPr>
            <a:xfrm>
              <a:off x="3053436" y="2396032"/>
              <a:ext cx="64978" cy="51343"/>
            </a:xfrm>
            <a:custGeom>
              <a:avLst/>
              <a:gdLst/>
              <a:ahLst/>
              <a:cxnLst/>
              <a:rect l="l" t="t" r="r" b="b"/>
              <a:pathLst>
                <a:path w="1930" h="1525" extrusionOk="0">
                  <a:moveTo>
                    <a:pt x="882" y="0"/>
                  </a:moveTo>
                  <a:cubicBezTo>
                    <a:pt x="715" y="0"/>
                    <a:pt x="572" y="48"/>
                    <a:pt x="453" y="119"/>
                  </a:cubicBezTo>
                  <a:cubicBezTo>
                    <a:pt x="1" y="429"/>
                    <a:pt x="1" y="1096"/>
                    <a:pt x="453" y="1381"/>
                  </a:cubicBezTo>
                  <a:cubicBezTo>
                    <a:pt x="548" y="1477"/>
                    <a:pt x="691" y="1524"/>
                    <a:pt x="834" y="1524"/>
                  </a:cubicBezTo>
                  <a:cubicBezTo>
                    <a:pt x="1882" y="1524"/>
                    <a:pt x="1930" y="48"/>
                    <a:pt x="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5"/>
            <p:cNvSpPr/>
            <p:nvPr/>
          </p:nvSpPr>
          <p:spPr>
            <a:xfrm>
              <a:off x="3026974" y="2474577"/>
              <a:ext cx="113089" cy="37741"/>
            </a:xfrm>
            <a:custGeom>
              <a:avLst/>
              <a:gdLst/>
              <a:ahLst/>
              <a:cxnLst/>
              <a:rect l="l" t="t" r="r" b="b"/>
              <a:pathLst>
                <a:path w="3359" h="1121" extrusionOk="0">
                  <a:moveTo>
                    <a:pt x="1404" y="0"/>
                  </a:moveTo>
                  <a:cubicBezTo>
                    <a:pt x="735" y="0"/>
                    <a:pt x="164" y="470"/>
                    <a:pt x="1" y="1120"/>
                  </a:cubicBezTo>
                  <a:lnTo>
                    <a:pt x="3359" y="1120"/>
                  </a:lnTo>
                  <a:cubicBezTo>
                    <a:pt x="3263" y="835"/>
                    <a:pt x="3121" y="596"/>
                    <a:pt x="2906" y="406"/>
                  </a:cubicBezTo>
                  <a:cubicBezTo>
                    <a:pt x="2644" y="144"/>
                    <a:pt x="2263" y="1"/>
                    <a:pt x="1882" y="1"/>
                  </a:cubicBezTo>
                  <a:lnTo>
                    <a:pt x="1454" y="1"/>
                  </a:lnTo>
                  <a:cubicBezTo>
                    <a:pt x="1437" y="1"/>
                    <a:pt x="1420" y="0"/>
                    <a:pt x="14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 name="Google Shape;1638;p75"/>
          <p:cNvGrpSpPr/>
          <p:nvPr/>
        </p:nvGrpSpPr>
        <p:grpSpPr>
          <a:xfrm>
            <a:off x="1459526" y="2751222"/>
            <a:ext cx="264626" cy="399296"/>
            <a:chOff x="1459526" y="2751222"/>
            <a:chExt cx="264626" cy="399296"/>
          </a:xfrm>
        </p:grpSpPr>
        <p:sp>
          <p:nvSpPr>
            <p:cNvPr id="1639" name="Google Shape;1639;p75"/>
            <p:cNvSpPr/>
            <p:nvPr/>
          </p:nvSpPr>
          <p:spPr>
            <a:xfrm>
              <a:off x="1472353" y="2889897"/>
              <a:ext cx="109891" cy="209311"/>
            </a:xfrm>
            <a:custGeom>
              <a:avLst/>
              <a:gdLst/>
              <a:ahLst/>
              <a:cxnLst/>
              <a:rect l="l" t="t" r="r" b="b"/>
              <a:pathLst>
                <a:path w="3264" h="6217" extrusionOk="0">
                  <a:moveTo>
                    <a:pt x="1406" y="1"/>
                  </a:moveTo>
                  <a:cubicBezTo>
                    <a:pt x="1477" y="144"/>
                    <a:pt x="1572" y="287"/>
                    <a:pt x="1668" y="382"/>
                  </a:cubicBezTo>
                  <a:cubicBezTo>
                    <a:pt x="1953" y="668"/>
                    <a:pt x="2311" y="834"/>
                    <a:pt x="2715" y="834"/>
                  </a:cubicBezTo>
                  <a:cubicBezTo>
                    <a:pt x="2739" y="834"/>
                    <a:pt x="2787" y="811"/>
                    <a:pt x="2811" y="811"/>
                  </a:cubicBezTo>
                  <a:cubicBezTo>
                    <a:pt x="2882" y="501"/>
                    <a:pt x="3049" y="239"/>
                    <a:pt x="3263" y="1"/>
                  </a:cubicBezTo>
                  <a:close/>
                  <a:moveTo>
                    <a:pt x="2715" y="834"/>
                  </a:moveTo>
                  <a:cubicBezTo>
                    <a:pt x="1215" y="834"/>
                    <a:pt x="1" y="2049"/>
                    <a:pt x="1" y="3525"/>
                  </a:cubicBezTo>
                  <a:lnTo>
                    <a:pt x="1" y="6216"/>
                  </a:lnTo>
                  <a:lnTo>
                    <a:pt x="2763" y="6216"/>
                  </a:lnTo>
                  <a:lnTo>
                    <a:pt x="2763" y="1192"/>
                  </a:lnTo>
                  <a:cubicBezTo>
                    <a:pt x="2763" y="1073"/>
                    <a:pt x="2787" y="930"/>
                    <a:pt x="2811" y="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5"/>
            <p:cNvSpPr/>
            <p:nvPr/>
          </p:nvSpPr>
          <p:spPr>
            <a:xfrm>
              <a:off x="1459526" y="2751222"/>
              <a:ext cx="210085" cy="115480"/>
            </a:xfrm>
            <a:custGeom>
              <a:avLst/>
              <a:gdLst/>
              <a:ahLst/>
              <a:cxnLst/>
              <a:rect l="l" t="t" r="r" b="b"/>
              <a:pathLst>
                <a:path w="6240" h="3430" extrusionOk="0">
                  <a:moveTo>
                    <a:pt x="2739" y="0"/>
                  </a:moveTo>
                  <a:cubicBezTo>
                    <a:pt x="1834" y="143"/>
                    <a:pt x="1120" y="857"/>
                    <a:pt x="977" y="1762"/>
                  </a:cubicBezTo>
                  <a:lnTo>
                    <a:pt x="1" y="1762"/>
                  </a:lnTo>
                  <a:lnTo>
                    <a:pt x="1" y="2477"/>
                  </a:lnTo>
                  <a:lnTo>
                    <a:pt x="1620" y="2477"/>
                  </a:lnTo>
                  <a:lnTo>
                    <a:pt x="1620" y="3429"/>
                  </a:lnTo>
                  <a:lnTo>
                    <a:pt x="4573" y="3429"/>
                  </a:lnTo>
                  <a:lnTo>
                    <a:pt x="4573" y="2477"/>
                  </a:lnTo>
                  <a:lnTo>
                    <a:pt x="6240" y="2477"/>
                  </a:lnTo>
                  <a:lnTo>
                    <a:pt x="6240" y="1762"/>
                  </a:lnTo>
                  <a:lnTo>
                    <a:pt x="5216" y="1762"/>
                  </a:lnTo>
                  <a:cubicBezTo>
                    <a:pt x="5073" y="857"/>
                    <a:pt x="4359" y="143"/>
                    <a:pt x="3454" y="0"/>
                  </a:cubicBezTo>
                  <a:lnTo>
                    <a:pt x="3454" y="1215"/>
                  </a:lnTo>
                  <a:lnTo>
                    <a:pt x="2739" y="1215"/>
                  </a:lnTo>
                  <a:lnTo>
                    <a:pt x="2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5"/>
            <p:cNvSpPr/>
            <p:nvPr/>
          </p:nvSpPr>
          <p:spPr>
            <a:xfrm>
              <a:off x="1588607" y="2897944"/>
              <a:ext cx="135545" cy="252574"/>
            </a:xfrm>
            <a:custGeom>
              <a:avLst/>
              <a:gdLst/>
              <a:ahLst/>
              <a:cxnLst/>
              <a:rect l="l" t="t" r="r" b="b"/>
              <a:pathLst>
                <a:path w="4026" h="7502" extrusionOk="0">
                  <a:moveTo>
                    <a:pt x="2977" y="1334"/>
                  </a:moveTo>
                  <a:lnTo>
                    <a:pt x="2977" y="2024"/>
                  </a:lnTo>
                  <a:lnTo>
                    <a:pt x="1025" y="2024"/>
                  </a:lnTo>
                  <a:lnTo>
                    <a:pt x="1025" y="1334"/>
                  </a:lnTo>
                  <a:close/>
                  <a:moveTo>
                    <a:pt x="953" y="0"/>
                  </a:moveTo>
                  <a:cubicBezTo>
                    <a:pt x="429" y="0"/>
                    <a:pt x="1" y="429"/>
                    <a:pt x="24" y="953"/>
                  </a:cubicBezTo>
                  <a:cubicBezTo>
                    <a:pt x="1" y="1310"/>
                    <a:pt x="24" y="6335"/>
                    <a:pt x="24" y="6573"/>
                  </a:cubicBezTo>
                  <a:cubicBezTo>
                    <a:pt x="24" y="7097"/>
                    <a:pt x="429" y="7502"/>
                    <a:pt x="953" y="7502"/>
                  </a:cubicBezTo>
                  <a:lnTo>
                    <a:pt x="3097" y="7502"/>
                  </a:lnTo>
                  <a:cubicBezTo>
                    <a:pt x="3620" y="7502"/>
                    <a:pt x="4025" y="7097"/>
                    <a:pt x="4025" y="6573"/>
                  </a:cubicBezTo>
                  <a:lnTo>
                    <a:pt x="4025" y="953"/>
                  </a:lnTo>
                  <a:cubicBezTo>
                    <a:pt x="4025" y="429"/>
                    <a:pt x="3620"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 name="Google Shape;1642;p75"/>
          <p:cNvGrpSpPr/>
          <p:nvPr/>
        </p:nvGrpSpPr>
        <p:grpSpPr>
          <a:xfrm>
            <a:off x="4724343" y="1528527"/>
            <a:ext cx="400103" cy="399294"/>
            <a:chOff x="4724343" y="1528527"/>
            <a:chExt cx="400103" cy="399294"/>
          </a:xfrm>
        </p:grpSpPr>
        <p:sp>
          <p:nvSpPr>
            <p:cNvPr id="1643" name="Google Shape;1643;p75"/>
            <p:cNvSpPr/>
            <p:nvPr/>
          </p:nvSpPr>
          <p:spPr>
            <a:xfrm>
              <a:off x="4724343" y="1696089"/>
              <a:ext cx="117870" cy="112281"/>
            </a:xfrm>
            <a:custGeom>
              <a:avLst/>
              <a:gdLst/>
              <a:ahLst/>
              <a:cxnLst/>
              <a:rect l="l" t="t" r="r" b="b"/>
              <a:pathLst>
                <a:path w="3501" h="3335" extrusionOk="0">
                  <a:moveTo>
                    <a:pt x="2405" y="1048"/>
                  </a:moveTo>
                  <a:lnTo>
                    <a:pt x="2405" y="2334"/>
                  </a:lnTo>
                  <a:lnTo>
                    <a:pt x="1715" y="2334"/>
                  </a:lnTo>
                  <a:lnTo>
                    <a:pt x="1715" y="1048"/>
                  </a:lnTo>
                  <a:close/>
                  <a:moveTo>
                    <a:pt x="0" y="0"/>
                  </a:moveTo>
                  <a:lnTo>
                    <a:pt x="0" y="3334"/>
                  </a:lnTo>
                  <a:lnTo>
                    <a:pt x="3501" y="3334"/>
                  </a:lnTo>
                  <a:lnTo>
                    <a:pt x="3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5"/>
            <p:cNvSpPr/>
            <p:nvPr/>
          </p:nvSpPr>
          <p:spPr>
            <a:xfrm>
              <a:off x="4865443" y="1696089"/>
              <a:ext cx="23298" cy="112281"/>
            </a:xfrm>
            <a:custGeom>
              <a:avLst/>
              <a:gdLst/>
              <a:ahLst/>
              <a:cxnLst/>
              <a:rect l="l" t="t" r="r" b="b"/>
              <a:pathLst>
                <a:path w="692" h="3335" extrusionOk="0">
                  <a:moveTo>
                    <a:pt x="0" y="0"/>
                  </a:moveTo>
                  <a:lnTo>
                    <a:pt x="0" y="3334"/>
                  </a:lnTo>
                  <a:lnTo>
                    <a:pt x="691" y="3334"/>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5"/>
            <p:cNvSpPr/>
            <p:nvPr/>
          </p:nvSpPr>
          <p:spPr>
            <a:xfrm>
              <a:off x="4912745" y="1696089"/>
              <a:ext cx="23298" cy="112281"/>
            </a:xfrm>
            <a:custGeom>
              <a:avLst/>
              <a:gdLst/>
              <a:ahLst/>
              <a:cxnLst/>
              <a:rect l="l" t="t" r="r" b="b"/>
              <a:pathLst>
                <a:path w="692" h="3335" extrusionOk="0">
                  <a:moveTo>
                    <a:pt x="1" y="0"/>
                  </a:moveTo>
                  <a:lnTo>
                    <a:pt x="1" y="3334"/>
                  </a:lnTo>
                  <a:lnTo>
                    <a:pt x="691" y="3334"/>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5"/>
            <p:cNvSpPr/>
            <p:nvPr/>
          </p:nvSpPr>
          <p:spPr>
            <a:xfrm>
              <a:off x="4959240" y="1696089"/>
              <a:ext cx="23298" cy="112281"/>
            </a:xfrm>
            <a:custGeom>
              <a:avLst/>
              <a:gdLst/>
              <a:ahLst/>
              <a:cxnLst/>
              <a:rect l="l" t="t" r="r" b="b"/>
              <a:pathLst>
                <a:path w="692" h="3335" extrusionOk="0">
                  <a:moveTo>
                    <a:pt x="1" y="0"/>
                  </a:moveTo>
                  <a:lnTo>
                    <a:pt x="1" y="3334"/>
                  </a:lnTo>
                  <a:lnTo>
                    <a:pt x="691" y="3334"/>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5"/>
            <p:cNvSpPr/>
            <p:nvPr/>
          </p:nvSpPr>
          <p:spPr>
            <a:xfrm>
              <a:off x="5006542" y="1696089"/>
              <a:ext cx="117904" cy="112281"/>
            </a:xfrm>
            <a:custGeom>
              <a:avLst/>
              <a:gdLst/>
              <a:ahLst/>
              <a:cxnLst/>
              <a:rect l="l" t="t" r="r" b="b"/>
              <a:pathLst>
                <a:path w="3502" h="3335" extrusionOk="0">
                  <a:moveTo>
                    <a:pt x="1787" y="1048"/>
                  </a:moveTo>
                  <a:lnTo>
                    <a:pt x="1787" y="2334"/>
                  </a:lnTo>
                  <a:lnTo>
                    <a:pt x="1072" y="2334"/>
                  </a:lnTo>
                  <a:lnTo>
                    <a:pt x="1072" y="1048"/>
                  </a:lnTo>
                  <a:close/>
                  <a:moveTo>
                    <a:pt x="1" y="0"/>
                  </a:moveTo>
                  <a:lnTo>
                    <a:pt x="1" y="3334"/>
                  </a:lnTo>
                  <a:lnTo>
                    <a:pt x="3502" y="3334"/>
                  </a:lnTo>
                  <a:lnTo>
                    <a:pt x="35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5"/>
            <p:cNvSpPr/>
            <p:nvPr/>
          </p:nvSpPr>
          <p:spPr>
            <a:xfrm>
              <a:off x="4842179" y="1528527"/>
              <a:ext cx="164398" cy="144333"/>
            </a:xfrm>
            <a:custGeom>
              <a:avLst/>
              <a:gdLst/>
              <a:ahLst/>
              <a:cxnLst/>
              <a:rect l="l" t="t" r="r" b="b"/>
              <a:pathLst>
                <a:path w="4883" h="4287" extrusionOk="0">
                  <a:moveTo>
                    <a:pt x="2097" y="0"/>
                  </a:moveTo>
                  <a:lnTo>
                    <a:pt x="2097" y="1072"/>
                  </a:lnTo>
                  <a:cubicBezTo>
                    <a:pt x="1382" y="1215"/>
                    <a:pt x="834" y="1786"/>
                    <a:pt x="715" y="2501"/>
                  </a:cubicBezTo>
                  <a:lnTo>
                    <a:pt x="1" y="2501"/>
                  </a:lnTo>
                  <a:lnTo>
                    <a:pt x="1" y="4287"/>
                  </a:lnTo>
                  <a:lnTo>
                    <a:pt x="4883" y="4287"/>
                  </a:lnTo>
                  <a:lnTo>
                    <a:pt x="4883" y="2501"/>
                  </a:lnTo>
                  <a:lnTo>
                    <a:pt x="4168" y="2501"/>
                  </a:lnTo>
                  <a:cubicBezTo>
                    <a:pt x="4049" y="1786"/>
                    <a:pt x="3478" y="1215"/>
                    <a:pt x="2787" y="1072"/>
                  </a:cubicBez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5"/>
            <p:cNvSpPr/>
            <p:nvPr/>
          </p:nvSpPr>
          <p:spPr>
            <a:xfrm>
              <a:off x="4837364" y="1832374"/>
              <a:ext cx="173219" cy="29695"/>
            </a:xfrm>
            <a:custGeom>
              <a:avLst/>
              <a:gdLst/>
              <a:ahLst/>
              <a:cxnLst/>
              <a:rect l="l" t="t" r="r" b="b"/>
              <a:pathLst>
                <a:path w="5145" h="882" extrusionOk="0">
                  <a:moveTo>
                    <a:pt x="358" y="1"/>
                  </a:moveTo>
                  <a:lnTo>
                    <a:pt x="1" y="882"/>
                  </a:lnTo>
                  <a:lnTo>
                    <a:pt x="5145" y="882"/>
                  </a:lnTo>
                  <a:lnTo>
                    <a:pt x="481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5"/>
            <p:cNvSpPr/>
            <p:nvPr/>
          </p:nvSpPr>
          <p:spPr>
            <a:xfrm>
              <a:off x="4811710" y="1886107"/>
              <a:ext cx="224529" cy="41714"/>
            </a:xfrm>
            <a:custGeom>
              <a:avLst/>
              <a:gdLst/>
              <a:ahLst/>
              <a:cxnLst/>
              <a:rect l="l" t="t" r="r" b="b"/>
              <a:pathLst>
                <a:path w="6669" h="1239" extrusionOk="0">
                  <a:moveTo>
                    <a:pt x="501" y="0"/>
                  </a:moveTo>
                  <a:lnTo>
                    <a:pt x="1" y="1239"/>
                  </a:lnTo>
                  <a:lnTo>
                    <a:pt x="6669" y="1239"/>
                  </a:lnTo>
                  <a:lnTo>
                    <a:pt x="61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75"/>
          <p:cNvGrpSpPr/>
          <p:nvPr/>
        </p:nvGrpSpPr>
        <p:grpSpPr>
          <a:xfrm>
            <a:off x="4153520" y="1528527"/>
            <a:ext cx="271831" cy="399296"/>
            <a:chOff x="4111767" y="1528527"/>
            <a:chExt cx="271831" cy="399296"/>
          </a:xfrm>
        </p:grpSpPr>
        <p:sp>
          <p:nvSpPr>
            <p:cNvPr id="1652" name="Google Shape;1652;p75"/>
            <p:cNvSpPr/>
            <p:nvPr/>
          </p:nvSpPr>
          <p:spPr>
            <a:xfrm>
              <a:off x="4212802" y="1689658"/>
              <a:ext cx="43330" cy="43465"/>
            </a:xfrm>
            <a:custGeom>
              <a:avLst/>
              <a:gdLst/>
              <a:ahLst/>
              <a:cxnLst/>
              <a:rect l="l" t="t" r="r" b="b"/>
              <a:pathLst>
                <a:path w="1287" h="1291" extrusionOk="0">
                  <a:moveTo>
                    <a:pt x="72" y="1"/>
                  </a:moveTo>
                  <a:cubicBezTo>
                    <a:pt x="24" y="96"/>
                    <a:pt x="0" y="239"/>
                    <a:pt x="0" y="358"/>
                  </a:cubicBezTo>
                  <a:cubicBezTo>
                    <a:pt x="0" y="894"/>
                    <a:pt x="446" y="1291"/>
                    <a:pt x="930" y="1291"/>
                  </a:cubicBezTo>
                  <a:cubicBezTo>
                    <a:pt x="1048" y="1291"/>
                    <a:pt x="1169" y="1267"/>
                    <a:pt x="1286" y="1215"/>
                  </a:cubicBezTo>
                  <a:lnTo>
                    <a:pt x="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5"/>
            <p:cNvSpPr/>
            <p:nvPr/>
          </p:nvSpPr>
          <p:spPr>
            <a:xfrm>
              <a:off x="4232060" y="1670434"/>
              <a:ext cx="47337" cy="43330"/>
            </a:xfrm>
            <a:custGeom>
              <a:avLst/>
              <a:gdLst/>
              <a:ahLst/>
              <a:cxnLst/>
              <a:rect l="l" t="t" r="r" b="b"/>
              <a:pathLst>
                <a:path w="1406" h="1287" extrusionOk="0">
                  <a:moveTo>
                    <a:pt x="348" y="0"/>
                  </a:moveTo>
                  <a:cubicBezTo>
                    <a:pt x="226" y="0"/>
                    <a:pt x="107" y="24"/>
                    <a:pt x="0" y="72"/>
                  </a:cubicBezTo>
                  <a:lnTo>
                    <a:pt x="1215" y="1286"/>
                  </a:lnTo>
                  <a:cubicBezTo>
                    <a:pt x="1405" y="834"/>
                    <a:pt x="1167" y="262"/>
                    <a:pt x="714" y="72"/>
                  </a:cubicBezTo>
                  <a:cubicBezTo>
                    <a:pt x="595" y="24"/>
                    <a:pt x="470" y="0"/>
                    <a:pt x="3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5"/>
            <p:cNvSpPr/>
            <p:nvPr/>
          </p:nvSpPr>
          <p:spPr>
            <a:xfrm>
              <a:off x="4111767" y="1563776"/>
              <a:ext cx="271831" cy="364047"/>
            </a:xfrm>
            <a:custGeom>
              <a:avLst/>
              <a:gdLst/>
              <a:ahLst/>
              <a:cxnLst/>
              <a:rect l="l" t="t" r="r" b="b"/>
              <a:pathLst>
                <a:path w="8074" h="10813" extrusionOk="0">
                  <a:moveTo>
                    <a:pt x="3930" y="2472"/>
                  </a:moveTo>
                  <a:cubicBezTo>
                    <a:pt x="4347" y="2472"/>
                    <a:pt x="4764" y="2632"/>
                    <a:pt x="5073" y="2954"/>
                  </a:cubicBezTo>
                  <a:cubicBezTo>
                    <a:pt x="5383" y="3264"/>
                    <a:pt x="5550" y="3668"/>
                    <a:pt x="5550" y="4097"/>
                  </a:cubicBezTo>
                  <a:cubicBezTo>
                    <a:pt x="5550" y="5066"/>
                    <a:pt x="4751" y="5717"/>
                    <a:pt x="3917" y="5717"/>
                  </a:cubicBezTo>
                  <a:cubicBezTo>
                    <a:pt x="3521" y="5717"/>
                    <a:pt x="3117" y="5570"/>
                    <a:pt x="2787" y="5240"/>
                  </a:cubicBezTo>
                  <a:cubicBezTo>
                    <a:pt x="2144" y="4645"/>
                    <a:pt x="2144" y="3549"/>
                    <a:pt x="2787" y="2954"/>
                  </a:cubicBezTo>
                  <a:cubicBezTo>
                    <a:pt x="3097" y="2632"/>
                    <a:pt x="3513" y="2472"/>
                    <a:pt x="3930" y="2472"/>
                  </a:cubicBezTo>
                  <a:close/>
                  <a:moveTo>
                    <a:pt x="2001" y="5955"/>
                  </a:moveTo>
                  <a:lnTo>
                    <a:pt x="2001" y="6645"/>
                  </a:lnTo>
                  <a:lnTo>
                    <a:pt x="1311" y="6645"/>
                  </a:lnTo>
                  <a:lnTo>
                    <a:pt x="1311" y="5955"/>
                  </a:lnTo>
                  <a:close/>
                  <a:moveTo>
                    <a:pt x="6764" y="5955"/>
                  </a:moveTo>
                  <a:lnTo>
                    <a:pt x="6764" y="6645"/>
                  </a:lnTo>
                  <a:lnTo>
                    <a:pt x="6050" y="6645"/>
                  </a:lnTo>
                  <a:lnTo>
                    <a:pt x="6050" y="5955"/>
                  </a:lnTo>
                  <a:close/>
                  <a:moveTo>
                    <a:pt x="3906" y="7336"/>
                  </a:moveTo>
                  <a:lnTo>
                    <a:pt x="3906" y="8026"/>
                  </a:lnTo>
                  <a:lnTo>
                    <a:pt x="1311" y="8026"/>
                  </a:lnTo>
                  <a:lnTo>
                    <a:pt x="1311" y="7336"/>
                  </a:lnTo>
                  <a:close/>
                  <a:moveTo>
                    <a:pt x="6193" y="7550"/>
                  </a:moveTo>
                  <a:lnTo>
                    <a:pt x="6669" y="8050"/>
                  </a:lnTo>
                  <a:lnTo>
                    <a:pt x="6335" y="8384"/>
                  </a:lnTo>
                  <a:lnTo>
                    <a:pt x="6669" y="8717"/>
                  </a:lnTo>
                  <a:lnTo>
                    <a:pt x="6193" y="9217"/>
                  </a:lnTo>
                  <a:lnTo>
                    <a:pt x="5859" y="8884"/>
                  </a:lnTo>
                  <a:lnTo>
                    <a:pt x="5526" y="9217"/>
                  </a:lnTo>
                  <a:lnTo>
                    <a:pt x="5026" y="8717"/>
                  </a:lnTo>
                  <a:lnTo>
                    <a:pt x="5359" y="8384"/>
                  </a:lnTo>
                  <a:lnTo>
                    <a:pt x="5026" y="8050"/>
                  </a:lnTo>
                  <a:lnTo>
                    <a:pt x="5526" y="7550"/>
                  </a:lnTo>
                  <a:lnTo>
                    <a:pt x="5859" y="7884"/>
                  </a:lnTo>
                  <a:lnTo>
                    <a:pt x="6193" y="7550"/>
                  </a:lnTo>
                  <a:close/>
                  <a:moveTo>
                    <a:pt x="3906" y="8741"/>
                  </a:moveTo>
                  <a:lnTo>
                    <a:pt x="3906" y="9431"/>
                  </a:lnTo>
                  <a:lnTo>
                    <a:pt x="1311" y="9431"/>
                  </a:lnTo>
                  <a:lnTo>
                    <a:pt x="1311" y="8741"/>
                  </a:lnTo>
                  <a:close/>
                  <a:moveTo>
                    <a:pt x="1" y="1"/>
                  </a:moveTo>
                  <a:lnTo>
                    <a:pt x="1" y="10813"/>
                  </a:lnTo>
                  <a:lnTo>
                    <a:pt x="8074" y="10813"/>
                  </a:lnTo>
                  <a:lnTo>
                    <a:pt x="8074" y="1"/>
                  </a:lnTo>
                  <a:lnTo>
                    <a:pt x="6812" y="1"/>
                  </a:lnTo>
                  <a:lnTo>
                    <a:pt x="6812" y="1787"/>
                  </a:lnTo>
                  <a:lnTo>
                    <a:pt x="1263" y="1787"/>
                  </a:lnTo>
                  <a:lnTo>
                    <a:pt x="1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5"/>
            <p:cNvSpPr/>
            <p:nvPr/>
          </p:nvSpPr>
          <p:spPr>
            <a:xfrm>
              <a:off x="4177519" y="1528527"/>
              <a:ext cx="140360" cy="71375"/>
            </a:xfrm>
            <a:custGeom>
              <a:avLst/>
              <a:gdLst/>
              <a:ahLst/>
              <a:cxnLst/>
              <a:rect l="l" t="t" r="r" b="b"/>
              <a:pathLst>
                <a:path w="4169" h="2120" extrusionOk="0">
                  <a:moveTo>
                    <a:pt x="1" y="0"/>
                  </a:moveTo>
                  <a:lnTo>
                    <a:pt x="1" y="2120"/>
                  </a:lnTo>
                  <a:lnTo>
                    <a:pt x="4168" y="2120"/>
                  </a:lnTo>
                  <a:lnTo>
                    <a:pt x="41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75"/>
          <p:cNvGrpSpPr/>
          <p:nvPr/>
        </p:nvGrpSpPr>
        <p:grpSpPr>
          <a:xfrm>
            <a:off x="2073685" y="3402246"/>
            <a:ext cx="399329" cy="360072"/>
            <a:chOff x="2073685" y="3402246"/>
            <a:chExt cx="399329" cy="360072"/>
          </a:xfrm>
        </p:grpSpPr>
        <p:sp>
          <p:nvSpPr>
            <p:cNvPr id="1657" name="Google Shape;1657;p75"/>
            <p:cNvSpPr/>
            <p:nvPr/>
          </p:nvSpPr>
          <p:spPr>
            <a:xfrm>
              <a:off x="2105770" y="3584251"/>
              <a:ext cx="180424" cy="162782"/>
            </a:xfrm>
            <a:custGeom>
              <a:avLst/>
              <a:gdLst/>
              <a:ahLst/>
              <a:cxnLst/>
              <a:rect l="l" t="t" r="r" b="b"/>
              <a:pathLst>
                <a:path w="5359" h="4835" extrusionOk="0">
                  <a:moveTo>
                    <a:pt x="262" y="0"/>
                  </a:moveTo>
                  <a:cubicBezTo>
                    <a:pt x="0" y="2048"/>
                    <a:pt x="1191" y="4025"/>
                    <a:pt x="2977" y="4834"/>
                  </a:cubicBezTo>
                  <a:lnTo>
                    <a:pt x="3596" y="2882"/>
                  </a:lnTo>
                  <a:lnTo>
                    <a:pt x="5358" y="2286"/>
                  </a:lnTo>
                  <a:lnTo>
                    <a:pt x="5358" y="667"/>
                  </a:lnTo>
                  <a:lnTo>
                    <a:pt x="3644" y="977"/>
                  </a:lnTo>
                  <a:lnTo>
                    <a:pt x="176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5"/>
            <p:cNvSpPr/>
            <p:nvPr/>
          </p:nvSpPr>
          <p:spPr>
            <a:xfrm>
              <a:off x="2118597" y="3442040"/>
              <a:ext cx="212476" cy="151066"/>
            </a:xfrm>
            <a:custGeom>
              <a:avLst/>
              <a:gdLst/>
              <a:ahLst/>
              <a:cxnLst/>
              <a:rect l="l" t="t" r="r" b="b"/>
              <a:pathLst>
                <a:path w="6311" h="4487" extrusionOk="0">
                  <a:moveTo>
                    <a:pt x="4552" y="0"/>
                  </a:moveTo>
                  <a:cubicBezTo>
                    <a:pt x="4440" y="0"/>
                    <a:pt x="4328" y="3"/>
                    <a:pt x="4215" y="9"/>
                  </a:cubicBezTo>
                  <a:lnTo>
                    <a:pt x="4215" y="2891"/>
                  </a:lnTo>
                  <a:lnTo>
                    <a:pt x="3667" y="2891"/>
                  </a:lnTo>
                  <a:lnTo>
                    <a:pt x="2310" y="1962"/>
                  </a:lnTo>
                  <a:lnTo>
                    <a:pt x="762" y="1962"/>
                  </a:lnTo>
                  <a:cubicBezTo>
                    <a:pt x="405" y="2414"/>
                    <a:pt x="167" y="2962"/>
                    <a:pt x="0" y="3534"/>
                  </a:cubicBezTo>
                  <a:lnTo>
                    <a:pt x="1548" y="3534"/>
                  </a:lnTo>
                  <a:lnTo>
                    <a:pt x="3382" y="4486"/>
                  </a:lnTo>
                  <a:lnTo>
                    <a:pt x="4977" y="4177"/>
                  </a:lnTo>
                  <a:lnTo>
                    <a:pt x="4977" y="3629"/>
                  </a:lnTo>
                  <a:lnTo>
                    <a:pt x="6311" y="3629"/>
                  </a:lnTo>
                  <a:lnTo>
                    <a:pt x="5596" y="104"/>
                  </a:lnTo>
                  <a:cubicBezTo>
                    <a:pt x="5269" y="31"/>
                    <a:pt x="4914" y="0"/>
                    <a:pt x="4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5"/>
            <p:cNvSpPr/>
            <p:nvPr/>
          </p:nvSpPr>
          <p:spPr>
            <a:xfrm>
              <a:off x="2227611" y="3686061"/>
              <a:ext cx="177226" cy="76257"/>
            </a:xfrm>
            <a:custGeom>
              <a:avLst/>
              <a:gdLst/>
              <a:ahLst/>
              <a:cxnLst/>
              <a:rect l="l" t="t" r="r" b="b"/>
              <a:pathLst>
                <a:path w="5264" h="2265" extrusionOk="0">
                  <a:moveTo>
                    <a:pt x="1739" y="1"/>
                  </a:moveTo>
                  <a:lnTo>
                    <a:pt x="549" y="405"/>
                  </a:lnTo>
                  <a:lnTo>
                    <a:pt x="1" y="2072"/>
                  </a:lnTo>
                  <a:cubicBezTo>
                    <a:pt x="424" y="2203"/>
                    <a:pt x="863" y="2265"/>
                    <a:pt x="1304" y="2265"/>
                  </a:cubicBezTo>
                  <a:cubicBezTo>
                    <a:pt x="2872" y="2265"/>
                    <a:pt x="4446" y="1479"/>
                    <a:pt x="5264" y="215"/>
                  </a:cubicBezTo>
                  <a:lnTo>
                    <a:pt x="3644" y="215"/>
                  </a:lnTo>
                  <a:lnTo>
                    <a:pt x="2287" y="1144"/>
                  </a:lnTo>
                  <a:lnTo>
                    <a:pt x="1739" y="1144"/>
                  </a:lnTo>
                  <a:lnTo>
                    <a:pt x="1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5"/>
            <p:cNvSpPr/>
            <p:nvPr/>
          </p:nvSpPr>
          <p:spPr>
            <a:xfrm>
              <a:off x="2332653" y="3453555"/>
              <a:ext cx="96255" cy="110665"/>
            </a:xfrm>
            <a:custGeom>
              <a:avLst/>
              <a:gdLst/>
              <a:ahLst/>
              <a:cxnLst/>
              <a:rect l="l" t="t" r="r" b="b"/>
              <a:pathLst>
                <a:path w="2859" h="3287" extrusionOk="0">
                  <a:moveTo>
                    <a:pt x="1" y="0"/>
                  </a:moveTo>
                  <a:lnTo>
                    <a:pt x="667" y="3287"/>
                  </a:lnTo>
                  <a:lnTo>
                    <a:pt x="2858" y="3287"/>
                  </a:lnTo>
                  <a:cubicBezTo>
                    <a:pt x="2477" y="1786"/>
                    <a:pt x="1406" y="5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5"/>
            <p:cNvSpPr/>
            <p:nvPr/>
          </p:nvSpPr>
          <p:spPr>
            <a:xfrm>
              <a:off x="2309389" y="3587449"/>
              <a:ext cx="163624" cy="105076"/>
            </a:xfrm>
            <a:custGeom>
              <a:avLst/>
              <a:gdLst/>
              <a:ahLst/>
              <a:cxnLst/>
              <a:rect l="l" t="t" r="r" b="b"/>
              <a:pathLst>
                <a:path w="4860" h="3121" extrusionOk="0">
                  <a:moveTo>
                    <a:pt x="1382" y="929"/>
                  </a:moveTo>
                  <a:lnTo>
                    <a:pt x="1382" y="1620"/>
                  </a:lnTo>
                  <a:lnTo>
                    <a:pt x="692" y="1620"/>
                  </a:lnTo>
                  <a:lnTo>
                    <a:pt x="692" y="929"/>
                  </a:lnTo>
                  <a:close/>
                  <a:moveTo>
                    <a:pt x="2787" y="929"/>
                  </a:moveTo>
                  <a:lnTo>
                    <a:pt x="2787" y="1620"/>
                  </a:lnTo>
                  <a:lnTo>
                    <a:pt x="2073" y="1620"/>
                  </a:lnTo>
                  <a:lnTo>
                    <a:pt x="2073" y="929"/>
                  </a:lnTo>
                  <a:close/>
                  <a:moveTo>
                    <a:pt x="4168" y="929"/>
                  </a:moveTo>
                  <a:lnTo>
                    <a:pt x="4168" y="1620"/>
                  </a:lnTo>
                  <a:lnTo>
                    <a:pt x="3478" y="1620"/>
                  </a:lnTo>
                  <a:lnTo>
                    <a:pt x="3478" y="929"/>
                  </a:lnTo>
                  <a:close/>
                  <a:moveTo>
                    <a:pt x="1" y="0"/>
                  </a:moveTo>
                  <a:lnTo>
                    <a:pt x="1" y="3120"/>
                  </a:lnTo>
                  <a:lnTo>
                    <a:pt x="1001" y="2429"/>
                  </a:lnTo>
                  <a:lnTo>
                    <a:pt x="4859" y="2429"/>
                  </a:lnTo>
                  <a:lnTo>
                    <a:pt x="48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5"/>
            <p:cNvSpPr/>
            <p:nvPr/>
          </p:nvSpPr>
          <p:spPr>
            <a:xfrm>
              <a:off x="2073685" y="3402246"/>
              <a:ext cx="163590" cy="105851"/>
            </a:xfrm>
            <a:custGeom>
              <a:avLst/>
              <a:gdLst/>
              <a:ahLst/>
              <a:cxnLst/>
              <a:rect l="l" t="t" r="r" b="b"/>
              <a:pathLst>
                <a:path w="4859" h="3144" extrusionOk="0">
                  <a:moveTo>
                    <a:pt x="1382" y="929"/>
                  </a:moveTo>
                  <a:lnTo>
                    <a:pt x="1382" y="1620"/>
                  </a:lnTo>
                  <a:lnTo>
                    <a:pt x="691" y="1620"/>
                  </a:lnTo>
                  <a:lnTo>
                    <a:pt x="691" y="929"/>
                  </a:lnTo>
                  <a:close/>
                  <a:moveTo>
                    <a:pt x="2787" y="929"/>
                  </a:moveTo>
                  <a:lnTo>
                    <a:pt x="2787" y="1620"/>
                  </a:lnTo>
                  <a:lnTo>
                    <a:pt x="2072" y="1620"/>
                  </a:lnTo>
                  <a:lnTo>
                    <a:pt x="2072" y="929"/>
                  </a:lnTo>
                  <a:close/>
                  <a:moveTo>
                    <a:pt x="4168" y="929"/>
                  </a:moveTo>
                  <a:lnTo>
                    <a:pt x="4168" y="1620"/>
                  </a:lnTo>
                  <a:lnTo>
                    <a:pt x="3477" y="1620"/>
                  </a:lnTo>
                  <a:lnTo>
                    <a:pt x="3477" y="929"/>
                  </a:lnTo>
                  <a:close/>
                  <a:moveTo>
                    <a:pt x="0" y="0"/>
                  </a:moveTo>
                  <a:lnTo>
                    <a:pt x="0" y="2453"/>
                  </a:lnTo>
                  <a:lnTo>
                    <a:pt x="3858" y="2453"/>
                  </a:lnTo>
                  <a:lnTo>
                    <a:pt x="4859" y="3144"/>
                  </a:lnTo>
                  <a:lnTo>
                    <a:pt x="48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 name="Google Shape;1663;p75"/>
          <p:cNvGrpSpPr/>
          <p:nvPr/>
        </p:nvGrpSpPr>
        <p:grpSpPr>
          <a:xfrm>
            <a:off x="2073685" y="2768055"/>
            <a:ext cx="399329" cy="365628"/>
            <a:chOff x="2073685" y="2768055"/>
            <a:chExt cx="399329" cy="365628"/>
          </a:xfrm>
        </p:grpSpPr>
        <p:sp>
          <p:nvSpPr>
            <p:cNvPr id="1664" name="Google Shape;1664;p75"/>
            <p:cNvSpPr/>
            <p:nvPr/>
          </p:nvSpPr>
          <p:spPr>
            <a:xfrm>
              <a:off x="2073685" y="2768055"/>
              <a:ext cx="179616" cy="195642"/>
            </a:xfrm>
            <a:custGeom>
              <a:avLst/>
              <a:gdLst/>
              <a:ahLst/>
              <a:cxnLst/>
              <a:rect l="l" t="t" r="r" b="b"/>
              <a:pathLst>
                <a:path w="5335" h="5811" extrusionOk="0">
                  <a:moveTo>
                    <a:pt x="3144" y="1477"/>
                  </a:moveTo>
                  <a:lnTo>
                    <a:pt x="3620" y="1953"/>
                  </a:lnTo>
                  <a:lnTo>
                    <a:pt x="3168" y="2429"/>
                  </a:lnTo>
                  <a:lnTo>
                    <a:pt x="3620" y="2905"/>
                  </a:lnTo>
                  <a:lnTo>
                    <a:pt x="3144" y="3406"/>
                  </a:lnTo>
                  <a:lnTo>
                    <a:pt x="2668" y="2929"/>
                  </a:lnTo>
                  <a:lnTo>
                    <a:pt x="2191" y="3406"/>
                  </a:lnTo>
                  <a:lnTo>
                    <a:pt x="1691" y="2905"/>
                  </a:lnTo>
                  <a:lnTo>
                    <a:pt x="2168" y="2429"/>
                  </a:lnTo>
                  <a:lnTo>
                    <a:pt x="1691" y="1953"/>
                  </a:lnTo>
                  <a:lnTo>
                    <a:pt x="2191" y="1477"/>
                  </a:lnTo>
                  <a:lnTo>
                    <a:pt x="2668" y="1953"/>
                  </a:lnTo>
                  <a:lnTo>
                    <a:pt x="3144" y="1477"/>
                  </a:lnTo>
                  <a:close/>
                  <a:moveTo>
                    <a:pt x="0" y="0"/>
                  </a:moveTo>
                  <a:lnTo>
                    <a:pt x="0" y="4882"/>
                  </a:lnTo>
                  <a:lnTo>
                    <a:pt x="3501" y="4882"/>
                  </a:lnTo>
                  <a:lnTo>
                    <a:pt x="4692" y="5811"/>
                  </a:lnTo>
                  <a:lnTo>
                    <a:pt x="5335" y="5811"/>
                  </a:lnTo>
                  <a:lnTo>
                    <a:pt x="53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5"/>
            <p:cNvSpPr/>
            <p:nvPr/>
          </p:nvSpPr>
          <p:spPr>
            <a:xfrm>
              <a:off x="2293364" y="2768055"/>
              <a:ext cx="179650" cy="195642"/>
            </a:xfrm>
            <a:custGeom>
              <a:avLst/>
              <a:gdLst/>
              <a:ahLst/>
              <a:cxnLst/>
              <a:rect l="l" t="t" r="r" b="b"/>
              <a:pathLst>
                <a:path w="5336" h="5811" extrusionOk="0">
                  <a:moveTo>
                    <a:pt x="3644" y="1381"/>
                  </a:moveTo>
                  <a:lnTo>
                    <a:pt x="3644" y="2096"/>
                  </a:lnTo>
                  <a:lnTo>
                    <a:pt x="1691" y="2096"/>
                  </a:lnTo>
                  <a:lnTo>
                    <a:pt x="1691" y="1381"/>
                  </a:lnTo>
                  <a:close/>
                  <a:moveTo>
                    <a:pt x="3644" y="2786"/>
                  </a:moveTo>
                  <a:lnTo>
                    <a:pt x="3644" y="3477"/>
                  </a:lnTo>
                  <a:lnTo>
                    <a:pt x="1691" y="3477"/>
                  </a:lnTo>
                  <a:lnTo>
                    <a:pt x="1691" y="2786"/>
                  </a:lnTo>
                  <a:close/>
                  <a:moveTo>
                    <a:pt x="1" y="0"/>
                  </a:moveTo>
                  <a:lnTo>
                    <a:pt x="1" y="5811"/>
                  </a:lnTo>
                  <a:lnTo>
                    <a:pt x="644" y="5811"/>
                  </a:lnTo>
                  <a:lnTo>
                    <a:pt x="1834" y="4882"/>
                  </a:lnTo>
                  <a:lnTo>
                    <a:pt x="5335" y="4882"/>
                  </a:lnTo>
                  <a:lnTo>
                    <a:pt x="53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5"/>
            <p:cNvSpPr/>
            <p:nvPr/>
          </p:nvSpPr>
          <p:spPr>
            <a:xfrm>
              <a:off x="2145026" y="2992347"/>
              <a:ext cx="96255" cy="141336"/>
            </a:xfrm>
            <a:custGeom>
              <a:avLst/>
              <a:gdLst/>
              <a:ahLst/>
              <a:cxnLst/>
              <a:rect l="l" t="t" r="r" b="b"/>
              <a:pathLst>
                <a:path w="2859" h="4198" extrusionOk="0">
                  <a:moveTo>
                    <a:pt x="1430" y="0"/>
                  </a:moveTo>
                  <a:cubicBezTo>
                    <a:pt x="1013" y="0"/>
                    <a:pt x="596" y="280"/>
                    <a:pt x="572" y="840"/>
                  </a:cubicBezTo>
                  <a:cubicBezTo>
                    <a:pt x="572" y="1316"/>
                    <a:pt x="953" y="1697"/>
                    <a:pt x="1430" y="1697"/>
                  </a:cubicBezTo>
                  <a:cubicBezTo>
                    <a:pt x="1906" y="1697"/>
                    <a:pt x="2287" y="1316"/>
                    <a:pt x="2287" y="840"/>
                  </a:cubicBezTo>
                  <a:cubicBezTo>
                    <a:pt x="2263" y="280"/>
                    <a:pt x="1847" y="0"/>
                    <a:pt x="1430" y="0"/>
                  </a:cubicBezTo>
                  <a:close/>
                  <a:moveTo>
                    <a:pt x="1430" y="1697"/>
                  </a:moveTo>
                  <a:cubicBezTo>
                    <a:pt x="644" y="1697"/>
                    <a:pt x="1" y="2340"/>
                    <a:pt x="1" y="3150"/>
                  </a:cubicBezTo>
                  <a:lnTo>
                    <a:pt x="1" y="4197"/>
                  </a:lnTo>
                  <a:lnTo>
                    <a:pt x="2859" y="4197"/>
                  </a:lnTo>
                  <a:lnTo>
                    <a:pt x="2859" y="3150"/>
                  </a:lnTo>
                  <a:cubicBezTo>
                    <a:pt x="2859" y="2340"/>
                    <a:pt x="2216" y="1697"/>
                    <a:pt x="1430" y="169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5"/>
            <p:cNvSpPr/>
            <p:nvPr/>
          </p:nvSpPr>
          <p:spPr>
            <a:xfrm>
              <a:off x="2296562" y="2992347"/>
              <a:ext cx="96255" cy="141336"/>
            </a:xfrm>
            <a:custGeom>
              <a:avLst/>
              <a:gdLst/>
              <a:ahLst/>
              <a:cxnLst/>
              <a:rect l="l" t="t" r="r" b="b"/>
              <a:pathLst>
                <a:path w="2859" h="4198" extrusionOk="0">
                  <a:moveTo>
                    <a:pt x="1439" y="0"/>
                  </a:moveTo>
                  <a:cubicBezTo>
                    <a:pt x="1019" y="0"/>
                    <a:pt x="596" y="280"/>
                    <a:pt x="572" y="840"/>
                  </a:cubicBezTo>
                  <a:cubicBezTo>
                    <a:pt x="572" y="1316"/>
                    <a:pt x="977" y="1697"/>
                    <a:pt x="1430" y="1697"/>
                  </a:cubicBezTo>
                  <a:cubicBezTo>
                    <a:pt x="1906" y="1697"/>
                    <a:pt x="2287" y="1316"/>
                    <a:pt x="2287" y="840"/>
                  </a:cubicBezTo>
                  <a:cubicBezTo>
                    <a:pt x="2275" y="280"/>
                    <a:pt x="1858" y="0"/>
                    <a:pt x="1439" y="0"/>
                  </a:cubicBezTo>
                  <a:close/>
                  <a:moveTo>
                    <a:pt x="1430" y="1697"/>
                  </a:moveTo>
                  <a:cubicBezTo>
                    <a:pt x="644" y="1697"/>
                    <a:pt x="1" y="2340"/>
                    <a:pt x="1" y="3150"/>
                  </a:cubicBezTo>
                  <a:lnTo>
                    <a:pt x="1" y="4197"/>
                  </a:lnTo>
                  <a:lnTo>
                    <a:pt x="2859" y="4197"/>
                  </a:lnTo>
                  <a:lnTo>
                    <a:pt x="2859" y="3150"/>
                  </a:lnTo>
                  <a:cubicBezTo>
                    <a:pt x="2859" y="2340"/>
                    <a:pt x="2239" y="1697"/>
                    <a:pt x="1430" y="169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75"/>
          <p:cNvGrpSpPr/>
          <p:nvPr/>
        </p:nvGrpSpPr>
        <p:grpSpPr>
          <a:xfrm>
            <a:off x="1359299" y="2129589"/>
            <a:ext cx="499558" cy="399600"/>
            <a:chOff x="1359299" y="2129589"/>
            <a:chExt cx="499558" cy="399600"/>
          </a:xfrm>
        </p:grpSpPr>
        <p:sp>
          <p:nvSpPr>
            <p:cNvPr id="1669" name="Google Shape;1669;p75"/>
            <p:cNvSpPr/>
            <p:nvPr/>
          </p:nvSpPr>
          <p:spPr>
            <a:xfrm>
              <a:off x="1520464" y="2191772"/>
              <a:ext cx="178034" cy="194665"/>
            </a:xfrm>
            <a:custGeom>
              <a:avLst/>
              <a:gdLst/>
              <a:ahLst/>
              <a:cxnLst/>
              <a:rect l="l" t="t" r="r" b="b"/>
              <a:pathLst>
                <a:path w="5288" h="5782" extrusionOk="0">
                  <a:moveTo>
                    <a:pt x="1809" y="0"/>
                  </a:moveTo>
                  <a:cubicBezTo>
                    <a:pt x="1474" y="0"/>
                    <a:pt x="1143" y="227"/>
                    <a:pt x="1120" y="685"/>
                  </a:cubicBezTo>
                  <a:cubicBezTo>
                    <a:pt x="1120" y="804"/>
                    <a:pt x="1120" y="1066"/>
                    <a:pt x="1120" y="1066"/>
                  </a:cubicBezTo>
                  <a:cubicBezTo>
                    <a:pt x="1120" y="651"/>
                    <a:pt x="781" y="362"/>
                    <a:pt x="413" y="362"/>
                  </a:cubicBezTo>
                  <a:cubicBezTo>
                    <a:pt x="274" y="362"/>
                    <a:pt x="131" y="403"/>
                    <a:pt x="0" y="495"/>
                  </a:cubicBezTo>
                  <a:lnTo>
                    <a:pt x="5287" y="5781"/>
                  </a:lnTo>
                  <a:cubicBezTo>
                    <a:pt x="5287" y="5710"/>
                    <a:pt x="5287" y="5639"/>
                    <a:pt x="5287" y="5567"/>
                  </a:cubicBezTo>
                  <a:lnTo>
                    <a:pt x="5287" y="2328"/>
                  </a:lnTo>
                  <a:cubicBezTo>
                    <a:pt x="5287" y="1947"/>
                    <a:pt x="5001" y="1638"/>
                    <a:pt x="4620" y="1614"/>
                  </a:cubicBezTo>
                  <a:cubicBezTo>
                    <a:pt x="4239" y="1614"/>
                    <a:pt x="3906" y="1924"/>
                    <a:pt x="3906" y="2328"/>
                  </a:cubicBezTo>
                  <a:lnTo>
                    <a:pt x="3906" y="1614"/>
                  </a:lnTo>
                  <a:cubicBezTo>
                    <a:pt x="3894" y="1144"/>
                    <a:pt x="3546" y="905"/>
                    <a:pt x="3202" y="905"/>
                  </a:cubicBezTo>
                  <a:cubicBezTo>
                    <a:pt x="2867" y="905"/>
                    <a:pt x="2537" y="1132"/>
                    <a:pt x="2525" y="1590"/>
                  </a:cubicBezTo>
                  <a:lnTo>
                    <a:pt x="2525" y="709"/>
                  </a:lnTo>
                  <a:cubicBezTo>
                    <a:pt x="2501" y="239"/>
                    <a:pt x="2153"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5"/>
            <p:cNvSpPr/>
            <p:nvPr/>
          </p:nvSpPr>
          <p:spPr>
            <a:xfrm>
              <a:off x="1445891" y="2298195"/>
              <a:ext cx="215708" cy="164398"/>
            </a:xfrm>
            <a:custGeom>
              <a:avLst/>
              <a:gdLst/>
              <a:ahLst/>
              <a:cxnLst/>
              <a:rect l="l" t="t" r="r" b="b"/>
              <a:pathLst>
                <a:path w="6407" h="4883" extrusionOk="0">
                  <a:moveTo>
                    <a:pt x="1953" y="1"/>
                  </a:moveTo>
                  <a:lnTo>
                    <a:pt x="1953" y="453"/>
                  </a:lnTo>
                  <a:cubicBezTo>
                    <a:pt x="1683" y="182"/>
                    <a:pt x="1330" y="46"/>
                    <a:pt x="979" y="46"/>
                  </a:cubicBezTo>
                  <a:cubicBezTo>
                    <a:pt x="621" y="46"/>
                    <a:pt x="265" y="188"/>
                    <a:pt x="1" y="477"/>
                  </a:cubicBezTo>
                  <a:lnTo>
                    <a:pt x="1953" y="2406"/>
                  </a:lnTo>
                  <a:cubicBezTo>
                    <a:pt x="1953" y="3764"/>
                    <a:pt x="3049" y="4883"/>
                    <a:pt x="4406" y="4883"/>
                  </a:cubicBezTo>
                  <a:lnTo>
                    <a:pt x="5049" y="4883"/>
                  </a:lnTo>
                  <a:cubicBezTo>
                    <a:pt x="5549" y="4883"/>
                    <a:pt x="6026" y="4716"/>
                    <a:pt x="6407" y="4478"/>
                  </a:cubicBezTo>
                  <a:lnTo>
                    <a:pt x="19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5"/>
            <p:cNvSpPr/>
            <p:nvPr/>
          </p:nvSpPr>
          <p:spPr>
            <a:xfrm>
              <a:off x="1359299" y="2129589"/>
              <a:ext cx="499558" cy="399600"/>
            </a:xfrm>
            <a:custGeom>
              <a:avLst/>
              <a:gdLst/>
              <a:ahLst/>
              <a:cxnLst/>
              <a:rect l="l" t="t" r="r" b="b"/>
              <a:pathLst>
                <a:path w="14838" h="11869" extrusionOk="0">
                  <a:moveTo>
                    <a:pt x="6907" y="699"/>
                  </a:moveTo>
                  <a:cubicBezTo>
                    <a:pt x="11408" y="699"/>
                    <a:pt x="13813" y="6009"/>
                    <a:pt x="10860" y="9391"/>
                  </a:cubicBezTo>
                  <a:lnTo>
                    <a:pt x="3454" y="1984"/>
                  </a:lnTo>
                  <a:cubicBezTo>
                    <a:pt x="4406" y="1151"/>
                    <a:pt x="5621" y="699"/>
                    <a:pt x="6907" y="699"/>
                  </a:cubicBezTo>
                  <a:close/>
                  <a:moveTo>
                    <a:pt x="2954" y="2485"/>
                  </a:moveTo>
                  <a:lnTo>
                    <a:pt x="10360" y="9891"/>
                  </a:lnTo>
                  <a:cubicBezTo>
                    <a:pt x="9407" y="10724"/>
                    <a:pt x="8193" y="11177"/>
                    <a:pt x="6907" y="11177"/>
                  </a:cubicBezTo>
                  <a:cubicBezTo>
                    <a:pt x="2430" y="11177"/>
                    <a:pt x="1" y="5842"/>
                    <a:pt x="2954" y="2485"/>
                  </a:cubicBezTo>
                  <a:close/>
                  <a:moveTo>
                    <a:pt x="6965" y="0"/>
                  </a:moveTo>
                  <a:cubicBezTo>
                    <a:pt x="3915" y="0"/>
                    <a:pt x="977" y="2374"/>
                    <a:pt x="977" y="5938"/>
                  </a:cubicBezTo>
                  <a:cubicBezTo>
                    <a:pt x="907" y="9089"/>
                    <a:pt x="3646" y="11869"/>
                    <a:pt x="6788" y="11869"/>
                  </a:cubicBezTo>
                  <a:cubicBezTo>
                    <a:pt x="6827" y="11869"/>
                    <a:pt x="6867" y="11868"/>
                    <a:pt x="6907" y="11867"/>
                  </a:cubicBezTo>
                  <a:cubicBezTo>
                    <a:pt x="12170" y="11867"/>
                    <a:pt x="14837" y="5461"/>
                    <a:pt x="11098" y="1746"/>
                  </a:cubicBezTo>
                  <a:cubicBezTo>
                    <a:pt x="9899" y="539"/>
                    <a:pt x="8419" y="0"/>
                    <a:pt x="69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75"/>
          <p:cNvGrpSpPr/>
          <p:nvPr/>
        </p:nvGrpSpPr>
        <p:grpSpPr>
          <a:xfrm>
            <a:off x="3412632" y="1528527"/>
            <a:ext cx="408923" cy="399498"/>
            <a:chOff x="3412632" y="1528527"/>
            <a:chExt cx="408923" cy="399498"/>
          </a:xfrm>
        </p:grpSpPr>
        <p:sp>
          <p:nvSpPr>
            <p:cNvPr id="1673" name="Google Shape;1673;p75"/>
            <p:cNvSpPr/>
            <p:nvPr/>
          </p:nvSpPr>
          <p:spPr>
            <a:xfrm>
              <a:off x="3686852" y="1528527"/>
              <a:ext cx="44104" cy="58548"/>
            </a:xfrm>
            <a:custGeom>
              <a:avLst/>
              <a:gdLst/>
              <a:ahLst/>
              <a:cxnLst/>
              <a:rect l="l" t="t" r="r" b="b"/>
              <a:pathLst>
                <a:path w="1310" h="1739" extrusionOk="0">
                  <a:moveTo>
                    <a:pt x="691" y="0"/>
                  </a:moveTo>
                  <a:lnTo>
                    <a:pt x="0" y="1429"/>
                  </a:lnTo>
                  <a:lnTo>
                    <a:pt x="619" y="1739"/>
                  </a:lnTo>
                  <a:lnTo>
                    <a:pt x="1310" y="31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5"/>
            <p:cNvSpPr/>
            <p:nvPr/>
          </p:nvSpPr>
          <p:spPr>
            <a:xfrm>
              <a:off x="3762200" y="1619125"/>
              <a:ext cx="59356" cy="44104"/>
            </a:xfrm>
            <a:custGeom>
              <a:avLst/>
              <a:gdLst/>
              <a:ahLst/>
              <a:cxnLst/>
              <a:rect l="l" t="t" r="r" b="b"/>
              <a:pathLst>
                <a:path w="1763" h="1310" extrusionOk="0">
                  <a:moveTo>
                    <a:pt x="1453" y="0"/>
                  </a:moveTo>
                  <a:lnTo>
                    <a:pt x="1" y="691"/>
                  </a:lnTo>
                  <a:lnTo>
                    <a:pt x="310" y="1310"/>
                  </a:lnTo>
                  <a:lnTo>
                    <a:pt x="1763" y="619"/>
                  </a:lnTo>
                  <a:lnTo>
                    <a:pt x="1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5"/>
            <p:cNvSpPr/>
            <p:nvPr/>
          </p:nvSpPr>
          <p:spPr>
            <a:xfrm>
              <a:off x="3728532" y="1565393"/>
              <a:ext cx="55349" cy="55349"/>
            </a:xfrm>
            <a:custGeom>
              <a:avLst/>
              <a:gdLst/>
              <a:ahLst/>
              <a:cxnLst/>
              <a:rect l="l" t="t" r="r" b="b"/>
              <a:pathLst>
                <a:path w="1644" h="1644" extrusionOk="0">
                  <a:moveTo>
                    <a:pt x="1167" y="1"/>
                  </a:moveTo>
                  <a:lnTo>
                    <a:pt x="1" y="1144"/>
                  </a:lnTo>
                  <a:lnTo>
                    <a:pt x="501" y="1644"/>
                  </a:lnTo>
                  <a:lnTo>
                    <a:pt x="1644" y="501"/>
                  </a:lnTo>
                  <a:lnTo>
                    <a:pt x="11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5"/>
            <p:cNvSpPr/>
            <p:nvPr/>
          </p:nvSpPr>
          <p:spPr>
            <a:xfrm>
              <a:off x="3412632" y="1547751"/>
              <a:ext cx="236548" cy="254190"/>
            </a:xfrm>
            <a:custGeom>
              <a:avLst/>
              <a:gdLst/>
              <a:ahLst/>
              <a:cxnLst/>
              <a:rect l="l" t="t" r="r" b="b"/>
              <a:pathLst>
                <a:path w="7026" h="7550" extrusionOk="0">
                  <a:moveTo>
                    <a:pt x="5073" y="1"/>
                  </a:moveTo>
                  <a:cubicBezTo>
                    <a:pt x="4954" y="1"/>
                    <a:pt x="4859" y="48"/>
                    <a:pt x="4764" y="120"/>
                  </a:cubicBezTo>
                  <a:lnTo>
                    <a:pt x="1906" y="3001"/>
                  </a:lnTo>
                  <a:lnTo>
                    <a:pt x="2239" y="3001"/>
                  </a:lnTo>
                  <a:cubicBezTo>
                    <a:pt x="3049" y="3001"/>
                    <a:pt x="3739" y="3525"/>
                    <a:pt x="4001" y="4240"/>
                  </a:cubicBezTo>
                  <a:lnTo>
                    <a:pt x="6716" y="1525"/>
                  </a:lnTo>
                  <a:cubicBezTo>
                    <a:pt x="7026" y="1215"/>
                    <a:pt x="6765" y="794"/>
                    <a:pt x="6443" y="794"/>
                  </a:cubicBezTo>
                  <a:cubicBezTo>
                    <a:pt x="6345" y="794"/>
                    <a:pt x="6240" y="834"/>
                    <a:pt x="6145" y="929"/>
                  </a:cubicBezTo>
                  <a:cubicBezTo>
                    <a:pt x="5978" y="1072"/>
                    <a:pt x="4216" y="2858"/>
                    <a:pt x="4144" y="2930"/>
                  </a:cubicBezTo>
                  <a:cubicBezTo>
                    <a:pt x="4025" y="2811"/>
                    <a:pt x="3787" y="2549"/>
                    <a:pt x="3644" y="2430"/>
                  </a:cubicBezTo>
                  <a:lnTo>
                    <a:pt x="5359" y="739"/>
                  </a:lnTo>
                  <a:cubicBezTo>
                    <a:pt x="5621" y="477"/>
                    <a:pt x="5454" y="1"/>
                    <a:pt x="5073" y="1"/>
                  </a:cubicBezTo>
                  <a:close/>
                  <a:moveTo>
                    <a:pt x="1048" y="1049"/>
                  </a:moveTo>
                  <a:lnTo>
                    <a:pt x="1048" y="3835"/>
                  </a:lnTo>
                  <a:cubicBezTo>
                    <a:pt x="48" y="4740"/>
                    <a:pt x="1" y="6335"/>
                    <a:pt x="953" y="7288"/>
                  </a:cubicBezTo>
                  <a:lnTo>
                    <a:pt x="1239" y="7550"/>
                  </a:lnTo>
                  <a:cubicBezTo>
                    <a:pt x="1358" y="7121"/>
                    <a:pt x="1572" y="6716"/>
                    <a:pt x="1906" y="6359"/>
                  </a:cubicBezTo>
                  <a:lnTo>
                    <a:pt x="1906" y="3001"/>
                  </a:lnTo>
                  <a:lnTo>
                    <a:pt x="1906" y="2168"/>
                  </a:lnTo>
                  <a:cubicBezTo>
                    <a:pt x="1906" y="1668"/>
                    <a:pt x="1549" y="1191"/>
                    <a:pt x="1048" y="104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5"/>
            <p:cNvSpPr/>
            <p:nvPr/>
          </p:nvSpPr>
          <p:spPr>
            <a:xfrm>
              <a:off x="3470372" y="1642356"/>
              <a:ext cx="256580" cy="285669"/>
            </a:xfrm>
            <a:custGeom>
              <a:avLst/>
              <a:gdLst/>
              <a:ahLst/>
              <a:cxnLst/>
              <a:rect l="l" t="t" r="r" b="b"/>
              <a:pathLst>
                <a:path w="7621" h="8485" extrusionOk="0">
                  <a:moveTo>
                    <a:pt x="4889" y="0"/>
                  </a:moveTo>
                  <a:cubicBezTo>
                    <a:pt x="4793" y="0"/>
                    <a:pt x="4697" y="30"/>
                    <a:pt x="4620" y="96"/>
                  </a:cubicBezTo>
                  <a:cubicBezTo>
                    <a:pt x="4025" y="691"/>
                    <a:pt x="2334" y="2382"/>
                    <a:pt x="1715" y="3001"/>
                  </a:cubicBezTo>
                  <a:lnTo>
                    <a:pt x="1715" y="2073"/>
                  </a:lnTo>
                  <a:cubicBezTo>
                    <a:pt x="1715" y="1549"/>
                    <a:pt x="1358" y="1096"/>
                    <a:pt x="881" y="953"/>
                  </a:cubicBezTo>
                  <a:lnTo>
                    <a:pt x="881" y="3835"/>
                  </a:lnTo>
                  <a:cubicBezTo>
                    <a:pt x="453" y="4216"/>
                    <a:pt x="191" y="4716"/>
                    <a:pt x="119" y="5288"/>
                  </a:cubicBezTo>
                  <a:cubicBezTo>
                    <a:pt x="0" y="5978"/>
                    <a:pt x="238" y="6740"/>
                    <a:pt x="786" y="7288"/>
                  </a:cubicBezTo>
                  <a:lnTo>
                    <a:pt x="1286" y="7788"/>
                  </a:lnTo>
                  <a:cubicBezTo>
                    <a:pt x="1751" y="8252"/>
                    <a:pt x="2358" y="8485"/>
                    <a:pt x="2962" y="8485"/>
                  </a:cubicBezTo>
                  <a:cubicBezTo>
                    <a:pt x="3566" y="8485"/>
                    <a:pt x="4168" y="8252"/>
                    <a:pt x="4620" y="7788"/>
                  </a:cubicBezTo>
                  <a:lnTo>
                    <a:pt x="7454" y="4954"/>
                  </a:lnTo>
                  <a:cubicBezTo>
                    <a:pt x="7621" y="4787"/>
                    <a:pt x="7621" y="4525"/>
                    <a:pt x="7478" y="4359"/>
                  </a:cubicBezTo>
                  <a:cubicBezTo>
                    <a:pt x="7395" y="4275"/>
                    <a:pt x="7282" y="4234"/>
                    <a:pt x="7168" y="4234"/>
                  </a:cubicBezTo>
                  <a:cubicBezTo>
                    <a:pt x="7055" y="4234"/>
                    <a:pt x="6942" y="4275"/>
                    <a:pt x="6859" y="4359"/>
                  </a:cubicBezTo>
                  <a:lnTo>
                    <a:pt x="5811" y="5407"/>
                  </a:lnTo>
                  <a:lnTo>
                    <a:pt x="5311" y="4930"/>
                  </a:lnTo>
                  <a:lnTo>
                    <a:pt x="6930" y="3311"/>
                  </a:lnTo>
                  <a:cubicBezTo>
                    <a:pt x="7192" y="3049"/>
                    <a:pt x="7026" y="2597"/>
                    <a:pt x="6644" y="2597"/>
                  </a:cubicBezTo>
                  <a:cubicBezTo>
                    <a:pt x="6624" y="2592"/>
                    <a:pt x="6604" y="2590"/>
                    <a:pt x="6585" y="2590"/>
                  </a:cubicBezTo>
                  <a:cubicBezTo>
                    <a:pt x="6493" y="2590"/>
                    <a:pt x="6414" y="2637"/>
                    <a:pt x="6335" y="2716"/>
                  </a:cubicBezTo>
                  <a:lnTo>
                    <a:pt x="4716" y="4335"/>
                  </a:lnTo>
                  <a:lnTo>
                    <a:pt x="4239" y="3835"/>
                  </a:lnTo>
                  <a:lnTo>
                    <a:pt x="6549" y="1525"/>
                  </a:lnTo>
                  <a:cubicBezTo>
                    <a:pt x="6857" y="1199"/>
                    <a:pt x="6601" y="791"/>
                    <a:pt x="6272" y="791"/>
                  </a:cubicBezTo>
                  <a:cubicBezTo>
                    <a:pt x="6168" y="791"/>
                    <a:pt x="6057" y="832"/>
                    <a:pt x="5954" y="930"/>
                  </a:cubicBezTo>
                  <a:cubicBezTo>
                    <a:pt x="5716" y="1168"/>
                    <a:pt x="4144" y="2739"/>
                    <a:pt x="3644" y="3240"/>
                  </a:cubicBezTo>
                  <a:lnTo>
                    <a:pt x="3144" y="2763"/>
                  </a:lnTo>
                  <a:lnTo>
                    <a:pt x="5168" y="715"/>
                  </a:lnTo>
                  <a:cubicBezTo>
                    <a:pt x="5335" y="548"/>
                    <a:pt x="5359" y="287"/>
                    <a:pt x="5192" y="120"/>
                  </a:cubicBezTo>
                  <a:cubicBezTo>
                    <a:pt x="5114" y="42"/>
                    <a:pt x="5002" y="0"/>
                    <a:pt x="48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75"/>
          <p:cNvGrpSpPr/>
          <p:nvPr/>
        </p:nvGrpSpPr>
        <p:grpSpPr>
          <a:xfrm>
            <a:off x="2739960" y="1528527"/>
            <a:ext cx="400105" cy="399294"/>
            <a:chOff x="2739960" y="1528527"/>
            <a:chExt cx="400105" cy="399294"/>
          </a:xfrm>
        </p:grpSpPr>
        <p:sp>
          <p:nvSpPr>
            <p:cNvPr id="1679" name="Google Shape;1679;p75"/>
            <p:cNvSpPr/>
            <p:nvPr/>
          </p:nvSpPr>
          <p:spPr>
            <a:xfrm>
              <a:off x="2775243" y="1699287"/>
              <a:ext cx="69759" cy="111473"/>
            </a:xfrm>
            <a:custGeom>
              <a:avLst/>
              <a:gdLst/>
              <a:ahLst/>
              <a:cxnLst/>
              <a:rect l="l" t="t" r="r" b="b"/>
              <a:pathLst>
                <a:path w="2072" h="3311" extrusionOk="0">
                  <a:moveTo>
                    <a:pt x="286" y="1"/>
                  </a:moveTo>
                  <a:lnTo>
                    <a:pt x="0" y="3311"/>
                  </a:lnTo>
                  <a:lnTo>
                    <a:pt x="2072" y="3311"/>
                  </a:lnTo>
                  <a:lnTo>
                    <a:pt x="18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5"/>
            <p:cNvSpPr/>
            <p:nvPr/>
          </p:nvSpPr>
          <p:spPr>
            <a:xfrm>
              <a:off x="2905132" y="1699287"/>
              <a:ext cx="69759" cy="111473"/>
            </a:xfrm>
            <a:custGeom>
              <a:avLst/>
              <a:gdLst/>
              <a:ahLst/>
              <a:cxnLst/>
              <a:rect l="l" t="t" r="r" b="b"/>
              <a:pathLst>
                <a:path w="2072" h="3311" extrusionOk="0">
                  <a:moveTo>
                    <a:pt x="262" y="1"/>
                  </a:moveTo>
                  <a:lnTo>
                    <a:pt x="0" y="3311"/>
                  </a:lnTo>
                  <a:lnTo>
                    <a:pt x="2072" y="3311"/>
                  </a:lnTo>
                  <a:lnTo>
                    <a:pt x="17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5"/>
            <p:cNvSpPr/>
            <p:nvPr/>
          </p:nvSpPr>
          <p:spPr>
            <a:xfrm>
              <a:off x="3034212" y="1699287"/>
              <a:ext cx="70567" cy="111473"/>
            </a:xfrm>
            <a:custGeom>
              <a:avLst/>
              <a:gdLst/>
              <a:ahLst/>
              <a:cxnLst/>
              <a:rect l="l" t="t" r="r" b="b"/>
              <a:pathLst>
                <a:path w="2096" h="3311" extrusionOk="0">
                  <a:moveTo>
                    <a:pt x="286" y="1"/>
                  </a:moveTo>
                  <a:lnTo>
                    <a:pt x="0" y="3311"/>
                  </a:lnTo>
                  <a:lnTo>
                    <a:pt x="2096" y="3311"/>
                  </a:lnTo>
                  <a:lnTo>
                    <a:pt x="18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5"/>
            <p:cNvSpPr/>
            <p:nvPr/>
          </p:nvSpPr>
          <p:spPr>
            <a:xfrm>
              <a:off x="2739960" y="1881293"/>
              <a:ext cx="400105" cy="46528"/>
            </a:xfrm>
            <a:custGeom>
              <a:avLst/>
              <a:gdLst/>
              <a:ahLst/>
              <a:cxnLst/>
              <a:rect l="l" t="t" r="r" b="b"/>
              <a:pathLst>
                <a:path w="11884" h="1382" extrusionOk="0">
                  <a:moveTo>
                    <a:pt x="0" y="0"/>
                  </a:moveTo>
                  <a:lnTo>
                    <a:pt x="0" y="1382"/>
                  </a:lnTo>
                  <a:lnTo>
                    <a:pt x="11884" y="1382"/>
                  </a:lnTo>
                  <a:lnTo>
                    <a:pt x="11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5"/>
            <p:cNvSpPr/>
            <p:nvPr/>
          </p:nvSpPr>
          <p:spPr>
            <a:xfrm>
              <a:off x="2763191" y="1833990"/>
              <a:ext cx="93865" cy="23298"/>
            </a:xfrm>
            <a:custGeom>
              <a:avLst/>
              <a:gdLst/>
              <a:ahLst/>
              <a:cxnLst/>
              <a:rect l="l" t="t" r="r" b="b"/>
              <a:pathLst>
                <a:path w="2788" h="692" extrusionOk="0">
                  <a:moveTo>
                    <a:pt x="1" y="0"/>
                  </a:moveTo>
                  <a:lnTo>
                    <a:pt x="1" y="691"/>
                  </a:lnTo>
                  <a:lnTo>
                    <a:pt x="2787" y="691"/>
                  </a:ln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5"/>
            <p:cNvSpPr/>
            <p:nvPr/>
          </p:nvSpPr>
          <p:spPr>
            <a:xfrm>
              <a:off x="2740768" y="1528527"/>
              <a:ext cx="397714" cy="146757"/>
            </a:xfrm>
            <a:custGeom>
              <a:avLst/>
              <a:gdLst/>
              <a:ahLst/>
              <a:cxnLst/>
              <a:rect l="l" t="t" r="r" b="b"/>
              <a:pathLst>
                <a:path w="11813" h="4359" extrusionOk="0">
                  <a:moveTo>
                    <a:pt x="5906" y="0"/>
                  </a:moveTo>
                  <a:lnTo>
                    <a:pt x="0" y="3406"/>
                  </a:lnTo>
                  <a:lnTo>
                    <a:pt x="357" y="4001"/>
                  </a:lnTo>
                  <a:lnTo>
                    <a:pt x="1334" y="3429"/>
                  </a:lnTo>
                  <a:lnTo>
                    <a:pt x="1334" y="4358"/>
                  </a:lnTo>
                  <a:lnTo>
                    <a:pt x="2786" y="4358"/>
                  </a:lnTo>
                  <a:lnTo>
                    <a:pt x="2786" y="3239"/>
                  </a:lnTo>
                  <a:lnTo>
                    <a:pt x="5192" y="3239"/>
                  </a:lnTo>
                  <a:lnTo>
                    <a:pt x="5192" y="4358"/>
                  </a:lnTo>
                  <a:lnTo>
                    <a:pt x="6621" y="4358"/>
                  </a:lnTo>
                  <a:lnTo>
                    <a:pt x="6621" y="3239"/>
                  </a:lnTo>
                  <a:lnTo>
                    <a:pt x="9050" y="3239"/>
                  </a:lnTo>
                  <a:lnTo>
                    <a:pt x="9050" y="4358"/>
                  </a:lnTo>
                  <a:lnTo>
                    <a:pt x="10478" y="4358"/>
                  </a:lnTo>
                  <a:lnTo>
                    <a:pt x="10478" y="3429"/>
                  </a:lnTo>
                  <a:lnTo>
                    <a:pt x="11455" y="4001"/>
                  </a:lnTo>
                  <a:lnTo>
                    <a:pt x="11812" y="3406"/>
                  </a:lnTo>
                  <a:lnTo>
                    <a:pt x="5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5"/>
            <p:cNvSpPr/>
            <p:nvPr/>
          </p:nvSpPr>
          <p:spPr>
            <a:xfrm>
              <a:off x="2893079" y="1833990"/>
              <a:ext cx="93865" cy="23298"/>
            </a:xfrm>
            <a:custGeom>
              <a:avLst/>
              <a:gdLst/>
              <a:ahLst/>
              <a:cxnLst/>
              <a:rect l="l" t="t" r="r" b="b"/>
              <a:pathLst>
                <a:path w="2788" h="692" extrusionOk="0">
                  <a:moveTo>
                    <a:pt x="1" y="0"/>
                  </a:moveTo>
                  <a:lnTo>
                    <a:pt x="1" y="691"/>
                  </a:lnTo>
                  <a:lnTo>
                    <a:pt x="2787" y="691"/>
                  </a:ln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5"/>
            <p:cNvSpPr/>
            <p:nvPr/>
          </p:nvSpPr>
          <p:spPr>
            <a:xfrm>
              <a:off x="3022159" y="1833990"/>
              <a:ext cx="93865" cy="23298"/>
            </a:xfrm>
            <a:custGeom>
              <a:avLst/>
              <a:gdLst/>
              <a:ahLst/>
              <a:cxnLst/>
              <a:rect l="l" t="t" r="r" b="b"/>
              <a:pathLst>
                <a:path w="2788" h="692" extrusionOk="0">
                  <a:moveTo>
                    <a:pt x="1" y="0"/>
                  </a:moveTo>
                  <a:lnTo>
                    <a:pt x="1" y="691"/>
                  </a:lnTo>
                  <a:lnTo>
                    <a:pt x="2787" y="691"/>
                  </a:lnTo>
                  <a:lnTo>
                    <a:pt x="27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 name="Google Shape;1687;p75"/>
          <p:cNvGrpSpPr/>
          <p:nvPr/>
        </p:nvGrpSpPr>
        <p:grpSpPr>
          <a:xfrm>
            <a:off x="2073685" y="2146523"/>
            <a:ext cx="399330" cy="365797"/>
            <a:chOff x="2073685" y="2146523"/>
            <a:chExt cx="399330" cy="365797"/>
          </a:xfrm>
        </p:grpSpPr>
        <p:sp>
          <p:nvSpPr>
            <p:cNvPr id="1688" name="Google Shape;1688;p75"/>
            <p:cNvSpPr/>
            <p:nvPr/>
          </p:nvSpPr>
          <p:spPr>
            <a:xfrm>
              <a:off x="2213976" y="2258131"/>
              <a:ext cx="47370" cy="75382"/>
            </a:xfrm>
            <a:custGeom>
              <a:avLst/>
              <a:gdLst/>
              <a:ahLst/>
              <a:cxnLst/>
              <a:rect l="l" t="t" r="r" b="b"/>
              <a:pathLst>
                <a:path w="1407" h="2239" extrusionOk="0">
                  <a:moveTo>
                    <a:pt x="1406" y="0"/>
                  </a:moveTo>
                  <a:cubicBezTo>
                    <a:pt x="620" y="167"/>
                    <a:pt x="1" y="881"/>
                    <a:pt x="1" y="1715"/>
                  </a:cubicBezTo>
                  <a:cubicBezTo>
                    <a:pt x="1" y="1905"/>
                    <a:pt x="25" y="2072"/>
                    <a:pt x="72" y="2239"/>
                  </a:cubicBezTo>
                  <a:lnTo>
                    <a:pt x="1406" y="1524"/>
                  </a:lnTo>
                  <a:lnTo>
                    <a:pt x="14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5"/>
            <p:cNvSpPr/>
            <p:nvPr/>
          </p:nvSpPr>
          <p:spPr>
            <a:xfrm>
              <a:off x="2227611" y="2335902"/>
              <a:ext cx="33735" cy="38516"/>
            </a:xfrm>
            <a:custGeom>
              <a:avLst/>
              <a:gdLst/>
              <a:ahLst/>
              <a:cxnLst/>
              <a:rect l="l" t="t" r="r" b="b"/>
              <a:pathLst>
                <a:path w="1002" h="1144" extrusionOk="0">
                  <a:moveTo>
                    <a:pt x="1001" y="0"/>
                  </a:moveTo>
                  <a:lnTo>
                    <a:pt x="1" y="548"/>
                  </a:lnTo>
                  <a:cubicBezTo>
                    <a:pt x="263" y="834"/>
                    <a:pt x="620" y="1072"/>
                    <a:pt x="1001" y="1143"/>
                  </a:cubicBezTo>
                  <a:lnTo>
                    <a:pt x="10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5"/>
            <p:cNvSpPr/>
            <p:nvPr/>
          </p:nvSpPr>
          <p:spPr>
            <a:xfrm>
              <a:off x="2285351" y="2335902"/>
              <a:ext cx="33701" cy="38516"/>
            </a:xfrm>
            <a:custGeom>
              <a:avLst/>
              <a:gdLst/>
              <a:ahLst/>
              <a:cxnLst/>
              <a:rect l="l" t="t" r="r" b="b"/>
              <a:pathLst>
                <a:path w="1001" h="1144" extrusionOk="0">
                  <a:moveTo>
                    <a:pt x="0" y="0"/>
                  </a:moveTo>
                  <a:lnTo>
                    <a:pt x="0" y="1143"/>
                  </a:lnTo>
                  <a:cubicBezTo>
                    <a:pt x="381" y="1072"/>
                    <a:pt x="739" y="834"/>
                    <a:pt x="1001" y="548"/>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5"/>
            <p:cNvSpPr/>
            <p:nvPr/>
          </p:nvSpPr>
          <p:spPr>
            <a:xfrm>
              <a:off x="2285351" y="2258131"/>
              <a:ext cx="47337" cy="75382"/>
            </a:xfrm>
            <a:custGeom>
              <a:avLst/>
              <a:gdLst/>
              <a:ahLst/>
              <a:cxnLst/>
              <a:rect l="l" t="t" r="r" b="b"/>
              <a:pathLst>
                <a:path w="1406" h="2239" extrusionOk="0">
                  <a:moveTo>
                    <a:pt x="0" y="0"/>
                  </a:moveTo>
                  <a:lnTo>
                    <a:pt x="0" y="1524"/>
                  </a:lnTo>
                  <a:lnTo>
                    <a:pt x="1334" y="2239"/>
                  </a:lnTo>
                  <a:cubicBezTo>
                    <a:pt x="1382" y="2072"/>
                    <a:pt x="1406" y="1905"/>
                    <a:pt x="1406" y="1715"/>
                  </a:cubicBezTo>
                  <a:cubicBezTo>
                    <a:pt x="1406" y="881"/>
                    <a:pt x="786" y="167"/>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5"/>
            <p:cNvSpPr/>
            <p:nvPr/>
          </p:nvSpPr>
          <p:spPr>
            <a:xfrm>
              <a:off x="2073685" y="2146523"/>
              <a:ext cx="399330" cy="365797"/>
            </a:xfrm>
            <a:custGeom>
              <a:avLst/>
              <a:gdLst/>
              <a:ahLst/>
              <a:cxnLst/>
              <a:rect l="l" t="t" r="r" b="b"/>
              <a:pathLst>
                <a:path w="11861" h="10865" extrusionOk="0">
                  <a:moveTo>
                    <a:pt x="5930" y="2577"/>
                  </a:moveTo>
                  <a:cubicBezTo>
                    <a:pt x="7288" y="2577"/>
                    <a:pt x="8383" y="3672"/>
                    <a:pt x="8383" y="5030"/>
                  </a:cubicBezTo>
                  <a:cubicBezTo>
                    <a:pt x="8383" y="6387"/>
                    <a:pt x="7288" y="7507"/>
                    <a:pt x="5930" y="7507"/>
                  </a:cubicBezTo>
                  <a:cubicBezTo>
                    <a:pt x="4573" y="7507"/>
                    <a:pt x="3477" y="6387"/>
                    <a:pt x="3477" y="5030"/>
                  </a:cubicBezTo>
                  <a:cubicBezTo>
                    <a:pt x="3477" y="3672"/>
                    <a:pt x="4573" y="2577"/>
                    <a:pt x="5930" y="2577"/>
                  </a:cubicBezTo>
                  <a:close/>
                  <a:moveTo>
                    <a:pt x="3515" y="1"/>
                  </a:moveTo>
                  <a:cubicBezTo>
                    <a:pt x="2577" y="1"/>
                    <a:pt x="1674" y="357"/>
                    <a:pt x="1024" y="1029"/>
                  </a:cubicBezTo>
                  <a:cubicBezTo>
                    <a:pt x="358" y="1672"/>
                    <a:pt x="0" y="2553"/>
                    <a:pt x="0" y="3482"/>
                  </a:cubicBezTo>
                  <a:cubicBezTo>
                    <a:pt x="0" y="4411"/>
                    <a:pt x="358" y="5292"/>
                    <a:pt x="1024" y="5959"/>
                  </a:cubicBezTo>
                  <a:lnTo>
                    <a:pt x="5930" y="10864"/>
                  </a:lnTo>
                  <a:lnTo>
                    <a:pt x="10836" y="5959"/>
                  </a:lnTo>
                  <a:cubicBezTo>
                    <a:pt x="11503" y="5292"/>
                    <a:pt x="11860" y="4411"/>
                    <a:pt x="11860" y="3482"/>
                  </a:cubicBezTo>
                  <a:cubicBezTo>
                    <a:pt x="11860" y="2553"/>
                    <a:pt x="11503" y="1672"/>
                    <a:pt x="10836" y="1029"/>
                  </a:cubicBezTo>
                  <a:cubicBezTo>
                    <a:pt x="10186" y="357"/>
                    <a:pt x="9283" y="1"/>
                    <a:pt x="8346" y="1"/>
                  </a:cubicBezTo>
                  <a:cubicBezTo>
                    <a:pt x="8287" y="1"/>
                    <a:pt x="8228" y="2"/>
                    <a:pt x="8169" y="5"/>
                  </a:cubicBezTo>
                  <a:cubicBezTo>
                    <a:pt x="7311" y="53"/>
                    <a:pt x="6526" y="410"/>
                    <a:pt x="5930" y="1005"/>
                  </a:cubicBezTo>
                  <a:cubicBezTo>
                    <a:pt x="5335" y="410"/>
                    <a:pt x="4549" y="53"/>
                    <a:pt x="3692" y="5"/>
                  </a:cubicBezTo>
                  <a:cubicBezTo>
                    <a:pt x="3633" y="2"/>
                    <a:pt x="3574" y="1"/>
                    <a:pt x="35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 name="Google Shape;1693;p75"/>
          <p:cNvGrpSpPr/>
          <p:nvPr/>
        </p:nvGrpSpPr>
        <p:grpSpPr>
          <a:xfrm>
            <a:off x="2138629" y="1528527"/>
            <a:ext cx="269439" cy="399294"/>
            <a:chOff x="2138629" y="1528527"/>
            <a:chExt cx="269439" cy="399294"/>
          </a:xfrm>
        </p:grpSpPr>
        <p:sp>
          <p:nvSpPr>
            <p:cNvPr id="1694" name="Google Shape;1694;p75"/>
            <p:cNvSpPr/>
            <p:nvPr/>
          </p:nvSpPr>
          <p:spPr>
            <a:xfrm>
              <a:off x="2226029" y="1528527"/>
              <a:ext cx="82620" cy="70567"/>
            </a:xfrm>
            <a:custGeom>
              <a:avLst/>
              <a:gdLst/>
              <a:ahLst/>
              <a:cxnLst/>
              <a:rect l="l" t="t" r="r" b="b"/>
              <a:pathLst>
                <a:path w="2454" h="2096" extrusionOk="0">
                  <a:moveTo>
                    <a:pt x="1405" y="0"/>
                  </a:moveTo>
                  <a:cubicBezTo>
                    <a:pt x="0" y="48"/>
                    <a:pt x="0" y="2048"/>
                    <a:pt x="1405" y="2096"/>
                  </a:cubicBezTo>
                  <a:cubicBezTo>
                    <a:pt x="1977" y="2096"/>
                    <a:pt x="2453" y="1620"/>
                    <a:pt x="2453" y="1048"/>
                  </a:cubicBezTo>
                  <a:cubicBezTo>
                    <a:pt x="2453" y="476"/>
                    <a:pt x="1977" y="0"/>
                    <a:pt x="14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5"/>
            <p:cNvSpPr/>
            <p:nvPr/>
          </p:nvSpPr>
          <p:spPr>
            <a:xfrm>
              <a:off x="2209970" y="1598992"/>
              <a:ext cx="126724" cy="47404"/>
            </a:xfrm>
            <a:custGeom>
              <a:avLst/>
              <a:gdLst/>
              <a:ahLst/>
              <a:cxnLst/>
              <a:rect l="l" t="t" r="r" b="b"/>
              <a:pathLst>
                <a:path w="3764" h="1408" extrusionOk="0">
                  <a:moveTo>
                    <a:pt x="1777" y="0"/>
                  </a:moveTo>
                  <a:cubicBezTo>
                    <a:pt x="915" y="0"/>
                    <a:pt x="161" y="561"/>
                    <a:pt x="1" y="1408"/>
                  </a:cubicBezTo>
                  <a:lnTo>
                    <a:pt x="3764" y="1408"/>
                  </a:lnTo>
                  <a:cubicBezTo>
                    <a:pt x="3621" y="598"/>
                    <a:pt x="2906" y="3"/>
                    <a:pt x="2073" y="3"/>
                  </a:cubicBezTo>
                  <a:lnTo>
                    <a:pt x="1882" y="3"/>
                  </a:lnTo>
                  <a:cubicBezTo>
                    <a:pt x="1847" y="1"/>
                    <a:pt x="1812" y="0"/>
                    <a:pt x="17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5"/>
            <p:cNvSpPr/>
            <p:nvPr/>
          </p:nvSpPr>
          <p:spPr>
            <a:xfrm>
              <a:off x="2238048" y="1857254"/>
              <a:ext cx="23298" cy="70567"/>
            </a:xfrm>
            <a:custGeom>
              <a:avLst/>
              <a:gdLst/>
              <a:ahLst/>
              <a:cxnLst/>
              <a:rect l="l" t="t" r="r" b="b"/>
              <a:pathLst>
                <a:path w="692" h="2096" extrusionOk="0">
                  <a:moveTo>
                    <a:pt x="0" y="0"/>
                  </a:moveTo>
                  <a:lnTo>
                    <a:pt x="0" y="2096"/>
                  </a:lnTo>
                  <a:lnTo>
                    <a:pt x="691" y="2096"/>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5"/>
            <p:cNvSpPr/>
            <p:nvPr/>
          </p:nvSpPr>
          <p:spPr>
            <a:xfrm>
              <a:off x="2285351" y="1857254"/>
              <a:ext cx="23298" cy="70567"/>
            </a:xfrm>
            <a:custGeom>
              <a:avLst/>
              <a:gdLst/>
              <a:ahLst/>
              <a:cxnLst/>
              <a:rect l="l" t="t" r="r" b="b"/>
              <a:pathLst>
                <a:path w="692" h="2096" extrusionOk="0">
                  <a:moveTo>
                    <a:pt x="0" y="0"/>
                  </a:moveTo>
                  <a:lnTo>
                    <a:pt x="0" y="2096"/>
                  </a:lnTo>
                  <a:lnTo>
                    <a:pt x="691" y="2096"/>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5"/>
            <p:cNvSpPr/>
            <p:nvPr/>
          </p:nvSpPr>
          <p:spPr>
            <a:xfrm>
              <a:off x="2138629" y="1683262"/>
              <a:ext cx="34509" cy="46528"/>
            </a:xfrm>
            <a:custGeom>
              <a:avLst/>
              <a:gdLst/>
              <a:ahLst/>
              <a:cxnLst/>
              <a:rect l="l" t="t" r="r" b="b"/>
              <a:pathLst>
                <a:path w="1025" h="1382" extrusionOk="0">
                  <a:moveTo>
                    <a:pt x="691" y="0"/>
                  </a:moveTo>
                  <a:cubicBezTo>
                    <a:pt x="310" y="0"/>
                    <a:pt x="0" y="310"/>
                    <a:pt x="0" y="691"/>
                  </a:cubicBezTo>
                  <a:cubicBezTo>
                    <a:pt x="0" y="1072"/>
                    <a:pt x="310" y="1382"/>
                    <a:pt x="691" y="1382"/>
                  </a:cubicBezTo>
                  <a:lnTo>
                    <a:pt x="1024" y="1382"/>
                  </a:lnTo>
                  <a:lnTo>
                    <a:pt x="102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5"/>
            <p:cNvSpPr/>
            <p:nvPr/>
          </p:nvSpPr>
          <p:spPr>
            <a:xfrm>
              <a:off x="2373559" y="1683262"/>
              <a:ext cx="34509" cy="46528"/>
            </a:xfrm>
            <a:custGeom>
              <a:avLst/>
              <a:gdLst/>
              <a:ahLst/>
              <a:cxnLst/>
              <a:rect l="l" t="t" r="r" b="b"/>
              <a:pathLst>
                <a:path w="1025" h="1382" extrusionOk="0">
                  <a:moveTo>
                    <a:pt x="0" y="0"/>
                  </a:moveTo>
                  <a:lnTo>
                    <a:pt x="0" y="1382"/>
                  </a:lnTo>
                  <a:lnTo>
                    <a:pt x="333" y="1382"/>
                  </a:lnTo>
                  <a:cubicBezTo>
                    <a:pt x="714" y="1382"/>
                    <a:pt x="1024" y="1072"/>
                    <a:pt x="1024" y="691"/>
                  </a:cubicBezTo>
                  <a:cubicBezTo>
                    <a:pt x="1024" y="310"/>
                    <a:pt x="714" y="0"/>
                    <a:pt x="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5"/>
            <p:cNvSpPr/>
            <p:nvPr/>
          </p:nvSpPr>
          <p:spPr>
            <a:xfrm>
              <a:off x="2197143" y="1669626"/>
              <a:ext cx="152379" cy="163590"/>
            </a:xfrm>
            <a:custGeom>
              <a:avLst/>
              <a:gdLst/>
              <a:ahLst/>
              <a:cxnLst/>
              <a:rect l="l" t="t" r="r" b="b"/>
              <a:pathLst>
                <a:path w="4526" h="4859" extrusionOk="0">
                  <a:moveTo>
                    <a:pt x="3835" y="691"/>
                  </a:moveTo>
                  <a:lnTo>
                    <a:pt x="3835" y="1382"/>
                  </a:lnTo>
                  <a:lnTo>
                    <a:pt x="691" y="1382"/>
                  </a:lnTo>
                  <a:lnTo>
                    <a:pt x="691" y="691"/>
                  </a:lnTo>
                  <a:close/>
                  <a:moveTo>
                    <a:pt x="3835" y="2096"/>
                  </a:moveTo>
                  <a:lnTo>
                    <a:pt x="3835" y="2787"/>
                  </a:lnTo>
                  <a:lnTo>
                    <a:pt x="691" y="2787"/>
                  </a:lnTo>
                  <a:lnTo>
                    <a:pt x="691" y="2096"/>
                  </a:lnTo>
                  <a:close/>
                  <a:moveTo>
                    <a:pt x="3835" y="3477"/>
                  </a:moveTo>
                  <a:lnTo>
                    <a:pt x="3835" y="4168"/>
                  </a:lnTo>
                  <a:lnTo>
                    <a:pt x="691" y="4168"/>
                  </a:lnTo>
                  <a:lnTo>
                    <a:pt x="691" y="3477"/>
                  </a:lnTo>
                  <a:close/>
                  <a:moveTo>
                    <a:pt x="1" y="0"/>
                  </a:moveTo>
                  <a:lnTo>
                    <a:pt x="1" y="4859"/>
                  </a:lnTo>
                  <a:lnTo>
                    <a:pt x="4526" y="4859"/>
                  </a:lnTo>
                  <a:lnTo>
                    <a:pt x="452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75"/>
          <p:cNvGrpSpPr/>
          <p:nvPr/>
        </p:nvGrpSpPr>
        <p:grpSpPr>
          <a:xfrm>
            <a:off x="1403403" y="1528527"/>
            <a:ext cx="376872" cy="399295"/>
            <a:chOff x="1403403" y="1528527"/>
            <a:chExt cx="376872" cy="399295"/>
          </a:xfrm>
        </p:grpSpPr>
        <p:sp>
          <p:nvSpPr>
            <p:cNvPr id="1702" name="Google Shape;1702;p75"/>
            <p:cNvSpPr/>
            <p:nvPr/>
          </p:nvSpPr>
          <p:spPr>
            <a:xfrm>
              <a:off x="1418620" y="1801905"/>
              <a:ext cx="47370" cy="46562"/>
            </a:xfrm>
            <a:custGeom>
              <a:avLst/>
              <a:gdLst/>
              <a:ahLst/>
              <a:cxnLst/>
              <a:rect l="l" t="t" r="r" b="b"/>
              <a:pathLst>
                <a:path w="1407" h="1383" extrusionOk="0">
                  <a:moveTo>
                    <a:pt x="715" y="1"/>
                  </a:moveTo>
                  <a:cubicBezTo>
                    <a:pt x="311" y="1"/>
                    <a:pt x="1" y="310"/>
                    <a:pt x="1" y="691"/>
                  </a:cubicBezTo>
                  <a:cubicBezTo>
                    <a:pt x="1" y="1072"/>
                    <a:pt x="311" y="1382"/>
                    <a:pt x="715" y="1382"/>
                  </a:cubicBezTo>
                  <a:cubicBezTo>
                    <a:pt x="1096" y="1382"/>
                    <a:pt x="1406" y="1072"/>
                    <a:pt x="1406" y="691"/>
                  </a:cubicBezTo>
                  <a:cubicBezTo>
                    <a:pt x="1406" y="310"/>
                    <a:pt x="1096" y="1"/>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5"/>
            <p:cNvSpPr/>
            <p:nvPr/>
          </p:nvSpPr>
          <p:spPr>
            <a:xfrm>
              <a:off x="1521272" y="1742583"/>
              <a:ext cx="46528" cy="30503"/>
            </a:xfrm>
            <a:custGeom>
              <a:avLst/>
              <a:gdLst/>
              <a:ahLst/>
              <a:cxnLst/>
              <a:rect l="l" t="t" r="r" b="b"/>
              <a:pathLst>
                <a:path w="1382" h="906" extrusionOk="0">
                  <a:moveTo>
                    <a:pt x="0" y="1"/>
                  </a:moveTo>
                  <a:lnTo>
                    <a:pt x="0" y="906"/>
                  </a:lnTo>
                  <a:lnTo>
                    <a:pt x="1381" y="906"/>
                  </a:lnTo>
                  <a:lnTo>
                    <a:pt x="13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5"/>
            <p:cNvSpPr/>
            <p:nvPr/>
          </p:nvSpPr>
          <p:spPr>
            <a:xfrm>
              <a:off x="1615069" y="1742583"/>
              <a:ext cx="46528" cy="30503"/>
            </a:xfrm>
            <a:custGeom>
              <a:avLst/>
              <a:gdLst/>
              <a:ahLst/>
              <a:cxnLst/>
              <a:rect l="l" t="t" r="r" b="b"/>
              <a:pathLst>
                <a:path w="1382" h="906" extrusionOk="0">
                  <a:moveTo>
                    <a:pt x="1" y="1"/>
                  </a:moveTo>
                  <a:lnTo>
                    <a:pt x="1" y="906"/>
                  </a:lnTo>
                  <a:lnTo>
                    <a:pt x="1382" y="906"/>
                  </a:lnTo>
                  <a:lnTo>
                    <a:pt x="1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5"/>
            <p:cNvSpPr/>
            <p:nvPr/>
          </p:nvSpPr>
          <p:spPr>
            <a:xfrm>
              <a:off x="1521272" y="1797091"/>
              <a:ext cx="140326" cy="130731"/>
            </a:xfrm>
            <a:custGeom>
              <a:avLst/>
              <a:gdLst/>
              <a:ahLst/>
              <a:cxnLst/>
              <a:rect l="l" t="t" r="r" b="b"/>
              <a:pathLst>
                <a:path w="4168" h="3883" extrusionOk="0">
                  <a:moveTo>
                    <a:pt x="0" y="1"/>
                  </a:moveTo>
                  <a:lnTo>
                    <a:pt x="0" y="596"/>
                  </a:lnTo>
                  <a:cubicBezTo>
                    <a:pt x="0" y="1049"/>
                    <a:pt x="119" y="1501"/>
                    <a:pt x="334" y="1906"/>
                  </a:cubicBezTo>
                  <a:lnTo>
                    <a:pt x="715" y="2668"/>
                  </a:lnTo>
                  <a:lnTo>
                    <a:pt x="715" y="3883"/>
                  </a:lnTo>
                  <a:lnTo>
                    <a:pt x="3453" y="3883"/>
                  </a:lnTo>
                  <a:lnTo>
                    <a:pt x="3453" y="2668"/>
                  </a:lnTo>
                  <a:lnTo>
                    <a:pt x="3858" y="1906"/>
                  </a:lnTo>
                  <a:cubicBezTo>
                    <a:pt x="4049" y="1501"/>
                    <a:pt x="4168" y="1049"/>
                    <a:pt x="4168" y="596"/>
                  </a:cubicBezTo>
                  <a:lnTo>
                    <a:pt x="4168" y="1"/>
                  </a:lnTo>
                  <a:lnTo>
                    <a:pt x="2787" y="1"/>
                  </a:lnTo>
                  <a:lnTo>
                    <a:pt x="2787" y="834"/>
                  </a:lnTo>
                  <a:cubicBezTo>
                    <a:pt x="2787" y="453"/>
                    <a:pt x="2477" y="144"/>
                    <a:pt x="2096" y="144"/>
                  </a:cubicBezTo>
                  <a:cubicBezTo>
                    <a:pt x="1691" y="144"/>
                    <a:pt x="1381" y="453"/>
                    <a:pt x="1381" y="834"/>
                  </a:cubicBezTo>
                  <a:lnTo>
                    <a:pt x="13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5"/>
            <p:cNvSpPr/>
            <p:nvPr/>
          </p:nvSpPr>
          <p:spPr>
            <a:xfrm>
              <a:off x="1403403" y="1848433"/>
              <a:ext cx="77806" cy="79388"/>
            </a:xfrm>
            <a:custGeom>
              <a:avLst/>
              <a:gdLst/>
              <a:ahLst/>
              <a:cxnLst/>
              <a:rect l="l" t="t" r="r" b="b"/>
              <a:pathLst>
                <a:path w="2311" h="2358" extrusionOk="0">
                  <a:moveTo>
                    <a:pt x="1167" y="0"/>
                  </a:moveTo>
                  <a:cubicBezTo>
                    <a:pt x="524" y="0"/>
                    <a:pt x="1" y="524"/>
                    <a:pt x="1" y="1167"/>
                  </a:cubicBezTo>
                  <a:lnTo>
                    <a:pt x="1" y="2358"/>
                  </a:lnTo>
                  <a:lnTo>
                    <a:pt x="2311" y="2358"/>
                  </a:lnTo>
                  <a:lnTo>
                    <a:pt x="2311" y="1167"/>
                  </a:lnTo>
                  <a:cubicBezTo>
                    <a:pt x="2311" y="524"/>
                    <a:pt x="178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5"/>
            <p:cNvSpPr/>
            <p:nvPr/>
          </p:nvSpPr>
          <p:spPr>
            <a:xfrm>
              <a:off x="1717687" y="1801905"/>
              <a:ext cx="47337" cy="46562"/>
            </a:xfrm>
            <a:custGeom>
              <a:avLst/>
              <a:gdLst/>
              <a:ahLst/>
              <a:cxnLst/>
              <a:rect l="l" t="t" r="r" b="b"/>
              <a:pathLst>
                <a:path w="1406" h="1383" extrusionOk="0">
                  <a:moveTo>
                    <a:pt x="691" y="1"/>
                  </a:moveTo>
                  <a:cubicBezTo>
                    <a:pt x="310" y="1"/>
                    <a:pt x="1" y="310"/>
                    <a:pt x="1" y="691"/>
                  </a:cubicBezTo>
                  <a:cubicBezTo>
                    <a:pt x="1" y="1072"/>
                    <a:pt x="310" y="1382"/>
                    <a:pt x="691" y="1382"/>
                  </a:cubicBezTo>
                  <a:cubicBezTo>
                    <a:pt x="1096" y="1382"/>
                    <a:pt x="1406" y="1072"/>
                    <a:pt x="1406" y="691"/>
                  </a:cubicBezTo>
                  <a:cubicBezTo>
                    <a:pt x="1406" y="310"/>
                    <a:pt x="1096"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5"/>
            <p:cNvSpPr/>
            <p:nvPr/>
          </p:nvSpPr>
          <p:spPr>
            <a:xfrm>
              <a:off x="1702469" y="1848433"/>
              <a:ext cx="77806" cy="79388"/>
            </a:xfrm>
            <a:custGeom>
              <a:avLst/>
              <a:gdLst/>
              <a:ahLst/>
              <a:cxnLst/>
              <a:rect l="l" t="t" r="r" b="b"/>
              <a:pathLst>
                <a:path w="2311" h="2358" extrusionOk="0">
                  <a:moveTo>
                    <a:pt x="1167" y="0"/>
                  </a:moveTo>
                  <a:cubicBezTo>
                    <a:pt x="524" y="0"/>
                    <a:pt x="0" y="524"/>
                    <a:pt x="0" y="1167"/>
                  </a:cubicBezTo>
                  <a:lnTo>
                    <a:pt x="0" y="2358"/>
                  </a:lnTo>
                  <a:lnTo>
                    <a:pt x="2310" y="2358"/>
                  </a:lnTo>
                  <a:lnTo>
                    <a:pt x="2310" y="1167"/>
                  </a:lnTo>
                  <a:cubicBezTo>
                    <a:pt x="2310" y="524"/>
                    <a:pt x="178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5"/>
            <p:cNvSpPr/>
            <p:nvPr/>
          </p:nvSpPr>
          <p:spPr>
            <a:xfrm>
              <a:off x="1542920" y="1576604"/>
              <a:ext cx="36900" cy="59389"/>
            </a:xfrm>
            <a:custGeom>
              <a:avLst/>
              <a:gdLst/>
              <a:ahLst/>
              <a:cxnLst/>
              <a:rect l="l" t="t" r="r" b="b"/>
              <a:pathLst>
                <a:path w="1096" h="1764" extrusionOk="0">
                  <a:moveTo>
                    <a:pt x="1096" y="1"/>
                  </a:moveTo>
                  <a:cubicBezTo>
                    <a:pt x="477" y="144"/>
                    <a:pt x="0" y="715"/>
                    <a:pt x="0" y="1406"/>
                  </a:cubicBezTo>
                  <a:cubicBezTo>
                    <a:pt x="0" y="1525"/>
                    <a:pt x="24" y="1644"/>
                    <a:pt x="48" y="1763"/>
                  </a:cubicBezTo>
                  <a:lnTo>
                    <a:pt x="1096" y="1192"/>
                  </a:lnTo>
                  <a:lnTo>
                    <a:pt x="10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5"/>
            <p:cNvSpPr/>
            <p:nvPr/>
          </p:nvSpPr>
          <p:spPr>
            <a:xfrm>
              <a:off x="1555747" y="1643164"/>
              <a:ext cx="24072" cy="27304"/>
            </a:xfrm>
            <a:custGeom>
              <a:avLst/>
              <a:gdLst/>
              <a:ahLst/>
              <a:cxnLst/>
              <a:rect l="l" t="t" r="r" b="b"/>
              <a:pathLst>
                <a:path w="715" h="811" extrusionOk="0">
                  <a:moveTo>
                    <a:pt x="715" y="1"/>
                  </a:moveTo>
                  <a:lnTo>
                    <a:pt x="0" y="382"/>
                  </a:lnTo>
                  <a:cubicBezTo>
                    <a:pt x="191" y="596"/>
                    <a:pt x="429" y="739"/>
                    <a:pt x="715" y="810"/>
                  </a:cubicBezTo>
                  <a:lnTo>
                    <a:pt x="7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5"/>
            <p:cNvSpPr/>
            <p:nvPr/>
          </p:nvSpPr>
          <p:spPr>
            <a:xfrm>
              <a:off x="1603050" y="1643164"/>
              <a:ext cx="24072" cy="27304"/>
            </a:xfrm>
            <a:custGeom>
              <a:avLst/>
              <a:gdLst/>
              <a:ahLst/>
              <a:cxnLst/>
              <a:rect l="l" t="t" r="r" b="b"/>
              <a:pathLst>
                <a:path w="715" h="811" extrusionOk="0">
                  <a:moveTo>
                    <a:pt x="0" y="1"/>
                  </a:moveTo>
                  <a:lnTo>
                    <a:pt x="0" y="810"/>
                  </a:lnTo>
                  <a:cubicBezTo>
                    <a:pt x="286" y="739"/>
                    <a:pt x="524" y="596"/>
                    <a:pt x="715" y="38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5"/>
            <p:cNvSpPr/>
            <p:nvPr/>
          </p:nvSpPr>
          <p:spPr>
            <a:xfrm>
              <a:off x="1603050" y="1576604"/>
              <a:ext cx="36900" cy="59389"/>
            </a:xfrm>
            <a:custGeom>
              <a:avLst/>
              <a:gdLst/>
              <a:ahLst/>
              <a:cxnLst/>
              <a:rect l="l" t="t" r="r" b="b"/>
              <a:pathLst>
                <a:path w="1096" h="1764" extrusionOk="0">
                  <a:moveTo>
                    <a:pt x="0" y="1"/>
                  </a:moveTo>
                  <a:lnTo>
                    <a:pt x="0" y="1192"/>
                  </a:lnTo>
                  <a:lnTo>
                    <a:pt x="1048" y="1763"/>
                  </a:lnTo>
                  <a:cubicBezTo>
                    <a:pt x="1072" y="1644"/>
                    <a:pt x="1096" y="1525"/>
                    <a:pt x="1096" y="1406"/>
                  </a:cubicBezTo>
                  <a:cubicBezTo>
                    <a:pt x="1096" y="715"/>
                    <a:pt x="619" y="14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5"/>
            <p:cNvSpPr/>
            <p:nvPr/>
          </p:nvSpPr>
          <p:spPr>
            <a:xfrm>
              <a:off x="1477168" y="1528527"/>
              <a:ext cx="228535" cy="190053"/>
            </a:xfrm>
            <a:custGeom>
              <a:avLst/>
              <a:gdLst/>
              <a:ahLst/>
              <a:cxnLst/>
              <a:rect l="l" t="t" r="r" b="b"/>
              <a:pathLst>
                <a:path w="6788" h="5645" extrusionOk="0">
                  <a:moveTo>
                    <a:pt x="3406" y="691"/>
                  </a:moveTo>
                  <a:cubicBezTo>
                    <a:pt x="4573" y="691"/>
                    <a:pt x="5525" y="1643"/>
                    <a:pt x="5525" y="2834"/>
                  </a:cubicBezTo>
                  <a:cubicBezTo>
                    <a:pt x="5525" y="4001"/>
                    <a:pt x="4573" y="4954"/>
                    <a:pt x="3406" y="4954"/>
                  </a:cubicBezTo>
                  <a:cubicBezTo>
                    <a:pt x="2215" y="4954"/>
                    <a:pt x="1263" y="4001"/>
                    <a:pt x="1263" y="2834"/>
                  </a:cubicBezTo>
                  <a:cubicBezTo>
                    <a:pt x="1263" y="1643"/>
                    <a:pt x="2215" y="691"/>
                    <a:pt x="3406" y="691"/>
                  </a:cubicBezTo>
                  <a:close/>
                  <a:moveTo>
                    <a:pt x="0" y="0"/>
                  </a:moveTo>
                  <a:lnTo>
                    <a:pt x="0" y="5644"/>
                  </a:lnTo>
                  <a:lnTo>
                    <a:pt x="6788" y="5644"/>
                  </a:lnTo>
                  <a:lnTo>
                    <a:pt x="67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4" name="Google Shape;1714;p75"/>
          <p:cNvSpPr/>
          <p:nvPr/>
        </p:nvSpPr>
        <p:spPr>
          <a:xfrm rot="10800000">
            <a:off x="531203" y="3717375"/>
            <a:ext cx="1110600" cy="1110600"/>
          </a:xfrm>
          <a:prstGeom prst="blockArc">
            <a:avLst>
              <a:gd name="adj1" fmla="val 1612586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1718"/>
        <p:cNvGrpSpPr/>
        <p:nvPr/>
      </p:nvGrpSpPr>
      <p:grpSpPr>
        <a:xfrm>
          <a:off x="0" y="0"/>
          <a:ext cx="0" cy="0"/>
          <a:chOff x="0" y="0"/>
          <a:chExt cx="0" cy="0"/>
        </a:xfrm>
      </p:grpSpPr>
      <p:sp>
        <p:nvSpPr>
          <p:cNvPr id="1719" name="Google Shape;1719;p76"/>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ALTERNATIVE </a:t>
            </a:r>
            <a:r>
              <a:rPr lang="en"/>
              <a:t>RESOURCES</a:t>
            </a:r>
            <a:endParaRPr/>
          </a:p>
        </p:txBody>
      </p:sp>
      <p:sp>
        <p:nvSpPr>
          <p:cNvPr id="1720" name="Google Shape;1720;p76"/>
          <p:cNvSpPr txBox="1">
            <a:spLocks noGrp="1"/>
          </p:cNvSpPr>
          <p:nvPr>
            <p:ph type="body" idx="1"/>
          </p:nvPr>
        </p:nvSpPr>
        <p:spPr>
          <a:xfrm>
            <a:off x="714000" y="1375573"/>
            <a:ext cx="3795000" cy="307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0" lvl="0" indent="0" algn="l" rtl="0">
              <a:spcBef>
                <a:spcPts val="1000"/>
              </a:spcBef>
              <a:spcAft>
                <a:spcPts val="0"/>
              </a:spcAft>
              <a:buNone/>
            </a:pPr>
            <a:r>
              <a:rPr lang="en" sz="2000" b="1">
                <a:latin typeface="Josefin Sans"/>
                <a:ea typeface="Josefin Sans"/>
                <a:cs typeface="Josefin Sans"/>
                <a:sym typeface="Josefin Sans"/>
              </a:rPr>
              <a:t>Photos</a:t>
            </a:r>
            <a:endParaRPr sz="2000" b="1">
              <a:latin typeface="Josefin Sans"/>
              <a:ea typeface="Josefin Sans"/>
              <a:cs typeface="Josefin Sans"/>
              <a:sym typeface="Josefin Sans"/>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3"/>
              </a:rPr>
              <a:t>Medium shot african woman holding plant</a:t>
            </a:r>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4"/>
              </a:rPr>
              <a:t>Smiley woman exterior portrait</a:t>
            </a:r>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5"/>
              </a:rPr>
              <a:t>Full shot old woman exterior portrait</a:t>
            </a:r>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6"/>
              </a:rPr>
              <a:t>African senior woman portrait</a:t>
            </a:r>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7"/>
              </a:rPr>
              <a:t>African senior woman portrait I</a:t>
            </a:r>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8"/>
              </a:rPr>
              <a:t>Woman spending time with her black boy</a:t>
            </a:r>
            <a:endParaRPr/>
          </a:p>
          <a:p>
            <a:pPr marL="342900" lvl="0" indent="-203200" algn="l" rtl="0">
              <a:spcBef>
                <a:spcPts val="0"/>
              </a:spcBef>
              <a:spcAft>
                <a:spcPts val="0"/>
              </a:spcAft>
              <a:buClr>
                <a:schemeClr val="accent2"/>
              </a:buClr>
              <a:buSzPts val="1400"/>
              <a:buChar char="●"/>
            </a:pPr>
            <a:r>
              <a:rPr lang="en">
                <a:solidFill>
                  <a:schemeClr val="hlink"/>
                </a:solidFill>
                <a:uFill>
                  <a:noFill/>
                </a:uFill>
                <a:hlinkClick r:id="rId9"/>
              </a:rPr>
              <a:t>Medium shot elderly woman outdoors</a:t>
            </a:r>
            <a:endParaRPr/>
          </a:p>
        </p:txBody>
      </p:sp>
      <p:sp>
        <p:nvSpPr>
          <p:cNvPr id="1721" name="Google Shape;1721;p76"/>
          <p:cNvSpPr txBox="1">
            <a:spLocks noGrp="1"/>
          </p:cNvSpPr>
          <p:nvPr>
            <p:ph type="body" idx="2"/>
          </p:nvPr>
        </p:nvSpPr>
        <p:spPr>
          <a:xfrm>
            <a:off x="4635000" y="1375573"/>
            <a:ext cx="3795000" cy="3077400"/>
          </a:xfrm>
          <a:prstGeom prst="rect">
            <a:avLst/>
          </a:prstGeom>
        </p:spPr>
        <p:txBody>
          <a:bodyPr spcFirstLastPara="1" wrap="square" lIns="91425" tIns="91425" rIns="91425" bIns="91425" anchor="t" anchorCtr="0">
            <a:noAutofit/>
          </a:bodyPr>
          <a:lstStyle/>
          <a:p>
            <a:pPr marL="342900" lvl="0" indent="-203200" algn="l" rtl="0">
              <a:spcBef>
                <a:spcPts val="0"/>
              </a:spcBef>
              <a:spcAft>
                <a:spcPts val="0"/>
              </a:spcAft>
              <a:buSzPts val="1400"/>
              <a:buChar char="●"/>
            </a:pPr>
            <a:r>
              <a:rPr lang="en">
                <a:solidFill>
                  <a:schemeClr val="hlink"/>
                </a:solidFill>
                <a:uFill>
                  <a:noFill/>
                </a:uFill>
                <a:hlinkClick r:id="rId10"/>
              </a:rPr>
              <a:t>Medium shot old woman sitting outdoors</a:t>
            </a:r>
            <a:endParaRPr/>
          </a:p>
          <a:p>
            <a:pPr marL="342900" lvl="0" indent="-203200" algn="l" rtl="0">
              <a:spcBef>
                <a:spcPts val="0"/>
              </a:spcBef>
              <a:spcAft>
                <a:spcPts val="0"/>
              </a:spcAft>
              <a:buSzPts val="1400"/>
              <a:buChar char="●"/>
            </a:pPr>
            <a:r>
              <a:rPr lang="en">
                <a:solidFill>
                  <a:schemeClr val="hlink"/>
                </a:solidFill>
                <a:uFill>
                  <a:noFill/>
                </a:uFill>
                <a:hlinkClick r:id="rId11"/>
              </a:rPr>
              <a:t>Senior african woman outdoors</a:t>
            </a:r>
            <a:endParaRPr/>
          </a:p>
          <a:p>
            <a:pPr marL="342900" lvl="0" indent="-203200" algn="l" rtl="0">
              <a:spcBef>
                <a:spcPts val="0"/>
              </a:spcBef>
              <a:spcAft>
                <a:spcPts val="0"/>
              </a:spcAft>
              <a:buSzPts val="1400"/>
              <a:buChar char="●"/>
            </a:pPr>
            <a:r>
              <a:rPr lang="en">
                <a:solidFill>
                  <a:schemeClr val="hlink"/>
                </a:solidFill>
                <a:uFill>
                  <a:noFill/>
                </a:uFill>
                <a:hlinkClick r:id="rId12"/>
              </a:rPr>
              <a:t>Medium shot african woman outdoors</a:t>
            </a:r>
            <a:endParaRPr/>
          </a:p>
          <a:p>
            <a:pPr marL="342900" lvl="0" indent="-203200" algn="l" rtl="0">
              <a:spcBef>
                <a:spcPts val="0"/>
              </a:spcBef>
              <a:spcAft>
                <a:spcPts val="0"/>
              </a:spcAft>
              <a:buSzPts val="1400"/>
              <a:buChar char="●"/>
            </a:pPr>
            <a:r>
              <a:rPr lang="en">
                <a:solidFill>
                  <a:schemeClr val="hlink"/>
                </a:solidFill>
                <a:uFill>
                  <a:noFill/>
                </a:uFill>
                <a:hlinkClick r:id="rId13"/>
              </a:rPr>
              <a:t>Medium shot old woman outdoors</a:t>
            </a:r>
            <a:endParaRPr/>
          </a:p>
          <a:p>
            <a:pPr marL="342900" lvl="0" indent="-203200" algn="l" rtl="0">
              <a:spcBef>
                <a:spcPts val="0"/>
              </a:spcBef>
              <a:spcAft>
                <a:spcPts val="0"/>
              </a:spcAft>
              <a:buSzPts val="1400"/>
              <a:buChar char="●"/>
            </a:pPr>
            <a:r>
              <a:rPr lang="en">
                <a:solidFill>
                  <a:schemeClr val="hlink"/>
                </a:solidFill>
                <a:uFill>
                  <a:noFill/>
                </a:uFill>
                <a:hlinkClick r:id="rId14"/>
              </a:rPr>
              <a:t>Full shot african woman sitting on chair</a:t>
            </a:r>
            <a:endParaRPr/>
          </a:p>
          <a:p>
            <a:pPr marL="342900" lvl="0" indent="-203200" algn="l" rtl="0">
              <a:spcBef>
                <a:spcPts val="0"/>
              </a:spcBef>
              <a:spcAft>
                <a:spcPts val="0"/>
              </a:spcAft>
              <a:buSzPts val="1400"/>
              <a:buChar char="●"/>
            </a:pPr>
            <a:r>
              <a:rPr lang="en">
                <a:solidFill>
                  <a:schemeClr val="hlink"/>
                </a:solidFill>
                <a:uFill>
                  <a:noFill/>
                </a:uFill>
                <a:hlinkClick r:id="rId15"/>
              </a:rPr>
              <a:t>Woman teaching kids in class</a:t>
            </a:r>
            <a:endParaRPr/>
          </a:p>
          <a:p>
            <a:pPr marL="342900" lvl="0" indent="-203200" algn="l" rtl="0">
              <a:spcBef>
                <a:spcPts val="0"/>
              </a:spcBef>
              <a:spcAft>
                <a:spcPts val="0"/>
              </a:spcAft>
              <a:buSzPts val="1400"/>
              <a:buChar char="●"/>
            </a:pPr>
            <a:r>
              <a:rPr lang="en">
                <a:solidFill>
                  <a:schemeClr val="hlink"/>
                </a:solidFill>
                <a:uFill>
                  <a:noFill/>
                </a:uFill>
                <a:hlinkClick r:id="rId16"/>
              </a:rPr>
              <a:t>Beautiful african women fetching water</a:t>
            </a:r>
            <a:endParaRPr/>
          </a:p>
          <a:p>
            <a:pPr marL="342900" lvl="0" indent="-203200" algn="l" rtl="0">
              <a:spcBef>
                <a:spcPts val="0"/>
              </a:spcBef>
              <a:spcAft>
                <a:spcPts val="0"/>
              </a:spcAft>
              <a:buSzPts val="1400"/>
              <a:buChar char="●"/>
            </a:pPr>
            <a:r>
              <a:rPr lang="en">
                <a:solidFill>
                  <a:schemeClr val="hlink"/>
                </a:solidFill>
                <a:uFill>
                  <a:noFill/>
                </a:uFill>
                <a:hlinkClick r:id="rId17"/>
              </a:rPr>
              <a:t>Beautiful african women having fun while fetching water</a:t>
            </a:r>
            <a:endParaRPr/>
          </a:p>
        </p:txBody>
      </p:sp>
      <p:sp>
        <p:nvSpPr>
          <p:cNvPr id="1722" name="Google Shape;1722;p76"/>
          <p:cNvSpPr/>
          <p:nvPr/>
        </p:nvSpPr>
        <p:spPr>
          <a:xfrm>
            <a:off x="4827075" y="3775525"/>
            <a:ext cx="826800" cy="869100"/>
          </a:xfrm>
          <a:prstGeom prst="star10">
            <a:avLst>
              <a:gd name="adj" fmla="val 0"/>
              <a:gd name="hf" fmla="val 10514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6"/>
          <p:cNvSpPr/>
          <p:nvPr/>
        </p:nvSpPr>
        <p:spPr>
          <a:xfrm rot="10800000">
            <a:off x="7962353" y="-154875"/>
            <a:ext cx="1110600" cy="1110600"/>
          </a:xfrm>
          <a:prstGeom prst="blockArc">
            <a:avLst>
              <a:gd name="adj1" fmla="val 16125860"/>
              <a:gd name="adj2" fmla="val 0"/>
              <a:gd name="adj3" fmla="val 25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4" name="Google Shape;1724;p76"/>
          <p:cNvGrpSpPr/>
          <p:nvPr/>
        </p:nvGrpSpPr>
        <p:grpSpPr>
          <a:xfrm>
            <a:off x="-217085" y="4074850"/>
            <a:ext cx="701400" cy="470850"/>
            <a:chOff x="2171175" y="41750"/>
            <a:chExt cx="701400" cy="470850"/>
          </a:xfrm>
        </p:grpSpPr>
        <p:sp>
          <p:nvSpPr>
            <p:cNvPr id="1725" name="Google Shape;1725;p76"/>
            <p:cNvSpPr/>
            <p:nvPr/>
          </p:nvSpPr>
          <p:spPr>
            <a:xfrm>
              <a:off x="2171175" y="4175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6"/>
            <p:cNvSpPr/>
            <p:nvPr/>
          </p:nvSpPr>
          <p:spPr>
            <a:xfrm>
              <a:off x="2171175" y="217125"/>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6"/>
            <p:cNvSpPr/>
            <p:nvPr/>
          </p:nvSpPr>
          <p:spPr>
            <a:xfrm>
              <a:off x="2171175" y="387200"/>
              <a:ext cx="701400" cy="125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1731"/>
        <p:cNvGrpSpPr/>
        <p:nvPr/>
      </p:nvGrpSpPr>
      <p:grpSpPr>
        <a:xfrm>
          <a:off x="0" y="0"/>
          <a:ext cx="0" cy="0"/>
          <a:chOff x="0" y="0"/>
          <a:chExt cx="0" cy="0"/>
        </a:xfrm>
      </p:grpSpPr>
      <p:sp>
        <p:nvSpPr>
          <p:cNvPr id="1732" name="Google Shape;1732;p77"/>
          <p:cNvSpPr txBox="1">
            <a:spLocks noGrp="1"/>
          </p:cNvSpPr>
          <p:nvPr>
            <p:ph type="title"/>
          </p:nvPr>
        </p:nvSpPr>
        <p:spPr>
          <a:xfrm>
            <a:off x="714000" y="538500"/>
            <a:ext cx="7716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733" name="Google Shape;1733;p77"/>
          <p:cNvSpPr txBox="1">
            <a:spLocks noGrp="1"/>
          </p:cNvSpPr>
          <p:nvPr>
            <p:ph type="body" idx="1"/>
          </p:nvPr>
        </p:nvSpPr>
        <p:spPr>
          <a:xfrm>
            <a:off x="714000" y="1375573"/>
            <a:ext cx="3795000" cy="307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2000" b="1">
                <a:latin typeface="Josefin Sans"/>
                <a:ea typeface="Josefin Sans"/>
                <a:cs typeface="Josefin Sans"/>
                <a:sym typeface="Josefin Sans"/>
              </a:rPr>
              <a:t>Photos</a:t>
            </a:r>
            <a:endParaRPr sz="2000" b="1">
              <a:latin typeface="Josefin Sans"/>
              <a:ea typeface="Josefin Sans"/>
              <a:cs typeface="Josefin Sans"/>
              <a:sym typeface="Josefin Sans"/>
            </a:endParaRPr>
          </a:p>
          <a:p>
            <a:pPr marL="342900" lvl="0" indent="-203200" algn="l" rtl="0">
              <a:spcBef>
                <a:spcPts val="0"/>
              </a:spcBef>
              <a:spcAft>
                <a:spcPts val="0"/>
              </a:spcAft>
              <a:buSzPts val="1400"/>
              <a:buChar char="●"/>
            </a:pPr>
            <a:r>
              <a:rPr lang="en">
                <a:solidFill>
                  <a:schemeClr val="hlink"/>
                </a:solidFill>
                <a:uFill>
                  <a:noFill/>
                </a:uFill>
                <a:hlinkClick r:id="rId3"/>
              </a:rPr>
              <a:t>Smiley women exterior portrait</a:t>
            </a:r>
            <a:endParaRPr/>
          </a:p>
          <a:p>
            <a:pPr marL="342900" lvl="0" indent="-203200" algn="l" rtl="0">
              <a:spcBef>
                <a:spcPts val="0"/>
              </a:spcBef>
              <a:spcAft>
                <a:spcPts val="0"/>
              </a:spcAft>
              <a:buSzPts val="1400"/>
              <a:buChar char="●"/>
            </a:pPr>
            <a:r>
              <a:rPr lang="en">
                <a:solidFill>
                  <a:schemeClr val="hlink"/>
                </a:solidFill>
                <a:uFill>
                  <a:noFill/>
                </a:uFill>
                <a:hlinkClick r:id="rId4"/>
              </a:rPr>
              <a:t>African senior woman</a:t>
            </a:r>
            <a:endParaRPr/>
          </a:p>
          <a:p>
            <a:pPr marL="342900" lvl="0" indent="-203200" algn="l" rtl="0">
              <a:spcBef>
                <a:spcPts val="0"/>
              </a:spcBef>
              <a:spcAft>
                <a:spcPts val="0"/>
              </a:spcAft>
              <a:buSzPts val="1400"/>
              <a:buChar char="●"/>
            </a:pPr>
            <a:r>
              <a:rPr lang="en">
                <a:solidFill>
                  <a:schemeClr val="hlink"/>
                </a:solidFill>
                <a:uFill>
                  <a:noFill/>
                </a:uFill>
                <a:hlinkClick r:id="rId5"/>
              </a:rPr>
              <a:t>African senior woman I</a:t>
            </a:r>
            <a:endParaRPr/>
          </a:p>
          <a:p>
            <a:pPr marL="342900" lvl="0" indent="-203200" algn="l" rtl="0">
              <a:spcBef>
                <a:spcPts val="0"/>
              </a:spcBef>
              <a:spcAft>
                <a:spcPts val="0"/>
              </a:spcAft>
              <a:buSzPts val="1400"/>
              <a:buChar char="●"/>
            </a:pPr>
            <a:r>
              <a:rPr lang="en">
                <a:solidFill>
                  <a:schemeClr val="hlink"/>
                </a:solidFill>
                <a:uFill>
                  <a:noFill/>
                </a:uFill>
                <a:hlinkClick r:id="rId6"/>
              </a:rPr>
              <a:t>African senior woman portrait</a:t>
            </a:r>
            <a:endParaRPr/>
          </a:p>
          <a:p>
            <a:pPr marL="342900" lvl="0" indent="-203200" algn="l" rtl="0">
              <a:spcBef>
                <a:spcPts val="0"/>
              </a:spcBef>
              <a:spcAft>
                <a:spcPts val="0"/>
              </a:spcAft>
              <a:buSzPts val="1400"/>
              <a:buChar char="●"/>
            </a:pPr>
            <a:r>
              <a:rPr lang="en">
                <a:solidFill>
                  <a:schemeClr val="hlink"/>
                </a:solidFill>
                <a:uFill>
                  <a:noFill/>
                </a:uFill>
                <a:hlinkClick r:id="rId7"/>
              </a:rPr>
              <a:t>African senior woman portrait I</a:t>
            </a:r>
            <a:endParaRPr/>
          </a:p>
          <a:p>
            <a:pPr marL="342900" lvl="0" indent="-203200" algn="l" rtl="0">
              <a:spcBef>
                <a:spcPts val="0"/>
              </a:spcBef>
              <a:spcAft>
                <a:spcPts val="0"/>
              </a:spcAft>
              <a:buSzPts val="1400"/>
              <a:buChar char="●"/>
            </a:pPr>
            <a:r>
              <a:rPr lang="en">
                <a:solidFill>
                  <a:schemeClr val="hlink"/>
                </a:solidFill>
                <a:uFill>
                  <a:noFill/>
                </a:uFill>
                <a:hlinkClick r:id="rId8"/>
              </a:rPr>
              <a:t>African senior woman portrait II</a:t>
            </a:r>
            <a:endParaRPr/>
          </a:p>
          <a:p>
            <a:pPr marL="342900" lvl="0" indent="-203200" algn="l" rtl="0">
              <a:spcBef>
                <a:spcPts val="0"/>
              </a:spcBef>
              <a:spcAft>
                <a:spcPts val="0"/>
              </a:spcAft>
              <a:buSzPts val="1400"/>
              <a:buChar char="●"/>
            </a:pPr>
            <a:r>
              <a:rPr lang="en">
                <a:solidFill>
                  <a:schemeClr val="hlink"/>
                </a:solidFill>
                <a:uFill>
                  <a:noFill/>
                </a:uFill>
                <a:hlinkClick r:id="rId9"/>
              </a:rPr>
              <a:t>Beautiful african women fetching water</a:t>
            </a:r>
            <a:endParaRPr/>
          </a:p>
          <a:p>
            <a:pPr marL="342900" lvl="0" indent="-203200" algn="l" rtl="0">
              <a:spcBef>
                <a:spcPts val="0"/>
              </a:spcBef>
              <a:spcAft>
                <a:spcPts val="0"/>
              </a:spcAft>
              <a:buSzPts val="1400"/>
              <a:buChar char="●"/>
            </a:pPr>
            <a:r>
              <a:rPr lang="en">
                <a:solidFill>
                  <a:schemeClr val="hlink"/>
                </a:solidFill>
                <a:uFill>
                  <a:noFill/>
                </a:uFill>
                <a:hlinkClick r:id="rId10"/>
              </a:rPr>
              <a:t>Beautiful african women fetching water I</a:t>
            </a:r>
            <a:endParaRPr/>
          </a:p>
          <a:p>
            <a:pPr marL="342900" lvl="0" indent="-203200" algn="l" rtl="0">
              <a:spcBef>
                <a:spcPts val="0"/>
              </a:spcBef>
              <a:spcAft>
                <a:spcPts val="0"/>
              </a:spcAft>
              <a:buSzPts val="1400"/>
              <a:buChar char="●"/>
            </a:pPr>
            <a:r>
              <a:rPr lang="en">
                <a:solidFill>
                  <a:schemeClr val="hlink"/>
                </a:solidFill>
                <a:uFill>
                  <a:noFill/>
                </a:uFill>
                <a:hlinkClick r:id="rId11"/>
              </a:rPr>
              <a:t>Medium shot african women sitting together</a:t>
            </a:r>
            <a:endParaRPr/>
          </a:p>
        </p:txBody>
      </p:sp>
      <p:sp>
        <p:nvSpPr>
          <p:cNvPr id="1734" name="Google Shape;1734;p77"/>
          <p:cNvSpPr txBox="1">
            <a:spLocks noGrp="1"/>
          </p:cNvSpPr>
          <p:nvPr>
            <p:ph type="body" idx="2"/>
          </p:nvPr>
        </p:nvSpPr>
        <p:spPr>
          <a:xfrm>
            <a:off x="4635000" y="1375573"/>
            <a:ext cx="3795000" cy="3077400"/>
          </a:xfrm>
          <a:prstGeom prst="rect">
            <a:avLst/>
          </a:prstGeom>
        </p:spPr>
        <p:txBody>
          <a:bodyPr spcFirstLastPara="1" wrap="square" lIns="91425" tIns="91425" rIns="91425" bIns="91425" anchor="t" anchorCtr="0">
            <a:noAutofit/>
          </a:bodyPr>
          <a:lstStyle/>
          <a:p>
            <a:pPr marL="342900" lvl="0" indent="-203200" algn="l" rtl="0">
              <a:spcBef>
                <a:spcPts val="0"/>
              </a:spcBef>
              <a:spcAft>
                <a:spcPts val="0"/>
              </a:spcAft>
              <a:buSzPts val="1400"/>
              <a:buChar char="●"/>
            </a:pPr>
            <a:r>
              <a:rPr lang="en">
                <a:solidFill>
                  <a:schemeClr val="hlink"/>
                </a:solidFill>
                <a:uFill>
                  <a:noFill/>
                </a:uFill>
                <a:hlinkClick r:id="rId12"/>
              </a:rPr>
              <a:t>Beautiful african women having fun while fetching water</a:t>
            </a:r>
            <a:endParaRPr/>
          </a:p>
          <a:p>
            <a:pPr marL="342900" lvl="0" indent="-203200" algn="l" rtl="0">
              <a:spcBef>
                <a:spcPts val="0"/>
              </a:spcBef>
              <a:spcAft>
                <a:spcPts val="0"/>
              </a:spcAft>
              <a:buSzPts val="1400"/>
              <a:buChar char="●"/>
            </a:pPr>
            <a:r>
              <a:rPr lang="en">
                <a:solidFill>
                  <a:schemeClr val="hlink"/>
                </a:solidFill>
                <a:uFill>
                  <a:noFill/>
                </a:uFill>
                <a:hlinkClick r:id="rId13"/>
              </a:rPr>
              <a:t>Medium shot elderly african woman</a:t>
            </a:r>
            <a:endParaRPr/>
          </a:p>
          <a:p>
            <a:pPr marL="342900" lvl="0" indent="-203200" algn="l" rtl="0">
              <a:spcBef>
                <a:spcPts val="0"/>
              </a:spcBef>
              <a:spcAft>
                <a:spcPts val="0"/>
              </a:spcAft>
              <a:buSzPts val="1400"/>
              <a:buChar char="●"/>
            </a:pPr>
            <a:r>
              <a:rPr lang="en">
                <a:solidFill>
                  <a:schemeClr val="hlink"/>
                </a:solidFill>
                <a:uFill>
                  <a:noFill/>
                </a:uFill>
                <a:hlinkClick r:id="rId14"/>
              </a:rPr>
              <a:t>Medium shot smiley elderly woman I</a:t>
            </a:r>
            <a:endParaRPr/>
          </a:p>
          <a:p>
            <a:pPr marL="342900" lvl="0" indent="-203200" algn="l" rtl="0">
              <a:spcBef>
                <a:spcPts val="0"/>
              </a:spcBef>
              <a:spcAft>
                <a:spcPts val="0"/>
              </a:spcAft>
              <a:buSzPts val="1400"/>
              <a:buChar char="●"/>
            </a:pPr>
            <a:r>
              <a:rPr lang="en">
                <a:solidFill>
                  <a:schemeClr val="hlink"/>
                </a:solidFill>
                <a:uFill>
                  <a:noFill/>
                </a:uFill>
                <a:hlinkClick r:id="rId15"/>
              </a:rPr>
              <a:t>African woman teaching kids in class</a:t>
            </a:r>
            <a:endParaRPr/>
          </a:p>
          <a:p>
            <a:pPr marL="342900" lvl="0" indent="-203200" algn="l" rtl="0">
              <a:spcBef>
                <a:spcPts val="0"/>
              </a:spcBef>
              <a:spcAft>
                <a:spcPts val="0"/>
              </a:spcAft>
              <a:buSzPts val="1400"/>
              <a:buChar char="●"/>
            </a:pPr>
            <a:r>
              <a:rPr lang="en">
                <a:solidFill>
                  <a:schemeClr val="hlink"/>
                </a:solidFill>
                <a:uFill>
                  <a:noFill/>
                </a:uFill>
                <a:hlinkClick r:id="rId16"/>
              </a:rPr>
              <a:t>Woman spending time with her black boy</a:t>
            </a:r>
            <a:endParaRPr sz="2000" b="1">
              <a:latin typeface="Josefin Sans"/>
              <a:ea typeface="Josefin Sans"/>
              <a:cs typeface="Josefin Sans"/>
              <a:sym typeface="Josefin Sans"/>
            </a:endParaRPr>
          </a:p>
          <a:p>
            <a:pPr marL="0" lvl="0" indent="0" algn="l" rtl="0">
              <a:spcBef>
                <a:spcPts val="1000"/>
              </a:spcBef>
              <a:spcAft>
                <a:spcPts val="0"/>
              </a:spcAft>
              <a:buNone/>
            </a:pPr>
            <a:r>
              <a:rPr lang="en" sz="2000" b="1">
                <a:latin typeface="Josefin Sans"/>
                <a:ea typeface="Josefin Sans"/>
                <a:cs typeface="Josefin Sans"/>
                <a:sym typeface="Josefin Sans"/>
              </a:rPr>
              <a:t>Vectors</a:t>
            </a:r>
            <a:endParaRPr sz="2000" b="1">
              <a:latin typeface="Josefin Sans"/>
              <a:ea typeface="Josefin Sans"/>
              <a:cs typeface="Josefin Sans"/>
              <a:sym typeface="Josefin Sans"/>
            </a:endParaRPr>
          </a:p>
          <a:p>
            <a:pPr marL="342900" lvl="0" indent="-203200" algn="l" rtl="0">
              <a:spcBef>
                <a:spcPts val="0"/>
              </a:spcBef>
              <a:spcAft>
                <a:spcPts val="0"/>
              </a:spcAft>
              <a:buSzPts val="1400"/>
              <a:buChar char="●"/>
            </a:pPr>
            <a:r>
              <a:rPr lang="en">
                <a:solidFill>
                  <a:schemeClr val="hlink"/>
                </a:solidFill>
                <a:uFill>
                  <a:noFill/>
                </a:uFill>
                <a:hlinkClick r:id="rId17"/>
              </a:rPr>
              <a:t>Juneteenth poster template design</a:t>
            </a:r>
            <a:endParaRPr sz="2000" b="1">
              <a:latin typeface="Josefin Sans"/>
              <a:ea typeface="Josefin Sans"/>
              <a:cs typeface="Josefin Sans"/>
              <a:sym typeface="Josefin Sans"/>
            </a:endParaRPr>
          </a:p>
          <a:p>
            <a:pPr marL="0" lvl="0" indent="0" algn="l" rtl="0">
              <a:spcBef>
                <a:spcPts val="1000"/>
              </a:spcBef>
              <a:spcAft>
                <a:spcPts val="0"/>
              </a:spcAft>
              <a:buNone/>
            </a:pPr>
            <a:r>
              <a:rPr lang="en" sz="2000" b="1">
                <a:latin typeface="Josefin Sans"/>
                <a:ea typeface="Josefin Sans"/>
                <a:cs typeface="Josefin Sans"/>
                <a:sym typeface="Josefin Sans"/>
              </a:rPr>
              <a:t>Icons</a:t>
            </a:r>
            <a:endParaRPr sz="2000" b="1">
              <a:latin typeface="Josefin Sans"/>
              <a:ea typeface="Josefin Sans"/>
              <a:cs typeface="Josefin Sans"/>
              <a:sym typeface="Josefin Sans"/>
            </a:endParaRPr>
          </a:p>
          <a:p>
            <a:pPr marL="342900" lvl="0" indent="-203200" algn="l" rtl="0">
              <a:spcBef>
                <a:spcPts val="0"/>
              </a:spcBef>
              <a:spcAft>
                <a:spcPts val="0"/>
              </a:spcAft>
              <a:buSzPts val="1400"/>
              <a:buChar char="●"/>
            </a:pPr>
            <a:r>
              <a:rPr lang="en">
                <a:solidFill>
                  <a:schemeClr val="hlink"/>
                </a:solidFill>
                <a:uFill>
                  <a:noFill/>
                </a:uFill>
                <a:hlinkClick r:id="rId18"/>
              </a:rPr>
              <a:t>Civil rights movements | Filled</a:t>
            </a:r>
            <a:endParaRPr/>
          </a:p>
        </p:txBody>
      </p:sp>
      <p:sp>
        <p:nvSpPr>
          <p:cNvPr id="1735" name="Google Shape;1735;p77"/>
          <p:cNvSpPr/>
          <p:nvPr/>
        </p:nvSpPr>
        <p:spPr>
          <a:xfrm>
            <a:off x="6463400" y="300550"/>
            <a:ext cx="826800" cy="869100"/>
          </a:xfrm>
          <a:prstGeom prst="star10">
            <a:avLst>
              <a:gd name="adj" fmla="val 0"/>
              <a:gd name="hf" fmla="val 105146"/>
            </a:avLst>
          </a:pr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7"/>
          <p:cNvSpPr/>
          <p:nvPr/>
        </p:nvSpPr>
        <p:spPr>
          <a:xfrm rot="10800000">
            <a:off x="422653" y="3761575"/>
            <a:ext cx="1110600" cy="1110600"/>
          </a:xfrm>
          <a:prstGeom prst="blockArc">
            <a:avLst>
              <a:gd name="adj1" fmla="val 1612586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1740"/>
        <p:cNvGrpSpPr/>
        <p:nvPr/>
      </p:nvGrpSpPr>
      <p:grpSpPr>
        <a:xfrm>
          <a:off x="0" y="0"/>
          <a:ext cx="0" cy="0"/>
          <a:chOff x="0" y="0"/>
          <a:chExt cx="0" cy="0"/>
        </a:xfrm>
      </p:grpSpPr>
      <p:sp>
        <p:nvSpPr>
          <p:cNvPr id="1741" name="Google Shape;1741;p7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742" name="Google Shape;1742;p7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743" name="Google Shape;1743;p78"/>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1747"/>
        <p:cNvGrpSpPr/>
        <p:nvPr/>
      </p:nvGrpSpPr>
      <p:grpSpPr>
        <a:xfrm>
          <a:off x="0" y="0"/>
          <a:ext cx="0" cy="0"/>
          <a:chOff x="0" y="0"/>
          <a:chExt cx="0" cy="0"/>
        </a:xfrm>
      </p:grpSpPr>
      <p:sp>
        <p:nvSpPr>
          <p:cNvPr id="1748" name="Google Shape;1748;p79"/>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749" name="Google Shape;1749;p79"/>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750" name="Google Shape;1750;p7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1754"/>
        <p:cNvGrpSpPr/>
        <p:nvPr/>
      </p:nvGrpSpPr>
      <p:grpSpPr>
        <a:xfrm>
          <a:off x="0" y="0"/>
          <a:ext cx="0" cy="0"/>
          <a:chOff x="0" y="0"/>
          <a:chExt cx="0" cy="0"/>
        </a:xfrm>
      </p:grpSpPr>
      <p:sp>
        <p:nvSpPr>
          <p:cNvPr id="1755" name="Google Shape;1755;p80"/>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756" name="Google Shape;1756;p80"/>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Josefin Sans</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https://fonts.google.com/specimen/Josefin+Sans</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Catamaran</a:t>
            </a:r>
            <a:endParaRPr sz="1100" b="1">
              <a:solidFill>
                <a:srgbClr val="FFFFF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https://fonts.google.com/specimen/Catamaran</a:t>
            </a:r>
            <a:r>
              <a:rPr lang="en" sz="1100">
                <a:solidFill>
                  <a:srgbClr val="FFFFFF"/>
                </a:solidFill>
              </a:rPr>
              <a:t>)</a:t>
            </a:r>
            <a:endParaRPr sz="1100">
              <a:solidFill>
                <a:srgbClr val="FFFFFF"/>
              </a:solidFill>
            </a:endParaRPr>
          </a:p>
        </p:txBody>
      </p:sp>
      <p:sp>
        <p:nvSpPr>
          <p:cNvPr id="1757" name="Google Shape;1757;p80"/>
          <p:cNvSpPr/>
          <p:nvPr/>
        </p:nvSpPr>
        <p:spPr>
          <a:xfrm>
            <a:off x="3114475" y="2988225"/>
            <a:ext cx="791400" cy="754200"/>
          </a:xfrm>
          <a:prstGeom prst="roundRect">
            <a:avLst>
              <a:gd name="adj" fmla="val 16667"/>
            </a:avLst>
          </a:prstGeom>
          <a:solidFill>
            <a:srgbClr val="14141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0"/>
          <p:cNvSpPr/>
          <p:nvPr/>
        </p:nvSpPr>
        <p:spPr>
          <a:xfrm>
            <a:off x="4176295"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0"/>
          <p:cNvSpPr/>
          <p:nvPr/>
        </p:nvSpPr>
        <p:spPr>
          <a:xfrm>
            <a:off x="5238114" y="2988225"/>
            <a:ext cx="791400" cy="754200"/>
          </a:xfrm>
          <a:prstGeom prst="roundRect">
            <a:avLst>
              <a:gd name="adj" fmla="val 16667"/>
            </a:avLst>
          </a:prstGeom>
          <a:solidFill>
            <a:srgbClr val="2E1F8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0"/>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#141414</a:t>
            </a:r>
            <a:endParaRPr sz="1000">
              <a:solidFill>
                <a:srgbClr val="FFFFFF"/>
              </a:solidFill>
            </a:endParaRPr>
          </a:p>
        </p:txBody>
      </p:sp>
      <p:sp>
        <p:nvSpPr>
          <p:cNvPr id="1761" name="Google Shape;1761;p80"/>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762" name="Google Shape;1762;p80"/>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#2e1f8c</a:t>
            </a:r>
            <a:endParaRPr sz="1000">
              <a:solidFill>
                <a:srgbClr val="FFFFFF"/>
              </a:solidFill>
            </a:endParaRPr>
          </a:p>
        </p:txBody>
      </p:sp>
      <p:sp>
        <p:nvSpPr>
          <p:cNvPr id="1763" name="Google Shape;1763;p80"/>
          <p:cNvSpPr/>
          <p:nvPr/>
        </p:nvSpPr>
        <p:spPr>
          <a:xfrm>
            <a:off x="3114475" y="3919325"/>
            <a:ext cx="791400" cy="754200"/>
          </a:xfrm>
          <a:prstGeom prst="roundRect">
            <a:avLst>
              <a:gd name="adj" fmla="val 16667"/>
            </a:avLst>
          </a:prstGeom>
          <a:solidFill>
            <a:srgbClr val="007C5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0"/>
          <p:cNvSpPr/>
          <p:nvPr/>
        </p:nvSpPr>
        <p:spPr>
          <a:xfrm>
            <a:off x="4176295" y="3919325"/>
            <a:ext cx="791400" cy="754200"/>
          </a:xfrm>
          <a:prstGeom prst="roundRect">
            <a:avLst>
              <a:gd name="adj" fmla="val 16667"/>
            </a:avLst>
          </a:prstGeom>
          <a:solidFill>
            <a:srgbClr val="E1514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0"/>
          <p:cNvSpPr/>
          <p:nvPr/>
        </p:nvSpPr>
        <p:spPr>
          <a:xfrm>
            <a:off x="5238114" y="3919325"/>
            <a:ext cx="791400" cy="754200"/>
          </a:xfrm>
          <a:prstGeom prst="roundRect">
            <a:avLst>
              <a:gd name="adj" fmla="val 16667"/>
            </a:avLst>
          </a:prstGeom>
          <a:solidFill>
            <a:srgbClr val="F7C04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0"/>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#007c54</a:t>
            </a:r>
            <a:endParaRPr sz="1000">
              <a:solidFill>
                <a:srgbClr val="FFFFFF"/>
              </a:solidFill>
            </a:endParaRPr>
          </a:p>
        </p:txBody>
      </p:sp>
      <p:sp>
        <p:nvSpPr>
          <p:cNvPr id="1767" name="Google Shape;1767;p80"/>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#e15144</a:t>
            </a:r>
            <a:endParaRPr sz="1000">
              <a:solidFill>
                <a:srgbClr val="FFFFFF"/>
              </a:solidFill>
            </a:endParaRPr>
          </a:p>
        </p:txBody>
      </p:sp>
      <p:sp>
        <p:nvSpPr>
          <p:cNvPr id="1768" name="Google Shape;1768;p80"/>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#f7c049</a:t>
            </a:r>
            <a:endParaRPr sz="1000">
              <a:solidFill>
                <a:srgbClr val="FFFFFF"/>
              </a:solidFill>
            </a:endParaRPr>
          </a:p>
        </p:txBody>
      </p:sp>
      <p:sp>
        <p:nvSpPr>
          <p:cNvPr id="1769" name="Google Shape;1769;p8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1773"/>
        <p:cNvGrpSpPr/>
        <p:nvPr/>
      </p:nvGrpSpPr>
      <p:grpSpPr>
        <a:xfrm>
          <a:off x="0" y="0"/>
          <a:ext cx="0" cy="0"/>
          <a:chOff x="0" y="0"/>
          <a:chExt cx="0" cy="0"/>
        </a:xfrm>
      </p:grpSpPr>
      <p:sp>
        <p:nvSpPr>
          <p:cNvPr id="1774" name="Google Shape;1774;p81"/>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xmlns:ahyp="http://schemas.microsoft.com/office/drawing/2018/hyperlinkcolor" val="tx"/>
                    </a:ext>
                  </a:extLst>
                </a:hlinkClick>
              </a:rPr>
              <a:t>ow it works.</a:t>
            </a:r>
            <a:endParaRPr sz="1100">
              <a:solidFill>
                <a:srgbClr val="869FB2"/>
              </a:solidFill>
            </a:endParaRPr>
          </a:p>
        </p:txBody>
      </p:sp>
      <p:sp>
        <p:nvSpPr>
          <p:cNvPr id="1775" name="Google Shape;1775;p8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776" name="Google Shape;1776;p81"/>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1777" name="Google Shape;1777;p81">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778" name="Google Shape;1778;p81">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779" name="Google Shape;1779;p81">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780" name="Google Shape;1780;p81">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781" name="Google Shape;1781;p81"/>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782" name="Google Shape;1782;p81"/>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1783" name="Google Shape;1783;p81"/>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1784" name="Google Shape;1784;p81"/>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785" name="Google Shape;1785;p81">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1789"/>
        <p:cNvGrpSpPr/>
        <p:nvPr/>
      </p:nvGrpSpPr>
      <p:grpSpPr>
        <a:xfrm>
          <a:off x="0" y="0"/>
          <a:ext cx="0" cy="0"/>
          <a:chOff x="0" y="0"/>
          <a:chExt cx="0" cy="0"/>
        </a:xfrm>
      </p:grpSpPr>
      <p:grpSp>
        <p:nvGrpSpPr>
          <p:cNvPr id="1790" name="Google Shape;1790;p82"/>
          <p:cNvGrpSpPr/>
          <p:nvPr/>
        </p:nvGrpSpPr>
        <p:grpSpPr>
          <a:xfrm>
            <a:off x="5082708" y="3095784"/>
            <a:ext cx="442841" cy="514271"/>
            <a:chOff x="4727025" y="1332775"/>
            <a:chExt cx="59900" cy="69625"/>
          </a:xfrm>
        </p:grpSpPr>
        <p:sp>
          <p:nvSpPr>
            <p:cNvPr id="1791" name="Google Shape;1791;p8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 name="Google Shape;1793;p82"/>
          <p:cNvGrpSpPr/>
          <p:nvPr/>
        </p:nvGrpSpPr>
        <p:grpSpPr>
          <a:xfrm>
            <a:off x="5758025" y="2343272"/>
            <a:ext cx="500909" cy="500899"/>
            <a:chOff x="4820425" y="1329900"/>
            <a:chExt cx="70175" cy="70350"/>
          </a:xfrm>
        </p:grpSpPr>
        <p:sp>
          <p:nvSpPr>
            <p:cNvPr id="1794" name="Google Shape;1794;p8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82"/>
          <p:cNvGrpSpPr/>
          <p:nvPr/>
        </p:nvGrpSpPr>
        <p:grpSpPr>
          <a:xfrm>
            <a:off x="6410648" y="2355062"/>
            <a:ext cx="538135" cy="493119"/>
            <a:chOff x="4903200" y="1331525"/>
            <a:chExt cx="73575" cy="67425"/>
          </a:xfrm>
        </p:grpSpPr>
        <p:sp>
          <p:nvSpPr>
            <p:cNvPr id="1799" name="Google Shape;1799;p8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800" name="Google Shape;1800;p8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82"/>
          <p:cNvGrpSpPr/>
          <p:nvPr/>
        </p:nvGrpSpPr>
        <p:grpSpPr>
          <a:xfrm>
            <a:off x="5670599" y="3097040"/>
            <a:ext cx="544563" cy="511895"/>
            <a:chOff x="4815575" y="1416800"/>
            <a:chExt cx="73750" cy="71400"/>
          </a:xfrm>
        </p:grpSpPr>
        <p:sp>
          <p:nvSpPr>
            <p:cNvPr id="1802" name="Google Shape;1802;p8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 name="Google Shape;1805;p82"/>
          <p:cNvGrpSpPr/>
          <p:nvPr/>
        </p:nvGrpSpPr>
        <p:grpSpPr>
          <a:xfrm>
            <a:off x="6367224" y="3096746"/>
            <a:ext cx="602914" cy="512477"/>
            <a:chOff x="4902475" y="1418875"/>
            <a:chExt cx="74500" cy="63775"/>
          </a:xfrm>
        </p:grpSpPr>
        <p:sp>
          <p:nvSpPr>
            <p:cNvPr id="1806" name="Google Shape;1806;p8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2"/>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82"/>
          <p:cNvGrpSpPr/>
          <p:nvPr/>
        </p:nvGrpSpPr>
        <p:grpSpPr>
          <a:xfrm>
            <a:off x="5783096" y="3835985"/>
            <a:ext cx="515391" cy="525699"/>
            <a:chOff x="4818100" y="1507675"/>
            <a:chExt cx="71225" cy="71625"/>
          </a:xfrm>
        </p:grpSpPr>
        <p:sp>
          <p:nvSpPr>
            <p:cNvPr id="1809" name="Google Shape;1809;p8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82"/>
          <p:cNvGrpSpPr/>
          <p:nvPr/>
        </p:nvGrpSpPr>
        <p:grpSpPr>
          <a:xfrm>
            <a:off x="5121199" y="3857517"/>
            <a:ext cx="522956" cy="489869"/>
            <a:chOff x="4721450" y="1509475"/>
            <a:chExt cx="79350" cy="74325"/>
          </a:xfrm>
        </p:grpSpPr>
        <p:sp>
          <p:nvSpPr>
            <p:cNvPr id="1814" name="Google Shape;1814;p8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 name="Google Shape;1818;p82"/>
          <p:cNvGrpSpPr/>
          <p:nvPr/>
        </p:nvGrpSpPr>
        <p:grpSpPr>
          <a:xfrm>
            <a:off x="6444441" y="3837269"/>
            <a:ext cx="525704" cy="535436"/>
            <a:chOff x="4906800" y="1507500"/>
            <a:chExt cx="70350" cy="71075"/>
          </a:xfrm>
        </p:grpSpPr>
        <p:sp>
          <p:nvSpPr>
            <p:cNvPr id="1819" name="Google Shape;1819;p8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 name="Google Shape;1824;p82"/>
          <p:cNvGrpSpPr/>
          <p:nvPr/>
        </p:nvGrpSpPr>
        <p:grpSpPr>
          <a:xfrm>
            <a:off x="4477263" y="2343250"/>
            <a:ext cx="508054" cy="508095"/>
            <a:chOff x="3736598" y="2170606"/>
            <a:chExt cx="404889" cy="404889"/>
          </a:xfrm>
        </p:grpSpPr>
        <p:sp>
          <p:nvSpPr>
            <p:cNvPr id="1825" name="Google Shape;1825;p8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 name="Google Shape;1829;p82"/>
          <p:cNvGrpSpPr/>
          <p:nvPr/>
        </p:nvGrpSpPr>
        <p:grpSpPr>
          <a:xfrm>
            <a:off x="3765303" y="2343345"/>
            <a:ext cx="575790" cy="507904"/>
            <a:chOff x="3161917" y="2170682"/>
            <a:chExt cx="458870" cy="404737"/>
          </a:xfrm>
        </p:grpSpPr>
        <p:sp>
          <p:nvSpPr>
            <p:cNvPr id="1830" name="Google Shape;1830;p8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831" name="Google Shape;1831;p8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 name="Google Shape;1833;p82"/>
          <p:cNvGrpSpPr/>
          <p:nvPr/>
        </p:nvGrpSpPr>
        <p:grpSpPr>
          <a:xfrm>
            <a:off x="3792833" y="3103717"/>
            <a:ext cx="520730" cy="498567"/>
            <a:chOff x="3179914" y="2889488"/>
            <a:chExt cx="422876" cy="404911"/>
          </a:xfrm>
        </p:grpSpPr>
        <p:sp>
          <p:nvSpPr>
            <p:cNvPr id="1834" name="Google Shape;1834;p8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82"/>
          <p:cNvGrpSpPr/>
          <p:nvPr/>
        </p:nvGrpSpPr>
        <p:grpSpPr>
          <a:xfrm>
            <a:off x="4421513" y="3103677"/>
            <a:ext cx="516145" cy="498648"/>
            <a:chOff x="3729467" y="2889422"/>
            <a:chExt cx="419153" cy="404977"/>
          </a:xfrm>
        </p:grpSpPr>
        <p:sp>
          <p:nvSpPr>
            <p:cNvPr id="1841" name="Google Shape;1841;p8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8" name="Google Shape;1848;p8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2" name="Google Shape;1852;p82"/>
          <p:cNvGrpSpPr/>
          <p:nvPr/>
        </p:nvGrpSpPr>
        <p:grpSpPr>
          <a:xfrm>
            <a:off x="7141841" y="2550562"/>
            <a:ext cx="166473" cy="141497"/>
            <a:chOff x="4660325" y="1866850"/>
            <a:chExt cx="68350" cy="58100"/>
          </a:xfrm>
        </p:grpSpPr>
        <p:sp>
          <p:nvSpPr>
            <p:cNvPr id="1853" name="Google Shape;1853;p8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 name="Google Shape;1855;p82"/>
          <p:cNvGrpSpPr/>
          <p:nvPr/>
        </p:nvGrpSpPr>
        <p:grpSpPr>
          <a:xfrm>
            <a:off x="7451186" y="2576286"/>
            <a:ext cx="162515" cy="90049"/>
            <a:chOff x="4791775" y="1877500"/>
            <a:chExt cx="66725" cy="36975"/>
          </a:xfrm>
        </p:grpSpPr>
        <p:sp>
          <p:nvSpPr>
            <p:cNvPr id="1856" name="Google Shape;1856;p8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 name="Google Shape;1858;p82"/>
          <p:cNvGrpSpPr/>
          <p:nvPr/>
        </p:nvGrpSpPr>
        <p:grpSpPr>
          <a:xfrm>
            <a:off x="7772899" y="2576286"/>
            <a:ext cx="144979" cy="90049"/>
            <a:chOff x="4923925" y="1877500"/>
            <a:chExt cx="59525" cy="36975"/>
          </a:xfrm>
        </p:grpSpPr>
        <p:sp>
          <p:nvSpPr>
            <p:cNvPr id="1859" name="Google Shape;1859;p8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 name="Google Shape;1861;p82"/>
          <p:cNvGrpSpPr/>
          <p:nvPr/>
        </p:nvGrpSpPr>
        <p:grpSpPr>
          <a:xfrm>
            <a:off x="8067390" y="2558477"/>
            <a:ext cx="141447" cy="125667"/>
            <a:chOff x="5058450" y="1870100"/>
            <a:chExt cx="58075" cy="51600"/>
          </a:xfrm>
        </p:grpSpPr>
        <p:sp>
          <p:nvSpPr>
            <p:cNvPr id="1862" name="Google Shape;1862;p8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 name="Google Shape;1864;p82"/>
          <p:cNvGrpSpPr/>
          <p:nvPr/>
        </p:nvGrpSpPr>
        <p:grpSpPr>
          <a:xfrm>
            <a:off x="7481905" y="2980885"/>
            <a:ext cx="101077" cy="107645"/>
            <a:chOff x="4811425" y="2065025"/>
            <a:chExt cx="41500" cy="44200"/>
          </a:xfrm>
        </p:grpSpPr>
        <p:sp>
          <p:nvSpPr>
            <p:cNvPr id="1865" name="Google Shape;1865;p8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 name="Google Shape;1867;p82"/>
          <p:cNvGrpSpPr/>
          <p:nvPr/>
        </p:nvGrpSpPr>
        <p:grpSpPr>
          <a:xfrm>
            <a:off x="7774342" y="2981098"/>
            <a:ext cx="120867" cy="107218"/>
            <a:chOff x="4929875" y="2065025"/>
            <a:chExt cx="49625" cy="44025"/>
          </a:xfrm>
        </p:grpSpPr>
        <p:sp>
          <p:nvSpPr>
            <p:cNvPr id="1868" name="Google Shape;1868;p8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 name="Google Shape;1870;p82"/>
          <p:cNvGrpSpPr/>
          <p:nvPr/>
        </p:nvGrpSpPr>
        <p:grpSpPr>
          <a:xfrm>
            <a:off x="8103011" y="2984112"/>
            <a:ext cx="70206" cy="101191"/>
            <a:chOff x="5083925" y="2066350"/>
            <a:chExt cx="28825" cy="41550"/>
          </a:xfrm>
        </p:grpSpPr>
        <p:sp>
          <p:nvSpPr>
            <p:cNvPr id="1871" name="Google Shape;1871;p8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 name="Google Shape;1873;p82"/>
          <p:cNvGrpSpPr/>
          <p:nvPr/>
        </p:nvGrpSpPr>
        <p:grpSpPr>
          <a:xfrm>
            <a:off x="7134565" y="2999759"/>
            <a:ext cx="181026" cy="69896"/>
            <a:chOff x="4659775" y="2072775"/>
            <a:chExt cx="74325" cy="28700"/>
          </a:xfrm>
        </p:grpSpPr>
        <p:sp>
          <p:nvSpPr>
            <p:cNvPr id="1874" name="Google Shape;1874;p8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 name="Google Shape;1877;p82"/>
          <p:cNvGrpSpPr/>
          <p:nvPr/>
        </p:nvGrpSpPr>
        <p:grpSpPr>
          <a:xfrm>
            <a:off x="8054421" y="2790324"/>
            <a:ext cx="167387" cy="89197"/>
            <a:chOff x="4662475" y="1976500"/>
            <a:chExt cx="68725" cy="36625"/>
          </a:xfrm>
        </p:grpSpPr>
        <p:sp>
          <p:nvSpPr>
            <p:cNvPr id="1878" name="Google Shape;1878;p8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82"/>
          <p:cNvGrpSpPr/>
          <p:nvPr/>
        </p:nvGrpSpPr>
        <p:grpSpPr>
          <a:xfrm>
            <a:off x="7751326" y="2793764"/>
            <a:ext cx="166899" cy="82317"/>
            <a:chOff x="4920150" y="1977875"/>
            <a:chExt cx="68525" cy="33800"/>
          </a:xfrm>
        </p:grpSpPr>
        <p:sp>
          <p:nvSpPr>
            <p:cNvPr id="1882" name="Google Shape;1882;p8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 name="Google Shape;1885;p82"/>
          <p:cNvGrpSpPr/>
          <p:nvPr/>
        </p:nvGrpSpPr>
        <p:grpSpPr>
          <a:xfrm>
            <a:off x="7162483" y="3197682"/>
            <a:ext cx="125190" cy="127859"/>
            <a:chOff x="4676550" y="2160575"/>
            <a:chExt cx="51400" cy="52500"/>
          </a:xfrm>
        </p:grpSpPr>
        <p:sp>
          <p:nvSpPr>
            <p:cNvPr id="1886" name="Google Shape;1886;p8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 name="Google Shape;1889;p82"/>
          <p:cNvGrpSpPr/>
          <p:nvPr/>
        </p:nvGrpSpPr>
        <p:grpSpPr>
          <a:xfrm>
            <a:off x="7459741" y="3204714"/>
            <a:ext cx="145405" cy="113794"/>
            <a:chOff x="4768325" y="2163475"/>
            <a:chExt cx="59700" cy="46725"/>
          </a:xfrm>
        </p:grpSpPr>
        <p:sp>
          <p:nvSpPr>
            <p:cNvPr id="1890" name="Google Shape;1890;p8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2" name="Google Shape;1892;p8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8" name="Google Shape;1898;p82"/>
          <p:cNvGrpSpPr/>
          <p:nvPr/>
        </p:nvGrpSpPr>
        <p:grpSpPr>
          <a:xfrm>
            <a:off x="7476059" y="3459808"/>
            <a:ext cx="112768" cy="106853"/>
            <a:chOff x="4768575" y="2253950"/>
            <a:chExt cx="46300" cy="43875"/>
          </a:xfrm>
        </p:grpSpPr>
        <p:sp>
          <p:nvSpPr>
            <p:cNvPr id="1899" name="Google Shape;1899;p8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 name="Google Shape;1901;p82"/>
          <p:cNvGrpSpPr/>
          <p:nvPr/>
        </p:nvGrpSpPr>
        <p:grpSpPr>
          <a:xfrm>
            <a:off x="7775682" y="3948834"/>
            <a:ext cx="118187" cy="146246"/>
            <a:chOff x="4960900" y="2433225"/>
            <a:chExt cx="48525" cy="60050"/>
          </a:xfrm>
        </p:grpSpPr>
        <p:sp>
          <p:nvSpPr>
            <p:cNvPr id="1902" name="Google Shape;1902;p8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 name="Google Shape;1904;p82"/>
          <p:cNvGrpSpPr/>
          <p:nvPr/>
        </p:nvGrpSpPr>
        <p:grpSpPr>
          <a:xfrm>
            <a:off x="7464247" y="4212895"/>
            <a:ext cx="136394" cy="143810"/>
            <a:chOff x="4854075" y="2527625"/>
            <a:chExt cx="56000" cy="59050"/>
          </a:xfrm>
        </p:grpSpPr>
        <p:sp>
          <p:nvSpPr>
            <p:cNvPr id="1905" name="Google Shape;1905;p8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7" name="Google Shape;1907;p8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0" name="Google Shape;1910;p82"/>
          <p:cNvGrpSpPr/>
          <p:nvPr/>
        </p:nvGrpSpPr>
        <p:grpSpPr>
          <a:xfrm>
            <a:off x="8088458" y="3676639"/>
            <a:ext cx="99312" cy="160797"/>
            <a:chOff x="5059700" y="2334775"/>
            <a:chExt cx="40775" cy="66025"/>
          </a:xfrm>
        </p:grpSpPr>
        <p:sp>
          <p:nvSpPr>
            <p:cNvPr id="1911" name="Google Shape;1911;p8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82"/>
          <p:cNvGrpSpPr/>
          <p:nvPr/>
        </p:nvGrpSpPr>
        <p:grpSpPr>
          <a:xfrm>
            <a:off x="8045622" y="3941771"/>
            <a:ext cx="184984" cy="160371"/>
            <a:chOff x="5037700" y="2430325"/>
            <a:chExt cx="75950" cy="65850"/>
          </a:xfrm>
        </p:grpSpPr>
        <p:sp>
          <p:nvSpPr>
            <p:cNvPr id="1921" name="Google Shape;1921;p8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82"/>
          <p:cNvGrpSpPr/>
          <p:nvPr/>
        </p:nvGrpSpPr>
        <p:grpSpPr>
          <a:xfrm>
            <a:off x="7465128" y="3708223"/>
            <a:ext cx="173014" cy="97629"/>
            <a:chOff x="4756975" y="2341800"/>
            <a:chExt cx="91975" cy="51925"/>
          </a:xfrm>
        </p:grpSpPr>
        <p:sp>
          <p:nvSpPr>
            <p:cNvPr id="1924" name="Google Shape;1924;p8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 name="Google Shape;1944;p82"/>
          <p:cNvGrpSpPr/>
          <p:nvPr/>
        </p:nvGrpSpPr>
        <p:grpSpPr>
          <a:xfrm>
            <a:off x="7732065" y="4196920"/>
            <a:ext cx="212497" cy="175761"/>
            <a:chOff x="4943575" y="2516350"/>
            <a:chExt cx="98675" cy="81700"/>
          </a:xfrm>
        </p:grpSpPr>
        <p:sp>
          <p:nvSpPr>
            <p:cNvPr id="1945" name="Google Shape;1945;p8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 name="Google Shape;2023;p82"/>
          <p:cNvGrpSpPr/>
          <p:nvPr/>
        </p:nvGrpSpPr>
        <p:grpSpPr>
          <a:xfrm>
            <a:off x="1990126" y="3423163"/>
            <a:ext cx="965351" cy="134611"/>
            <a:chOff x="4411970" y="2962952"/>
            <a:chExt cx="706544" cy="104212"/>
          </a:xfrm>
        </p:grpSpPr>
        <p:sp>
          <p:nvSpPr>
            <p:cNvPr id="2024" name="Google Shape;2024;p8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 name="Google Shape;2028;p82"/>
          <p:cNvGrpSpPr/>
          <p:nvPr/>
        </p:nvGrpSpPr>
        <p:grpSpPr>
          <a:xfrm>
            <a:off x="1990126" y="3012077"/>
            <a:ext cx="960158" cy="289172"/>
            <a:chOff x="4411970" y="2726085"/>
            <a:chExt cx="643107" cy="193659"/>
          </a:xfrm>
        </p:grpSpPr>
        <p:sp>
          <p:nvSpPr>
            <p:cNvPr id="2029" name="Google Shape;2029;p8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 name="Google Shape;2032;p82"/>
          <p:cNvGrpSpPr/>
          <p:nvPr/>
        </p:nvGrpSpPr>
        <p:grpSpPr>
          <a:xfrm>
            <a:off x="993018" y="3278187"/>
            <a:ext cx="833173" cy="259209"/>
            <a:chOff x="4411970" y="4340222"/>
            <a:chExt cx="779467" cy="242683"/>
          </a:xfrm>
        </p:grpSpPr>
        <p:sp>
          <p:nvSpPr>
            <p:cNvPr id="2033" name="Google Shape;2033;p8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6" name="Google Shape;2036;p82"/>
          <p:cNvGrpSpPr/>
          <p:nvPr/>
        </p:nvGrpSpPr>
        <p:grpSpPr>
          <a:xfrm>
            <a:off x="1990126" y="2673933"/>
            <a:ext cx="965160" cy="216230"/>
            <a:chOff x="4411970" y="2468674"/>
            <a:chExt cx="747317" cy="167425"/>
          </a:xfrm>
        </p:grpSpPr>
        <p:sp>
          <p:nvSpPr>
            <p:cNvPr id="2037" name="Google Shape;2037;p8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 name="Google Shape;2039;p82"/>
          <p:cNvGrpSpPr/>
          <p:nvPr/>
        </p:nvGrpSpPr>
        <p:grpSpPr>
          <a:xfrm>
            <a:off x="988873" y="2578650"/>
            <a:ext cx="810451" cy="319148"/>
            <a:chOff x="4411970" y="3686602"/>
            <a:chExt cx="797845" cy="314215"/>
          </a:xfrm>
        </p:grpSpPr>
        <p:sp>
          <p:nvSpPr>
            <p:cNvPr id="2040" name="Google Shape;2040;p82"/>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2"/>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2"/>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2"/>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2"/>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5" name="Google Shape;2045;p82"/>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6" name="Google Shape;2046;p82"/>
          <p:cNvGrpSpPr/>
          <p:nvPr/>
        </p:nvGrpSpPr>
        <p:grpSpPr>
          <a:xfrm>
            <a:off x="988970" y="2333174"/>
            <a:ext cx="1970333" cy="208784"/>
            <a:chOff x="6336019" y="3733725"/>
            <a:chExt cx="2566206" cy="351310"/>
          </a:xfrm>
        </p:grpSpPr>
        <p:sp>
          <p:nvSpPr>
            <p:cNvPr id="2047" name="Google Shape;2047;p82"/>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2"/>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2"/>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2"/>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 name="Google Shape;2051;p82"/>
          <p:cNvGrpSpPr/>
          <p:nvPr/>
        </p:nvGrpSpPr>
        <p:grpSpPr>
          <a:xfrm>
            <a:off x="1990126" y="3940729"/>
            <a:ext cx="946551" cy="153200"/>
            <a:chOff x="4404545" y="3301592"/>
            <a:chExt cx="782403" cy="129272"/>
          </a:xfrm>
        </p:grpSpPr>
        <p:sp>
          <p:nvSpPr>
            <p:cNvPr id="2052" name="Google Shape;2052;p8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2"/>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4" name="Google Shape;2054;p82"/>
          <p:cNvGrpSpPr/>
          <p:nvPr/>
        </p:nvGrpSpPr>
        <p:grpSpPr>
          <a:xfrm>
            <a:off x="1990126" y="3679688"/>
            <a:ext cx="962257" cy="139127"/>
            <a:chOff x="4411970" y="3131459"/>
            <a:chExt cx="710520" cy="117397"/>
          </a:xfrm>
        </p:grpSpPr>
        <p:sp>
          <p:nvSpPr>
            <p:cNvPr id="2055" name="Google Shape;2055;p8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7" name="Google Shape;2057;p82"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8" name="Google Shape;2058;p82"/>
          <p:cNvGrpSpPr/>
          <p:nvPr/>
        </p:nvGrpSpPr>
        <p:grpSpPr>
          <a:xfrm>
            <a:off x="990271" y="3614482"/>
            <a:ext cx="823838" cy="458988"/>
            <a:chOff x="4411970" y="1801825"/>
            <a:chExt cx="734586" cy="409262"/>
          </a:xfrm>
        </p:grpSpPr>
        <p:sp>
          <p:nvSpPr>
            <p:cNvPr id="2059" name="Google Shape;2059;p8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 name="Google Shape;2061;p82"/>
          <p:cNvGrpSpPr/>
          <p:nvPr/>
        </p:nvGrpSpPr>
        <p:grpSpPr>
          <a:xfrm>
            <a:off x="990271" y="4162908"/>
            <a:ext cx="856348" cy="212039"/>
            <a:chOff x="4411970" y="2233974"/>
            <a:chExt cx="763574" cy="189068"/>
          </a:xfrm>
        </p:grpSpPr>
        <p:sp>
          <p:nvSpPr>
            <p:cNvPr id="2062" name="Google Shape;2062;p82"/>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2"/>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 name="Google Shape;2064;p82"/>
          <p:cNvGrpSpPr/>
          <p:nvPr/>
        </p:nvGrpSpPr>
        <p:grpSpPr>
          <a:xfrm>
            <a:off x="3100467" y="2338244"/>
            <a:ext cx="511602" cy="511602"/>
            <a:chOff x="5681300" y="2527788"/>
            <a:chExt cx="805800" cy="805800"/>
          </a:xfrm>
        </p:grpSpPr>
        <p:sp>
          <p:nvSpPr>
            <p:cNvPr id="2065" name="Google Shape;2065;p82"/>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 name="Google Shape;2067;p82"/>
          <p:cNvGrpSpPr/>
          <p:nvPr/>
        </p:nvGrpSpPr>
        <p:grpSpPr>
          <a:xfrm>
            <a:off x="3097662" y="3104827"/>
            <a:ext cx="513021" cy="512935"/>
            <a:chOff x="4049800" y="640400"/>
            <a:chExt cx="858900" cy="858900"/>
          </a:xfrm>
        </p:grpSpPr>
        <p:sp>
          <p:nvSpPr>
            <p:cNvPr id="2068" name="Google Shape;2068;p82"/>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2"/>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0" name="Google Shape;2070;p82"/>
          <p:cNvGrpSpPr/>
          <p:nvPr/>
        </p:nvGrpSpPr>
        <p:grpSpPr>
          <a:xfrm>
            <a:off x="3014861" y="3756719"/>
            <a:ext cx="686489" cy="686585"/>
            <a:chOff x="5080188" y="927900"/>
            <a:chExt cx="961200" cy="961200"/>
          </a:xfrm>
        </p:grpSpPr>
        <p:sp>
          <p:nvSpPr>
            <p:cNvPr id="2071" name="Google Shape;2071;p82"/>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2"/>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2"/>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2"/>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 name="Google Shape;2079;p82"/>
          <p:cNvGrpSpPr/>
          <p:nvPr/>
        </p:nvGrpSpPr>
        <p:grpSpPr>
          <a:xfrm>
            <a:off x="3798012" y="3849448"/>
            <a:ext cx="510373" cy="510937"/>
            <a:chOff x="7508249" y="1522825"/>
            <a:chExt cx="1326332" cy="1322987"/>
          </a:xfrm>
        </p:grpSpPr>
        <p:sp>
          <p:nvSpPr>
            <p:cNvPr id="2080" name="Google Shape;2080;p82"/>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2"/>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2"/>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2"/>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2"/>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2"/>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2"/>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2"/>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2"/>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2"/>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 name="Google Shape;2090;p82"/>
          <p:cNvGrpSpPr/>
          <p:nvPr/>
        </p:nvGrpSpPr>
        <p:grpSpPr>
          <a:xfrm>
            <a:off x="4489605" y="3850853"/>
            <a:ext cx="492652" cy="503348"/>
            <a:chOff x="6039282" y="1042577"/>
            <a:chExt cx="734315" cy="731929"/>
          </a:xfrm>
        </p:grpSpPr>
        <p:sp>
          <p:nvSpPr>
            <p:cNvPr id="2091" name="Google Shape;2091;p8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 name="Google Shape;2112;p82"/>
          <p:cNvGrpSpPr/>
          <p:nvPr/>
        </p:nvGrpSpPr>
        <p:grpSpPr>
          <a:xfrm>
            <a:off x="5130019" y="2346894"/>
            <a:ext cx="483304" cy="504902"/>
            <a:chOff x="1825800" y="1651625"/>
            <a:chExt cx="568125" cy="591775"/>
          </a:xfrm>
        </p:grpSpPr>
        <p:sp>
          <p:nvSpPr>
            <p:cNvPr id="2113" name="Google Shape;2113;p82"/>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2"/>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2"/>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2"/>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2"/>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9" name="Google Shape;2119;p8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2"/>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2"/>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2"/>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sp>
        <p:nvSpPr>
          <p:cNvPr id="2124" name="Google Shape;2124;p8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2128"/>
        <p:cNvGrpSpPr/>
        <p:nvPr/>
      </p:nvGrpSpPr>
      <p:grpSpPr>
        <a:xfrm>
          <a:off x="0" y="0"/>
          <a:ext cx="0" cy="0"/>
          <a:chOff x="0" y="0"/>
          <a:chExt cx="0" cy="0"/>
        </a:xfrm>
      </p:grpSpPr>
      <p:grpSp>
        <p:nvGrpSpPr>
          <p:cNvPr id="2129" name="Google Shape;2129;p83"/>
          <p:cNvGrpSpPr/>
          <p:nvPr/>
        </p:nvGrpSpPr>
        <p:grpSpPr>
          <a:xfrm>
            <a:off x="722058" y="957091"/>
            <a:ext cx="2492868" cy="1379876"/>
            <a:chOff x="2654821" y="2311071"/>
            <a:chExt cx="2279715" cy="1262120"/>
          </a:xfrm>
        </p:grpSpPr>
        <p:grpSp>
          <p:nvGrpSpPr>
            <p:cNvPr id="2130" name="Google Shape;2130;p83"/>
            <p:cNvGrpSpPr/>
            <p:nvPr/>
          </p:nvGrpSpPr>
          <p:grpSpPr>
            <a:xfrm>
              <a:off x="4034269" y="2840745"/>
              <a:ext cx="40212" cy="36437"/>
              <a:chOff x="4293400" y="2574725"/>
              <a:chExt cx="84425" cy="80100"/>
            </a:xfrm>
          </p:grpSpPr>
          <p:sp>
            <p:nvSpPr>
              <p:cNvPr id="2131" name="Google Shape;2131;p8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GB"/>
              </a:p>
            </p:txBody>
          </p:sp>
          <p:sp>
            <p:nvSpPr>
              <p:cNvPr id="2132" name="Google Shape;2132;p8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 name="Google Shape;2133;p83"/>
            <p:cNvGrpSpPr/>
            <p:nvPr/>
          </p:nvGrpSpPr>
          <p:grpSpPr>
            <a:xfrm>
              <a:off x="3894606" y="2334874"/>
              <a:ext cx="913198" cy="518984"/>
              <a:chOff x="4000175" y="1462675"/>
              <a:chExt cx="1917275" cy="1140875"/>
            </a:xfrm>
          </p:grpSpPr>
          <p:sp>
            <p:nvSpPr>
              <p:cNvPr id="2134" name="Google Shape;2134;p8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GB"/>
              </a:p>
            </p:txBody>
          </p:sp>
          <p:grpSp>
            <p:nvGrpSpPr>
              <p:cNvPr id="2135" name="Google Shape;2135;p83"/>
              <p:cNvGrpSpPr/>
              <p:nvPr/>
            </p:nvGrpSpPr>
            <p:grpSpPr>
              <a:xfrm>
                <a:off x="4000175" y="1462675"/>
                <a:ext cx="1917275" cy="1140875"/>
                <a:chOff x="4000175" y="1462675"/>
                <a:chExt cx="1917275" cy="1140875"/>
              </a:xfrm>
            </p:grpSpPr>
            <p:sp>
              <p:nvSpPr>
                <p:cNvPr id="2136" name="Google Shape;2136;p8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GB"/>
                </a:p>
              </p:txBody>
            </p:sp>
            <p:sp>
              <p:nvSpPr>
                <p:cNvPr id="2137" name="Google Shape;2137;p8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141" name="Google Shape;2141;p8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42" name="Google Shape;2142;p83"/>
            <p:cNvGrpSpPr/>
            <p:nvPr/>
          </p:nvGrpSpPr>
          <p:grpSpPr>
            <a:xfrm>
              <a:off x="3875768" y="2846704"/>
              <a:ext cx="44796" cy="47366"/>
              <a:chOff x="3960625" y="2587825"/>
              <a:chExt cx="94050" cy="104125"/>
            </a:xfrm>
          </p:grpSpPr>
          <p:sp>
            <p:nvSpPr>
              <p:cNvPr id="2143" name="Google Shape;2143;p8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GB"/>
              </a:p>
            </p:txBody>
          </p:sp>
          <p:sp>
            <p:nvSpPr>
              <p:cNvPr id="2144" name="Google Shape;2144;p8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 name="Google Shape;2145;p83"/>
            <p:cNvGrpSpPr/>
            <p:nvPr/>
          </p:nvGrpSpPr>
          <p:grpSpPr>
            <a:xfrm>
              <a:off x="3782759" y="2807162"/>
              <a:ext cx="82686" cy="85487"/>
              <a:chOff x="3765350" y="2500900"/>
              <a:chExt cx="173600" cy="187925"/>
            </a:xfrm>
          </p:grpSpPr>
          <p:sp>
            <p:nvSpPr>
              <p:cNvPr id="2146" name="Google Shape;2146;p8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GB"/>
              </a:p>
            </p:txBody>
          </p:sp>
          <p:sp>
            <p:nvSpPr>
              <p:cNvPr id="2147" name="Google Shape;2147;p8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2" name="Google Shape;2152;p83"/>
            <p:cNvGrpSpPr/>
            <p:nvPr/>
          </p:nvGrpSpPr>
          <p:grpSpPr>
            <a:xfrm>
              <a:off x="3775674" y="2798496"/>
              <a:ext cx="40545" cy="23564"/>
              <a:chOff x="3750475" y="2481850"/>
              <a:chExt cx="85125" cy="51800"/>
            </a:xfrm>
          </p:grpSpPr>
          <p:sp>
            <p:nvSpPr>
              <p:cNvPr id="2153" name="Google Shape;2153;p8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GB"/>
              </a:p>
            </p:txBody>
          </p:sp>
        </p:grpSp>
        <p:grpSp>
          <p:nvGrpSpPr>
            <p:cNvPr id="2155" name="Google Shape;2155;p83"/>
            <p:cNvGrpSpPr/>
            <p:nvPr/>
          </p:nvGrpSpPr>
          <p:grpSpPr>
            <a:xfrm>
              <a:off x="3716946" y="2776024"/>
              <a:ext cx="81971" cy="76912"/>
              <a:chOff x="3627175" y="2432450"/>
              <a:chExt cx="172100" cy="169075"/>
            </a:xfrm>
          </p:grpSpPr>
          <p:sp>
            <p:nvSpPr>
              <p:cNvPr id="2156" name="Google Shape;2156;p8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GB"/>
              </a:p>
            </p:txBody>
          </p:sp>
          <p:sp>
            <p:nvSpPr>
              <p:cNvPr id="2158" name="Google Shape;2158;p8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GB"/>
              </a:p>
            </p:txBody>
          </p:sp>
        </p:grpSp>
        <p:grpSp>
          <p:nvGrpSpPr>
            <p:cNvPr id="2159" name="Google Shape;2159;p83"/>
            <p:cNvGrpSpPr/>
            <p:nvPr/>
          </p:nvGrpSpPr>
          <p:grpSpPr>
            <a:xfrm>
              <a:off x="3685682" y="2845624"/>
              <a:ext cx="29311" cy="45055"/>
              <a:chOff x="3561536" y="2585450"/>
              <a:chExt cx="61539" cy="99045"/>
            </a:xfrm>
          </p:grpSpPr>
          <p:sp>
            <p:nvSpPr>
              <p:cNvPr id="2160" name="Google Shape;2160;p8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GB"/>
              </a:p>
            </p:txBody>
          </p:sp>
        </p:grpSp>
        <p:grpSp>
          <p:nvGrpSpPr>
            <p:cNvPr id="2162" name="Google Shape;2162;p83"/>
            <p:cNvGrpSpPr/>
            <p:nvPr/>
          </p:nvGrpSpPr>
          <p:grpSpPr>
            <a:xfrm>
              <a:off x="3849905" y="2572252"/>
              <a:ext cx="74339" cy="119559"/>
              <a:chOff x="3906325" y="1984500"/>
              <a:chExt cx="156075" cy="262825"/>
            </a:xfrm>
          </p:grpSpPr>
          <p:sp>
            <p:nvSpPr>
              <p:cNvPr id="2163" name="Google Shape;2163;p8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GB"/>
              </a:p>
            </p:txBody>
          </p:sp>
          <p:sp>
            <p:nvSpPr>
              <p:cNvPr id="2164" name="Google Shape;2164;p8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5" name="Google Shape;2165;p83"/>
            <p:cNvGrpSpPr/>
            <p:nvPr/>
          </p:nvGrpSpPr>
          <p:grpSpPr>
            <a:xfrm>
              <a:off x="2654821" y="2414345"/>
              <a:ext cx="667570" cy="558731"/>
              <a:chOff x="1397225" y="1637375"/>
              <a:chExt cx="1401575" cy="1228250"/>
            </a:xfrm>
          </p:grpSpPr>
          <p:sp>
            <p:nvSpPr>
              <p:cNvPr id="2166" name="Google Shape;2166;p8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GB"/>
              </a:p>
            </p:txBody>
          </p:sp>
          <p:grpSp>
            <p:nvGrpSpPr>
              <p:cNvPr id="2167" name="Google Shape;2167;p83"/>
              <p:cNvGrpSpPr/>
              <p:nvPr/>
            </p:nvGrpSpPr>
            <p:grpSpPr>
              <a:xfrm>
                <a:off x="1397225" y="1637375"/>
                <a:ext cx="1398775" cy="1228250"/>
                <a:chOff x="1397225" y="1637375"/>
                <a:chExt cx="1398775" cy="1228250"/>
              </a:xfrm>
            </p:grpSpPr>
            <p:sp>
              <p:nvSpPr>
                <p:cNvPr id="2168" name="Google Shape;2168;p8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0" name="Google Shape;2170;p83"/>
            <p:cNvGrpSpPr/>
            <p:nvPr/>
          </p:nvGrpSpPr>
          <p:grpSpPr>
            <a:xfrm>
              <a:off x="3230417" y="3103734"/>
              <a:ext cx="282982" cy="280332"/>
              <a:chOff x="2605700" y="3152850"/>
              <a:chExt cx="594125" cy="616250"/>
            </a:xfrm>
          </p:grpSpPr>
          <p:sp>
            <p:nvSpPr>
              <p:cNvPr id="2171" name="Google Shape;2171;p8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GB"/>
              </a:p>
            </p:txBody>
          </p:sp>
          <p:sp>
            <p:nvSpPr>
              <p:cNvPr id="2172" name="Google Shape;2172;p8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173" name="Google Shape;2173;p83"/>
            <p:cNvGrpSpPr/>
            <p:nvPr/>
          </p:nvGrpSpPr>
          <p:grpSpPr>
            <a:xfrm>
              <a:off x="3265985" y="3226989"/>
              <a:ext cx="87151" cy="346202"/>
              <a:chOff x="2680375" y="3423800"/>
              <a:chExt cx="182975" cy="761050"/>
            </a:xfrm>
          </p:grpSpPr>
          <p:sp>
            <p:nvSpPr>
              <p:cNvPr id="2174" name="Google Shape;2174;p8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GB"/>
              </a:p>
            </p:txBody>
          </p:sp>
          <p:sp>
            <p:nvSpPr>
              <p:cNvPr id="2175" name="Google Shape;2175;p8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6" name="Google Shape;2176;p83"/>
            <p:cNvGrpSpPr/>
            <p:nvPr/>
          </p:nvGrpSpPr>
          <p:grpSpPr>
            <a:xfrm>
              <a:off x="3855466" y="3289811"/>
              <a:ext cx="112514" cy="94210"/>
              <a:chOff x="3918000" y="3561900"/>
              <a:chExt cx="236225" cy="207100"/>
            </a:xfrm>
          </p:grpSpPr>
          <p:sp>
            <p:nvSpPr>
              <p:cNvPr id="2177" name="Google Shape;2177;p8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GB"/>
              </a:p>
            </p:txBody>
          </p:sp>
          <p:sp>
            <p:nvSpPr>
              <p:cNvPr id="2178" name="Google Shape;2178;p8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9" name="Google Shape;2179;p8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182" name="Google Shape;2182;p83"/>
            <p:cNvGrpSpPr/>
            <p:nvPr/>
          </p:nvGrpSpPr>
          <p:grpSpPr>
            <a:xfrm>
              <a:off x="2905224" y="2311071"/>
              <a:ext cx="596721" cy="528992"/>
              <a:chOff x="1922950" y="1410350"/>
              <a:chExt cx="1252825" cy="1162875"/>
            </a:xfrm>
          </p:grpSpPr>
          <p:sp>
            <p:nvSpPr>
              <p:cNvPr id="2183" name="Google Shape;2183;p8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199" name="Google Shape;2199;p8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219" name="Google Shape;2219;p8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220" name="Google Shape;2220;p8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1" name="Google Shape;2221;p83"/>
            <p:cNvGrpSpPr/>
            <p:nvPr/>
          </p:nvGrpSpPr>
          <p:grpSpPr>
            <a:xfrm>
              <a:off x="3280929" y="3294542"/>
              <a:ext cx="109894" cy="272224"/>
              <a:chOff x="2711750" y="3572300"/>
              <a:chExt cx="230725" cy="598425"/>
            </a:xfrm>
          </p:grpSpPr>
          <p:sp>
            <p:nvSpPr>
              <p:cNvPr id="2222" name="Google Shape;2222;p8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4" name="Google Shape;2224;p8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5" name="Google Shape;2225;p83"/>
            <p:cNvGrpSpPr/>
            <p:nvPr/>
          </p:nvGrpSpPr>
          <p:grpSpPr>
            <a:xfrm>
              <a:off x="3790439" y="2408636"/>
              <a:ext cx="73017" cy="75684"/>
              <a:chOff x="3781475" y="1624825"/>
              <a:chExt cx="153300" cy="166375"/>
            </a:xfrm>
          </p:grpSpPr>
          <p:sp>
            <p:nvSpPr>
              <p:cNvPr id="2226" name="Google Shape;2226;p8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0" name="Google Shape;2230;p8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7" name="Google Shape;2237;p83"/>
            <p:cNvGrpSpPr/>
            <p:nvPr/>
          </p:nvGrpSpPr>
          <p:grpSpPr>
            <a:xfrm>
              <a:off x="4403342" y="3107749"/>
              <a:ext cx="316680" cy="101374"/>
              <a:chOff x="5068275" y="3161675"/>
              <a:chExt cx="664875" cy="222850"/>
            </a:xfrm>
          </p:grpSpPr>
          <p:sp>
            <p:nvSpPr>
              <p:cNvPr id="2238" name="Google Shape;2238;p8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2" name="Google Shape;2242;p8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1" name="Google Shape;2271;p83"/>
            <p:cNvGrpSpPr/>
            <p:nvPr/>
          </p:nvGrpSpPr>
          <p:grpSpPr>
            <a:xfrm>
              <a:off x="3697513" y="2707266"/>
              <a:ext cx="59549" cy="79733"/>
              <a:chOff x="3586375" y="2281300"/>
              <a:chExt cx="125025" cy="175275"/>
            </a:xfrm>
          </p:grpSpPr>
          <p:sp>
            <p:nvSpPr>
              <p:cNvPr id="2272" name="Google Shape;2272;p8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4" name="Google Shape;2274;p8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5" name="Google Shape;2275;p83"/>
            <p:cNvGrpSpPr/>
            <p:nvPr/>
          </p:nvGrpSpPr>
          <p:grpSpPr>
            <a:xfrm>
              <a:off x="4513224" y="3221724"/>
              <a:ext cx="274563" cy="280321"/>
              <a:chOff x="5298975" y="3412225"/>
              <a:chExt cx="576450" cy="616225"/>
            </a:xfrm>
          </p:grpSpPr>
          <p:sp>
            <p:nvSpPr>
              <p:cNvPr id="2276" name="Google Shape;2276;p8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277" name="Google Shape;2277;p8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8" name="Google Shape;2278;p83"/>
            <p:cNvGrpSpPr/>
            <p:nvPr/>
          </p:nvGrpSpPr>
          <p:grpSpPr>
            <a:xfrm>
              <a:off x="4824403" y="3421846"/>
              <a:ext cx="110132" cy="130647"/>
              <a:chOff x="5952300" y="3852150"/>
              <a:chExt cx="231225" cy="287200"/>
            </a:xfrm>
          </p:grpSpPr>
          <p:sp>
            <p:nvSpPr>
              <p:cNvPr id="2279" name="Google Shape;2279;p8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1" name="Google Shape;2281;p8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9" name="Google Shape;2289;p83"/>
            <p:cNvGrpSpPr/>
            <p:nvPr/>
          </p:nvGrpSpPr>
          <p:grpSpPr>
            <a:xfrm>
              <a:off x="4295710" y="3079670"/>
              <a:ext cx="14968" cy="27135"/>
              <a:chOff x="4842300" y="3099950"/>
              <a:chExt cx="31425" cy="59650"/>
            </a:xfrm>
          </p:grpSpPr>
          <p:sp>
            <p:nvSpPr>
              <p:cNvPr id="2290" name="Google Shape;2290;p8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4" name="Google Shape;2294;p8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2" name="Google Shape;2302;p83"/>
            <p:cNvGrpSpPr/>
            <p:nvPr/>
          </p:nvGrpSpPr>
          <p:grpSpPr>
            <a:xfrm>
              <a:off x="3831056" y="2816010"/>
              <a:ext cx="37378" cy="27612"/>
              <a:chOff x="3866750" y="2520350"/>
              <a:chExt cx="78475" cy="60700"/>
            </a:xfrm>
          </p:grpSpPr>
          <p:sp>
            <p:nvSpPr>
              <p:cNvPr id="2303" name="Google Shape;2303;p8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7" name="Google Shape;2307;p8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324" name="Google Shape;2324;p8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336" name="Google Shape;2336;p8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9" name="Google Shape;2349;p83"/>
            <p:cNvGrpSpPr/>
            <p:nvPr/>
          </p:nvGrpSpPr>
          <p:grpSpPr>
            <a:xfrm>
              <a:off x="3632736" y="3051591"/>
              <a:ext cx="63288" cy="45217"/>
              <a:chOff x="3450375" y="3038225"/>
              <a:chExt cx="132875" cy="99400"/>
            </a:xfrm>
          </p:grpSpPr>
          <p:sp>
            <p:nvSpPr>
              <p:cNvPr id="2350" name="Google Shape;2350;p8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2" name="Google Shape;2352;p8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61" name="Google Shape;2361;p8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71" name="Google Shape;2371;p8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377" name="Google Shape;2377;p8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 name="Google Shape;2387;p83"/>
          <p:cNvGrpSpPr/>
          <p:nvPr/>
        </p:nvGrpSpPr>
        <p:grpSpPr>
          <a:xfrm>
            <a:off x="719115" y="2852867"/>
            <a:ext cx="2622876" cy="1333540"/>
            <a:chOff x="238125" y="1038125"/>
            <a:chExt cx="7146800" cy="3633625"/>
          </a:xfrm>
        </p:grpSpPr>
        <p:sp>
          <p:nvSpPr>
            <p:cNvPr id="2388" name="Google Shape;2388;p8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8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8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0" name="Google Shape;3960;p83"/>
          <p:cNvGrpSpPr/>
          <p:nvPr/>
        </p:nvGrpSpPr>
        <p:grpSpPr>
          <a:xfrm>
            <a:off x="5834043" y="994977"/>
            <a:ext cx="2590840" cy="1380235"/>
            <a:chOff x="233350" y="949250"/>
            <a:chExt cx="7137300" cy="3802300"/>
          </a:xfrm>
        </p:grpSpPr>
        <p:sp>
          <p:nvSpPr>
            <p:cNvPr id="3961" name="Google Shape;3961;p8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2" name="Google Shape;4012;p83"/>
          <p:cNvGrpSpPr/>
          <p:nvPr/>
        </p:nvGrpSpPr>
        <p:grpSpPr>
          <a:xfrm>
            <a:off x="7648472" y="3039750"/>
            <a:ext cx="104231" cy="320340"/>
            <a:chOff x="7564426" y="3224343"/>
            <a:chExt cx="119985" cy="368801"/>
          </a:xfrm>
        </p:grpSpPr>
        <p:sp>
          <p:nvSpPr>
            <p:cNvPr id="4013" name="Google Shape;4013;p8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5" name="Google Shape;4015;p83"/>
          <p:cNvGrpSpPr/>
          <p:nvPr/>
        </p:nvGrpSpPr>
        <p:grpSpPr>
          <a:xfrm>
            <a:off x="7347961" y="3033852"/>
            <a:ext cx="189489" cy="332132"/>
            <a:chOff x="8370831" y="3202002"/>
            <a:chExt cx="218129" cy="382376"/>
          </a:xfrm>
        </p:grpSpPr>
        <p:sp>
          <p:nvSpPr>
            <p:cNvPr id="4016" name="Google Shape;4016;p8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8" name="Google Shape;4018;p83"/>
          <p:cNvGrpSpPr/>
          <p:nvPr/>
        </p:nvGrpSpPr>
        <p:grpSpPr>
          <a:xfrm>
            <a:off x="8071350" y="3444984"/>
            <a:ext cx="309429" cy="267000"/>
            <a:chOff x="6742064" y="3750480"/>
            <a:chExt cx="399315" cy="344560"/>
          </a:xfrm>
        </p:grpSpPr>
        <p:sp>
          <p:nvSpPr>
            <p:cNvPr id="4019" name="Google Shape;4019;p8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1" name="Google Shape;4021;p83"/>
          <p:cNvGrpSpPr/>
          <p:nvPr/>
        </p:nvGrpSpPr>
        <p:grpSpPr>
          <a:xfrm>
            <a:off x="7610369" y="3796031"/>
            <a:ext cx="180437" cy="281608"/>
            <a:chOff x="7248525" y="3739696"/>
            <a:chExt cx="230531" cy="359790"/>
          </a:xfrm>
        </p:grpSpPr>
        <p:sp>
          <p:nvSpPr>
            <p:cNvPr id="4022" name="Google Shape;4022;p8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4" name="Google Shape;4024;p83"/>
          <p:cNvGrpSpPr/>
          <p:nvPr/>
        </p:nvGrpSpPr>
        <p:grpSpPr>
          <a:xfrm>
            <a:off x="7856288" y="3439255"/>
            <a:ext cx="162896" cy="278710"/>
            <a:chOff x="7601242" y="3729267"/>
            <a:chExt cx="222566" cy="380803"/>
          </a:xfrm>
        </p:grpSpPr>
        <p:sp>
          <p:nvSpPr>
            <p:cNvPr id="4025" name="Google Shape;4025;p8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27" name="Google Shape;4027;p83"/>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8" name="Google Shape;4028;p83"/>
          <p:cNvGrpSpPr/>
          <p:nvPr/>
        </p:nvGrpSpPr>
        <p:grpSpPr>
          <a:xfrm>
            <a:off x="7345934" y="3440396"/>
            <a:ext cx="193543" cy="275990"/>
            <a:chOff x="8304647" y="3738687"/>
            <a:chExt cx="225076" cy="320956"/>
          </a:xfrm>
        </p:grpSpPr>
        <p:sp>
          <p:nvSpPr>
            <p:cNvPr id="4029" name="Google Shape;4029;p8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2" name="Google Shape;4032;p83"/>
          <p:cNvGrpSpPr/>
          <p:nvPr/>
        </p:nvGrpSpPr>
        <p:grpSpPr>
          <a:xfrm>
            <a:off x="7618426" y="3440396"/>
            <a:ext cx="178492" cy="275990"/>
            <a:chOff x="8615101" y="3738687"/>
            <a:chExt cx="207573" cy="320956"/>
          </a:xfrm>
        </p:grpSpPr>
        <p:sp>
          <p:nvSpPr>
            <p:cNvPr id="4033" name="Google Shape;4033;p8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36" name="Google Shape;4036;p83"/>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37" name="Google Shape;4037;p83"/>
          <p:cNvGrpSpPr/>
          <p:nvPr/>
        </p:nvGrpSpPr>
        <p:grpSpPr>
          <a:xfrm>
            <a:off x="6013131" y="3561884"/>
            <a:ext cx="557670" cy="511283"/>
            <a:chOff x="6015419" y="3716859"/>
            <a:chExt cx="557671" cy="511283"/>
          </a:xfrm>
        </p:grpSpPr>
        <p:sp>
          <p:nvSpPr>
            <p:cNvPr id="4038" name="Google Shape;4038;p8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39" name="Google Shape;4039;p83"/>
            <p:cNvGrpSpPr/>
            <p:nvPr/>
          </p:nvGrpSpPr>
          <p:grpSpPr>
            <a:xfrm>
              <a:off x="6036094" y="3716980"/>
              <a:ext cx="529860" cy="510468"/>
              <a:chOff x="6036094" y="3716980"/>
              <a:chExt cx="529860" cy="510468"/>
            </a:xfrm>
          </p:grpSpPr>
          <p:sp>
            <p:nvSpPr>
              <p:cNvPr id="4040" name="Google Shape;4040;p8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50" name="Google Shape;4050;p83"/>
          <p:cNvGrpSpPr/>
          <p:nvPr/>
        </p:nvGrpSpPr>
        <p:grpSpPr>
          <a:xfrm>
            <a:off x="6642016" y="2918653"/>
            <a:ext cx="576302" cy="511871"/>
            <a:chOff x="6644304" y="3073628"/>
            <a:chExt cx="576302" cy="511871"/>
          </a:xfrm>
        </p:grpSpPr>
        <p:sp>
          <p:nvSpPr>
            <p:cNvPr id="4051" name="Google Shape;4051;p8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2" name="Google Shape;4052;p83"/>
            <p:cNvGrpSpPr/>
            <p:nvPr/>
          </p:nvGrpSpPr>
          <p:grpSpPr>
            <a:xfrm>
              <a:off x="6712169" y="3085440"/>
              <a:ext cx="481622" cy="494913"/>
              <a:chOff x="6712169" y="3085440"/>
              <a:chExt cx="481622" cy="494913"/>
            </a:xfrm>
          </p:grpSpPr>
          <p:sp>
            <p:nvSpPr>
              <p:cNvPr id="4053" name="Google Shape;4053;p8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8" name="Google Shape;4058;p8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61" name="Google Shape;4061;p83"/>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62" name="Google Shape;4062;p83"/>
          <p:cNvGrpSpPr/>
          <p:nvPr/>
        </p:nvGrpSpPr>
        <p:grpSpPr>
          <a:xfrm>
            <a:off x="6649867" y="3561648"/>
            <a:ext cx="560631" cy="511352"/>
            <a:chOff x="6652154" y="3716623"/>
            <a:chExt cx="560631" cy="511352"/>
          </a:xfrm>
        </p:grpSpPr>
        <p:sp>
          <p:nvSpPr>
            <p:cNvPr id="4063" name="Google Shape;4063;p8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64" name="Google Shape;4064;p83"/>
            <p:cNvGrpSpPr/>
            <p:nvPr/>
          </p:nvGrpSpPr>
          <p:grpSpPr>
            <a:xfrm>
              <a:off x="6669657" y="3716715"/>
              <a:ext cx="466779" cy="464290"/>
              <a:chOff x="6669657" y="3716715"/>
              <a:chExt cx="466779" cy="464290"/>
            </a:xfrm>
          </p:grpSpPr>
          <p:sp>
            <p:nvSpPr>
              <p:cNvPr id="4065" name="Google Shape;4065;p8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8" name="Google Shape;4078;p83"/>
          <p:cNvGrpSpPr/>
          <p:nvPr/>
        </p:nvGrpSpPr>
        <p:grpSpPr>
          <a:xfrm>
            <a:off x="7843958" y="3843056"/>
            <a:ext cx="187557" cy="187557"/>
            <a:chOff x="8565775" y="671075"/>
            <a:chExt cx="441000" cy="441000"/>
          </a:xfrm>
        </p:grpSpPr>
        <p:sp>
          <p:nvSpPr>
            <p:cNvPr id="4079" name="Google Shape;4079;p8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1" name="Google Shape;4081;p83"/>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3"/>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3" name="Google Shape;4083;p83"/>
          <p:cNvGrpSpPr/>
          <p:nvPr/>
        </p:nvGrpSpPr>
        <p:grpSpPr>
          <a:xfrm>
            <a:off x="5997813" y="2921275"/>
            <a:ext cx="587871" cy="512373"/>
            <a:chOff x="6000100" y="3076250"/>
            <a:chExt cx="587871" cy="512373"/>
          </a:xfrm>
        </p:grpSpPr>
        <p:sp>
          <p:nvSpPr>
            <p:cNvPr id="4084" name="Google Shape;4084;p8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5" name="Google Shape;4085;p83"/>
            <p:cNvGrpSpPr/>
            <p:nvPr/>
          </p:nvGrpSpPr>
          <p:grpSpPr>
            <a:xfrm>
              <a:off x="6031360" y="3076713"/>
              <a:ext cx="539107" cy="480965"/>
              <a:chOff x="6031360" y="3076713"/>
              <a:chExt cx="539107" cy="480965"/>
            </a:xfrm>
          </p:grpSpPr>
          <p:sp>
            <p:nvSpPr>
              <p:cNvPr id="4086" name="Google Shape;4086;p8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93" name="Google Shape;4093;p83"/>
          <p:cNvGrpSpPr/>
          <p:nvPr/>
        </p:nvGrpSpPr>
        <p:grpSpPr>
          <a:xfrm>
            <a:off x="3369304" y="940638"/>
            <a:ext cx="2310381" cy="1488888"/>
            <a:chOff x="229225" y="549050"/>
            <a:chExt cx="7161750" cy="4615275"/>
          </a:xfrm>
        </p:grpSpPr>
        <p:sp>
          <p:nvSpPr>
            <p:cNvPr id="4094" name="Google Shape;4094;p83"/>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3"/>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3"/>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3"/>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3"/>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3"/>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3"/>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3"/>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3"/>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3"/>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3"/>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3"/>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3"/>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3"/>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3"/>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3"/>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3"/>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3"/>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3"/>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3"/>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3"/>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3"/>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3"/>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3"/>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3"/>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3"/>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3"/>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3"/>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3"/>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3"/>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3"/>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3"/>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3"/>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3"/>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3"/>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3"/>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3"/>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3"/>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3"/>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3"/>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3"/>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3"/>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3"/>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3"/>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3"/>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3"/>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3"/>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3"/>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3"/>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3"/>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3"/>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3"/>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3"/>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3"/>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3"/>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3"/>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3"/>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3"/>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3"/>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3"/>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3"/>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3"/>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3"/>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3"/>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3"/>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3"/>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3"/>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3"/>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3"/>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3"/>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3"/>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3"/>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3"/>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3"/>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3"/>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3"/>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3"/>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3"/>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3"/>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3"/>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3"/>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3"/>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3"/>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3"/>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3"/>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3"/>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3"/>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3"/>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3"/>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3"/>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3"/>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3"/>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3"/>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3"/>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3"/>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3"/>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3"/>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3"/>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3"/>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3"/>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3"/>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3"/>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3"/>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3"/>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3"/>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3"/>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3"/>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3"/>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3"/>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3"/>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3"/>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3"/>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3"/>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3"/>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3"/>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3"/>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3"/>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1" name="Google Shape;4211;p83"/>
          <p:cNvGrpSpPr/>
          <p:nvPr/>
        </p:nvGrpSpPr>
        <p:grpSpPr>
          <a:xfrm>
            <a:off x="3514722" y="2832485"/>
            <a:ext cx="2310282" cy="1374222"/>
            <a:chOff x="238125" y="732525"/>
            <a:chExt cx="7130500" cy="4241425"/>
          </a:xfrm>
        </p:grpSpPr>
        <p:sp>
          <p:nvSpPr>
            <p:cNvPr id="4212" name="Google Shape;4212;p83"/>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3"/>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3"/>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3"/>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3"/>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3"/>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3"/>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3"/>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3"/>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3"/>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3"/>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3"/>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3"/>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3"/>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3"/>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3"/>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3"/>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3"/>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3"/>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3"/>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3"/>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3"/>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3"/>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3"/>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3"/>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3"/>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3"/>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3"/>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3"/>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3"/>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3"/>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3"/>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3"/>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3"/>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3"/>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3"/>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3"/>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3"/>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3"/>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3"/>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3"/>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3"/>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3"/>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3"/>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3"/>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3"/>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3"/>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3"/>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3"/>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3"/>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3"/>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3"/>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3"/>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3"/>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3"/>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3"/>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3"/>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3"/>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3"/>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3"/>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3"/>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3"/>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3"/>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3"/>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3"/>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3"/>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3"/>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3"/>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3"/>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3"/>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3"/>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3"/>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3"/>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3"/>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3"/>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3"/>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3"/>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3"/>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3"/>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3"/>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3"/>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3"/>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3"/>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3"/>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3"/>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3"/>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3"/>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3"/>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3"/>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3"/>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3"/>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3"/>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3"/>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3"/>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3"/>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3"/>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3"/>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3"/>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3"/>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3"/>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3"/>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3"/>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3"/>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3"/>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3"/>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3"/>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3"/>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3"/>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3"/>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3"/>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3"/>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3"/>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3"/>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3"/>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4329"/>
        <p:cNvGrpSpPr/>
        <p:nvPr/>
      </p:nvGrpSpPr>
      <p:grpSpPr>
        <a:xfrm>
          <a:off x="0" y="0"/>
          <a:ext cx="0" cy="0"/>
          <a:chOff x="0" y="0"/>
          <a:chExt cx="0" cy="0"/>
        </a:xfrm>
      </p:grpSpPr>
      <p:grpSp>
        <p:nvGrpSpPr>
          <p:cNvPr id="4330" name="Google Shape;4330;p84"/>
          <p:cNvGrpSpPr/>
          <p:nvPr/>
        </p:nvGrpSpPr>
        <p:grpSpPr>
          <a:xfrm>
            <a:off x="729274" y="969771"/>
            <a:ext cx="2507799" cy="206239"/>
            <a:chOff x="106648" y="895722"/>
            <a:chExt cx="4481413" cy="374300"/>
          </a:xfrm>
        </p:grpSpPr>
        <p:grpSp>
          <p:nvGrpSpPr>
            <p:cNvPr id="4331" name="Google Shape;4331;p84"/>
            <p:cNvGrpSpPr/>
            <p:nvPr/>
          </p:nvGrpSpPr>
          <p:grpSpPr>
            <a:xfrm>
              <a:off x="2233276" y="895722"/>
              <a:ext cx="1082667" cy="223591"/>
              <a:chOff x="4808316" y="2800065"/>
              <a:chExt cx="1999386" cy="412910"/>
            </a:xfrm>
          </p:grpSpPr>
          <p:sp>
            <p:nvSpPr>
              <p:cNvPr id="4332" name="Google Shape;4332;p8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33" name="Google Shape;4333;p84"/>
              <p:cNvGrpSpPr/>
              <p:nvPr/>
            </p:nvGrpSpPr>
            <p:grpSpPr>
              <a:xfrm>
                <a:off x="4808316" y="2800065"/>
                <a:ext cx="92400" cy="411825"/>
                <a:chOff x="845575" y="2563700"/>
                <a:chExt cx="92400" cy="411825"/>
              </a:xfrm>
            </p:grpSpPr>
            <p:cxnSp>
              <p:nvCxnSpPr>
                <p:cNvPr id="4334" name="Google Shape;4334;p8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335" name="Google Shape;4335;p8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36" name="Google Shape;4336;p84"/>
            <p:cNvGrpSpPr/>
            <p:nvPr/>
          </p:nvGrpSpPr>
          <p:grpSpPr>
            <a:xfrm>
              <a:off x="106648" y="895722"/>
              <a:ext cx="1088401" cy="223591"/>
              <a:chOff x="881025" y="2800065"/>
              <a:chExt cx="2009975" cy="412910"/>
            </a:xfrm>
          </p:grpSpPr>
          <p:sp>
            <p:nvSpPr>
              <p:cNvPr id="4337" name="Google Shape;4337;p8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38" name="Google Shape;4338;p84"/>
              <p:cNvGrpSpPr/>
              <p:nvPr/>
            </p:nvGrpSpPr>
            <p:grpSpPr>
              <a:xfrm>
                <a:off x="881025" y="2800065"/>
                <a:ext cx="92400" cy="411825"/>
                <a:chOff x="845575" y="2563700"/>
                <a:chExt cx="92400" cy="411825"/>
              </a:xfrm>
            </p:grpSpPr>
            <p:cxnSp>
              <p:nvCxnSpPr>
                <p:cNvPr id="4339" name="Google Shape;4339;p8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340" name="Google Shape;4340;p8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41" name="Google Shape;4341;p84"/>
            <p:cNvGrpSpPr/>
            <p:nvPr/>
          </p:nvGrpSpPr>
          <p:grpSpPr>
            <a:xfrm>
              <a:off x="1172346" y="1047018"/>
              <a:ext cx="1083151" cy="223003"/>
              <a:chOff x="2849073" y="3079467"/>
              <a:chExt cx="2000279" cy="411825"/>
            </a:xfrm>
          </p:grpSpPr>
          <p:sp>
            <p:nvSpPr>
              <p:cNvPr id="4342" name="Google Shape;4342;p8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3" name="Google Shape;4343;p84"/>
              <p:cNvGrpSpPr/>
              <p:nvPr/>
            </p:nvGrpSpPr>
            <p:grpSpPr>
              <a:xfrm rot="10800000">
                <a:off x="2849073" y="3079467"/>
                <a:ext cx="92400" cy="411825"/>
                <a:chOff x="2070100" y="2563700"/>
                <a:chExt cx="92400" cy="411825"/>
              </a:xfrm>
            </p:grpSpPr>
            <p:cxnSp>
              <p:nvCxnSpPr>
                <p:cNvPr id="4344" name="Google Shape;4344;p8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345" name="Google Shape;4345;p8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46" name="Google Shape;4346;p84"/>
            <p:cNvGrpSpPr/>
            <p:nvPr/>
          </p:nvGrpSpPr>
          <p:grpSpPr>
            <a:xfrm>
              <a:off x="3290132" y="1047018"/>
              <a:ext cx="1297929" cy="223003"/>
              <a:chOff x="6760035" y="3079467"/>
              <a:chExt cx="2396914" cy="411825"/>
            </a:xfrm>
          </p:grpSpPr>
          <p:sp>
            <p:nvSpPr>
              <p:cNvPr id="4347" name="Google Shape;4347;p8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8" name="Google Shape;4348;p84"/>
              <p:cNvGrpSpPr/>
              <p:nvPr/>
            </p:nvGrpSpPr>
            <p:grpSpPr>
              <a:xfrm rot="10800000">
                <a:off x="6760035" y="3079467"/>
                <a:ext cx="92400" cy="411825"/>
                <a:chOff x="2070100" y="2563700"/>
                <a:chExt cx="92400" cy="411825"/>
              </a:xfrm>
            </p:grpSpPr>
            <p:cxnSp>
              <p:nvCxnSpPr>
                <p:cNvPr id="4349" name="Google Shape;4349;p8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350" name="Google Shape;4350;p8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51" name="Google Shape;4351;p84"/>
          <p:cNvGrpSpPr/>
          <p:nvPr/>
        </p:nvGrpSpPr>
        <p:grpSpPr>
          <a:xfrm>
            <a:off x="2147036" y="3369142"/>
            <a:ext cx="1086701" cy="799429"/>
            <a:chOff x="2183288" y="3555572"/>
            <a:chExt cx="1136241" cy="835873"/>
          </a:xfrm>
        </p:grpSpPr>
        <p:sp>
          <p:nvSpPr>
            <p:cNvPr id="4352" name="Google Shape;4352;p8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3" name="Google Shape;4353;p84"/>
            <p:cNvGrpSpPr/>
            <p:nvPr/>
          </p:nvGrpSpPr>
          <p:grpSpPr>
            <a:xfrm>
              <a:off x="2205895" y="3637269"/>
              <a:ext cx="1089848" cy="724993"/>
              <a:chOff x="2205895" y="3637269"/>
              <a:chExt cx="1089848" cy="724993"/>
            </a:xfrm>
          </p:grpSpPr>
          <p:sp>
            <p:nvSpPr>
              <p:cNvPr id="4354" name="Google Shape;4354;p8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0" name="Google Shape;4360;p8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361" name="Google Shape;4361;p8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362" name="Google Shape;4362;p84"/>
            <p:cNvGrpSpPr/>
            <p:nvPr/>
          </p:nvGrpSpPr>
          <p:grpSpPr>
            <a:xfrm>
              <a:off x="3173850" y="3779426"/>
              <a:ext cx="145679" cy="70048"/>
              <a:chOff x="3173850" y="3779426"/>
              <a:chExt cx="145679" cy="70048"/>
            </a:xfrm>
          </p:grpSpPr>
          <p:cxnSp>
            <p:nvCxnSpPr>
              <p:cNvPr id="4363" name="Google Shape;4363;p8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364" name="Google Shape;4364;p8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5" name="Google Shape;4365;p84"/>
            <p:cNvGrpSpPr/>
            <p:nvPr/>
          </p:nvGrpSpPr>
          <p:grpSpPr>
            <a:xfrm>
              <a:off x="2183288" y="4139483"/>
              <a:ext cx="145133" cy="70048"/>
              <a:chOff x="2183288" y="4139483"/>
              <a:chExt cx="145133" cy="70048"/>
            </a:xfrm>
          </p:grpSpPr>
          <p:cxnSp>
            <p:nvCxnSpPr>
              <p:cNvPr id="4366" name="Google Shape;4366;p8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367" name="Google Shape;4367;p8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8" name="Google Shape;4368;p8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369" name="Google Shape;4369;p8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370" name="Google Shape;4370;p84"/>
            <p:cNvGrpSpPr/>
            <p:nvPr/>
          </p:nvGrpSpPr>
          <p:grpSpPr>
            <a:xfrm>
              <a:off x="2943836" y="4268886"/>
              <a:ext cx="60717" cy="122559"/>
              <a:chOff x="2943836" y="4268886"/>
              <a:chExt cx="60717" cy="122559"/>
            </a:xfrm>
          </p:grpSpPr>
          <p:sp>
            <p:nvSpPr>
              <p:cNvPr id="4371" name="Google Shape;4371;p8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372" name="Google Shape;4372;p8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373" name="Google Shape;4373;p84"/>
          <p:cNvGrpSpPr/>
          <p:nvPr/>
        </p:nvGrpSpPr>
        <p:grpSpPr>
          <a:xfrm>
            <a:off x="3409981" y="1290142"/>
            <a:ext cx="1675870" cy="758251"/>
            <a:chOff x="3530532" y="1496185"/>
            <a:chExt cx="1562000" cy="706730"/>
          </a:xfrm>
        </p:grpSpPr>
        <p:cxnSp>
          <p:nvCxnSpPr>
            <p:cNvPr id="4374" name="Google Shape;4374;p8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375" name="Google Shape;4375;p84"/>
            <p:cNvGrpSpPr/>
            <p:nvPr/>
          </p:nvGrpSpPr>
          <p:grpSpPr>
            <a:xfrm>
              <a:off x="3530532" y="1496185"/>
              <a:ext cx="323430" cy="463587"/>
              <a:chOff x="3530532" y="1496185"/>
              <a:chExt cx="323430" cy="463587"/>
            </a:xfrm>
          </p:grpSpPr>
          <p:grpSp>
            <p:nvGrpSpPr>
              <p:cNvPr id="4376" name="Google Shape;4376;p84"/>
              <p:cNvGrpSpPr/>
              <p:nvPr/>
            </p:nvGrpSpPr>
            <p:grpSpPr>
              <a:xfrm>
                <a:off x="3567462" y="1496185"/>
                <a:ext cx="286500" cy="361376"/>
                <a:chOff x="3567462" y="1496185"/>
                <a:chExt cx="286500" cy="361376"/>
              </a:xfrm>
            </p:grpSpPr>
            <p:cxnSp>
              <p:nvCxnSpPr>
                <p:cNvPr id="4377" name="Google Shape;4377;p8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378" name="Google Shape;4378;p8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9" name="Google Shape;4379;p8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 name="Google Shape;4380;p84"/>
            <p:cNvGrpSpPr/>
            <p:nvPr/>
          </p:nvGrpSpPr>
          <p:grpSpPr>
            <a:xfrm>
              <a:off x="3891569" y="1779209"/>
              <a:ext cx="323945" cy="423706"/>
              <a:chOff x="3891569" y="1779209"/>
              <a:chExt cx="323945" cy="423706"/>
            </a:xfrm>
          </p:grpSpPr>
          <p:grpSp>
            <p:nvGrpSpPr>
              <p:cNvPr id="4381" name="Google Shape;4381;p84"/>
              <p:cNvGrpSpPr/>
              <p:nvPr/>
            </p:nvGrpSpPr>
            <p:grpSpPr>
              <a:xfrm>
                <a:off x="3929014" y="1881638"/>
                <a:ext cx="286500" cy="321278"/>
                <a:chOff x="3929014" y="1881638"/>
                <a:chExt cx="286500" cy="321278"/>
              </a:xfrm>
            </p:grpSpPr>
            <p:cxnSp>
              <p:nvCxnSpPr>
                <p:cNvPr id="4382" name="Google Shape;4382;p8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383" name="Google Shape;4383;p8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84" name="Google Shape;4384;p8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5" name="Google Shape;4385;p84"/>
            <p:cNvGrpSpPr/>
            <p:nvPr/>
          </p:nvGrpSpPr>
          <p:grpSpPr>
            <a:xfrm>
              <a:off x="4252606" y="1496185"/>
              <a:ext cx="324721" cy="463587"/>
              <a:chOff x="4252606" y="1496185"/>
              <a:chExt cx="324721" cy="463587"/>
            </a:xfrm>
          </p:grpSpPr>
          <p:grpSp>
            <p:nvGrpSpPr>
              <p:cNvPr id="4386" name="Google Shape;4386;p84"/>
              <p:cNvGrpSpPr/>
              <p:nvPr/>
            </p:nvGrpSpPr>
            <p:grpSpPr>
              <a:xfrm>
                <a:off x="4290828" y="1496185"/>
                <a:ext cx="286500" cy="361376"/>
                <a:chOff x="4290828" y="1496185"/>
                <a:chExt cx="286500" cy="361376"/>
              </a:xfrm>
            </p:grpSpPr>
            <p:cxnSp>
              <p:nvCxnSpPr>
                <p:cNvPr id="4387" name="Google Shape;4387;p8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388" name="Google Shape;4388;p8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89" name="Google Shape;4389;p8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0" name="Google Shape;4390;p84"/>
            <p:cNvGrpSpPr/>
            <p:nvPr/>
          </p:nvGrpSpPr>
          <p:grpSpPr>
            <a:xfrm>
              <a:off x="4613643" y="1763716"/>
              <a:ext cx="325308" cy="439200"/>
              <a:chOff x="4613643" y="1763716"/>
              <a:chExt cx="325308" cy="439200"/>
            </a:xfrm>
          </p:grpSpPr>
          <p:grpSp>
            <p:nvGrpSpPr>
              <p:cNvPr id="4391" name="Google Shape;4391;p84"/>
              <p:cNvGrpSpPr/>
              <p:nvPr/>
            </p:nvGrpSpPr>
            <p:grpSpPr>
              <a:xfrm>
                <a:off x="4652451" y="1879538"/>
                <a:ext cx="286500" cy="323378"/>
                <a:chOff x="4652451" y="1879538"/>
                <a:chExt cx="286500" cy="323378"/>
              </a:xfrm>
            </p:grpSpPr>
            <p:cxnSp>
              <p:nvCxnSpPr>
                <p:cNvPr id="4392" name="Google Shape;4392;p8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393" name="Google Shape;4393;p8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4" name="Google Shape;4394;p8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95" name="Google Shape;4395;p84"/>
          <p:cNvGrpSpPr/>
          <p:nvPr/>
        </p:nvGrpSpPr>
        <p:grpSpPr>
          <a:xfrm>
            <a:off x="3421841" y="2143768"/>
            <a:ext cx="1652173" cy="391517"/>
            <a:chOff x="3512551" y="2358270"/>
            <a:chExt cx="1597383" cy="378533"/>
          </a:xfrm>
        </p:grpSpPr>
        <p:cxnSp>
          <p:nvCxnSpPr>
            <p:cNvPr id="4396" name="Google Shape;4396;p84"/>
            <p:cNvCxnSpPr>
              <a:stCxn id="4397" idx="6"/>
              <a:endCxn id="439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399" name="Google Shape;4399;p84"/>
            <p:cNvGrpSpPr/>
            <p:nvPr/>
          </p:nvGrpSpPr>
          <p:grpSpPr>
            <a:xfrm>
              <a:off x="3512551" y="2358270"/>
              <a:ext cx="225647" cy="307714"/>
              <a:chOff x="2182679" y="2004714"/>
              <a:chExt cx="792300" cy="1080458"/>
            </a:xfrm>
          </p:grpSpPr>
          <p:cxnSp>
            <p:nvCxnSpPr>
              <p:cNvPr id="4400" name="Google Shape;4400;p84"/>
              <p:cNvCxnSpPr>
                <a:stCxn id="440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397" name="Google Shape;4397;p8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2" name="Google Shape;4402;p84"/>
            <p:cNvGrpSpPr/>
            <p:nvPr/>
          </p:nvGrpSpPr>
          <p:grpSpPr>
            <a:xfrm>
              <a:off x="3969644" y="2440153"/>
              <a:ext cx="225853" cy="296651"/>
              <a:chOff x="3775710" y="1729289"/>
              <a:chExt cx="136500" cy="179289"/>
            </a:xfrm>
          </p:grpSpPr>
          <p:cxnSp>
            <p:nvCxnSpPr>
              <p:cNvPr id="4403" name="Google Shape;4403;p8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404" name="Google Shape;4404;p8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6" name="Google Shape;4406;p84"/>
            <p:cNvGrpSpPr/>
            <p:nvPr/>
          </p:nvGrpSpPr>
          <p:grpSpPr>
            <a:xfrm>
              <a:off x="4427051" y="2358270"/>
              <a:ext cx="225647" cy="307714"/>
              <a:chOff x="5393704" y="2004714"/>
              <a:chExt cx="792300" cy="1080458"/>
            </a:xfrm>
          </p:grpSpPr>
          <p:cxnSp>
            <p:nvCxnSpPr>
              <p:cNvPr id="4407" name="Google Shape;4407;p84"/>
              <p:cNvCxnSpPr>
                <a:stCxn id="440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409" name="Google Shape;4409;p8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0" name="Google Shape;4410;p84"/>
            <p:cNvGrpSpPr/>
            <p:nvPr/>
          </p:nvGrpSpPr>
          <p:grpSpPr>
            <a:xfrm>
              <a:off x="4884287" y="2440252"/>
              <a:ext cx="225647" cy="296532"/>
              <a:chOff x="6999166" y="2292572"/>
              <a:chExt cx="792300" cy="1041192"/>
            </a:xfrm>
          </p:grpSpPr>
          <p:cxnSp>
            <p:nvCxnSpPr>
              <p:cNvPr id="4411" name="Google Shape;4411;p8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398" name="Google Shape;4398;p8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13" name="Google Shape;4413;p84"/>
          <p:cNvGrpSpPr/>
          <p:nvPr/>
        </p:nvGrpSpPr>
        <p:grpSpPr>
          <a:xfrm>
            <a:off x="6842649" y="979967"/>
            <a:ext cx="1581844" cy="732818"/>
            <a:chOff x="634175" y="2986275"/>
            <a:chExt cx="3147949" cy="1458344"/>
          </a:xfrm>
        </p:grpSpPr>
        <p:cxnSp>
          <p:nvCxnSpPr>
            <p:cNvPr id="4414" name="Google Shape;4414;p84"/>
            <p:cNvCxnSpPr>
              <a:stCxn id="4415" idx="4"/>
              <a:endCxn id="441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417" name="Google Shape;4417;p84"/>
            <p:cNvCxnSpPr>
              <a:stCxn id="4416" idx="0"/>
              <a:endCxn id="441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419" name="Google Shape;4419;p84"/>
            <p:cNvCxnSpPr>
              <a:stCxn id="4418" idx="4"/>
              <a:endCxn id="442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421" name="Google Shape;4421;p84"/>
            <p:cNvCxnSpPr>
              <a:stCxn id="4420" idx="0"/>
              <a:endCxn id="442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422" name="Google Shape;4422;p8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418" name="Google Shape;4418;p8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415" name="Google Shape;4415;p8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420" name="Google Shape;4420;p8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416" name="Google Shape;4416;p8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423" name="Google Shape;4423;p84"/>
          <p:cNvGrpSpPr/>
          <p:nvPr/>
        </p:nvGrpSpPr>
        <p:grpSpPr>
          <a:xfrm>
            <a:off x="3410364" y="2674277"/>
            <a:ext cx="1675128" cy="313674"/>
            <a:chOff x="998425" y="1182125"/>
            <a:chExt cx="1065400" cy="199500"/>
          </a:xfrm>
        </p:grpSpPr>
        <p:sp>
          <p:nvSpPr>
            <p:cNvPr id="4424" name="Google Shape;4424;p8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9" name="Google Shape;4429;p84"/>
          <p:cNvGrpSpPr/>
          <p:nvPr/>
        </p:nvGrpSpPr>
        <p:grpSpPr>
          <a:xfrm>
            <a:off x="3410363" y="3630244"/>
            <a:ext cx="1675129" cy="525345"/>
            <a:chOff x="5194708" y="3484366"/>
            <a:chExt cx="3148148" cy="987304"/>
          </a:xfrm>
        </p:grpSpPr>
        <p:grpSp>
          <p:nvGrpSpPr>
            <p:cNvPr id="4430" name="Google Shape;4430;p84"/>
            <p:cNvGrpSpPr/>
            <p:nvPr/>
          </p:nvGrpSpPr>
          <p:grpSpPr>
            <a:xfrm>
              <a:off x="7531521" y="3484366"/>
              <a:ext cx="811335" cy="987304"/>
              <a:chOff x="3379425" y="1617275"/>
              <a:chExt cx="1090650" cy="1327200"/>
            </a:xfrm>
          </p:grpSpPr>
          <p:sp>
            <p:nvSpPr>
              <p:cNvPr id="4431" name="Google Shape;4431;p8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4" name="Google Shape;4434;p84"/>
            <p:cNvGrpSpPr/>
            <p:nvPr/>
          </p:nvGrpSpPr>
          <p:grpSpPr>
            <a:xfrm>
              <a:off x="6752546" y="3484366"/>
              <a:ext cx="811428" cy="987304"/>
              <a:chOff x="2332275" y="1617275"/>
              <a:chExt cx="1090775" cy="1327200"/>
            </a:xfrm>
          </p:grpSpPr>
          <p:sp>
            <p:nvSpPr>
              <p:cNvPr id="4435" name="Google Shape;4435;p8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8" name="Google Shape;4438;p84"/>
            <p:cNvGrpSpPr/>
            <p:nvPr/>
          </p:nvGrpSpPr>
          <p:grpSpPr>
            <a:xfrm>
              <a:off x="5973664" y="3484366"/>
              <a:ext cx="811335" cy="987304"/>
              <a:chOff x="1285250" y="1617275"/>
              <a:chExt cx="1090650" cy="1327200"/>
            </a:xfrm>
          </p:grpSpPr>
          <p:sp>
            <p:nvSpPr>
              <p:cNvPr id="4439" name="Google Shape;4439;p8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2" name="Google Shape;4442;p84"/>
            <p:cNvGrpSpPr/>
            <p:nvPr/>
          </p:nvGrpSpPr>
          <p:grpSpPr>
            <a:xfrm>
              <a:off x="5194708" y="3484366"/>
              <a:ext cx="811409" cy="987304"/>
              <a:chOff x="238125" y="1617275"/>
              <a:chExt cx="1090750" cy="1327200"/>
            </a:xfrm>
          </p:grpSpPr>
          <p:sp>
            <p:nvSpPr>
              <p:cNvPr id="4443" name="Google Shape;4443;p8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6" name="Google Shape;4446;p84"/>
          <p:cNvGrpSpPr/>
          <p:nvPr/>
        </p:nvGrpSpPr>
        <p:grpSpPr>
          <a:xfrm>
            <a:off x="6844048" y="2276133"/>
            <a:ext cx="1579046" cy="522230"/>
            <a:chOff x="6853641" y="2534077"/>
            <a:chExt cx="1515545" cy="501229"/>
          </a:xfrm>
        </p:grpSpPr>
        <p:grpSp>
          <p:nvGrpSpPr>
            <p:cNvPr id="4447" name="Google Shape;4447;p84"/>
            <p:cNvGrpSpPr/>
            <p:nvPr/>
          </p:nvGrpSpPr>
          <p:grpSpPr>
            <a:xfrm>
              <a:off x="6853641" y="2618923"/>
              <a:ext cx="1515545" cy="324556"/>
              <a:chOff x="6853641" y="2618923"/>
              <a:chExt cx="1515545" cy="324556"/>
            </a:xfrm>
          </p:grpSpPr>
          <p:sp>
            <p:nvSpPr>
              <p:cNvPr id="4448" name="Google Shape;4448;p8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53" name="Google Shape;4453;p8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8" name="Google Shape;4458;p84"/>
          <p:cNvGrpSpPr/>
          <p:nvPr/>
        </p:nvGrpSpPr>
        <p:grpSpPr>
          <a:xfrm>
            <a:off x="3438940" y="3151173"/>
            <a:ext cx="1617976" cy="346616"/>
            <a:chOff x="1808063" y="4294338"/>
            <a:chExt cx="3370782" cy="721817"/>
          </a:xfrm>
        </p:grpSpPr>
        <p:sp>
          <p:nvSpPr>
            <p:cNvPr id="4459" name="Google Shape;4459;p8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9" name="Google Shape;4469;p84"/>
          <p:cNvGrpSpPr/>
          <p:nvPr/>
        </p:nvGrpSpPr>
        <p:grpSpPr>
          <a:xfrm>
            <a:off x="5264936" y="3817923"/>
            <a:ext cx="1417067" cy="350605"/>
            <a:chOff x="4234950" y="2101012"/>
            <a:chExt cx="4219974" cy="1044090"/>
          </a:xfrm>
        </p:grpSpPr>
        <p:sp>
          <p:nvSpPr>
            <p:cNvPr id="4470" name="Google Shape;4470;p8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6" name="Google Shape;4486;p84"/>
          <p:cNvGrpSpPr/>
          <p:nvPr/>
        </p:nvGrpSpPr>
        <p:grpSpPr>
          <a:xfrm>
            <a:off x="6840408" y="1808681"/>
            <a:ext cx="1586327" cy="371557"/>
            <a:chOff x="1247650" y="2075423"/>
            <a:chExt cx="6648477" cy="1557238"/>
          </a:xfrm>
        </p:grpSpPr>
        <p:sp>
          <p:nvSpPr>
            <p:cNvPr id="4487" name="Google Shape;4487;p8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3" name="Google Shape;4493;p84"/>
          <p:cNvGrpSpPr/>
          <p:nvPr/>
        </p:nvGrpSpPr>
        <p:grpSpPr>
          <a:xfrm>
            <a:off x="5271678" y="961870"/>
            <a:ext cx="1415601" cy="1648533"/>
            <a:chOff x="1839112" y="2209163"/>
            <a:chExt cx="1918159" cy="2233784"/>
          </a:xfrm>
        </p:grpSpPr>
        <p:sp>
          <p:nvSpPr>
            <p:cNvPr id="4494" name="Google Shape;4494;p8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497" name="Google Shape;4497;p84"/>
            <p:cNvCxnSpPr>
              <a:stCxn id="4494" idx="6"/>
              <a:endCxn id="449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498" name="Google Shape;4498;p84"/>
            <p:cNvCxnSpPr>
              <a:stCxn id="4495" idx="4"/>
              <a:endCxn id="449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500" name="Google Shape;4500;p84"/>
            <p:cNvCxnSpPr>
              <a:stCxn id="4499" idx="6"/>
              <a:endCxn id="449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501" name="Google Shape;4501;p84"/>
            <p:cNvCxnSpPr>
              <a:stCxn id="4496" idx="4"/>
              <a:endCxn id="450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499" name="Google Shape;4499;p8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04" name="Google Shape;4504;p84"/>
            <p:cNvCxnSpPr>
              <a:endCxn id="450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505" name="Google Shape;4505;p84"/>
          <p:cNvGrpSpPr/>
          <p:nvPr/>
        </p:nvGrpSpPr>
        <p:grpSpPr>
          <a:xfrm>
            <a:off x="3428944" y="979954"/>
            <a:ext cx="1637968" cy="154942"/>
            <a:chOff x="238125" y="2506075"/>
            <a:chExt cx="7115411" cy="673075"/>
          </a:xfrm>
        </p:grpSpPr>
        <p:sp>
          <p:nvSpPr>
            <p:cNvPr id="4506" name="Google Shape;4506;p8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1" name="Google Shape;4511;p84"/>
          <p:cNvGrpSpPr/>
          <p:nvPr/>
        </p:nvGrpSpPr>
        <p:grpSpPr>
          <a:xfrm>
            <a:off x="1969680" y="1294672"/>
            <a:ext cx="1262932" cy="785408"/>
            <a:chOff x="548861" y="389676"/>
            <a:chExt cx="3843371" cy="2390163"/>
          </a:xfrm>
        </p:grpSpPr>
        <p:cxnSp>
          <p:nvCxnSpPr>
            <p:cNvPr id="4512" name="Google Shape;4512;p8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513" name="Google Shape;4513;p8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514" name="Google Shape;4514;p8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515" name="Google Shape;4515;p8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516" name="Google Shape;4516;p8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517" name="Google Shape;4517;p8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18" name="Google Shape;4518;p8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519" name="Google Shape;4519;p8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5" name="Google Shape;4525;p84"/>
          <p:cNvGrpSpPr/>
          <p:nvPr/>
        </p:nvGrpSpPr>
        <p:grpSpPr>
          <a:xfrm>
            <a:off x="757812" y="2401550"/>
            <a:ext cx="1412054" cy="633562"/>
            <a:chOff x="1187400" y="2529299"/>
            <a:chExt cx="6769193" cy="2241903"/>
          </a:xfrm>
        </p:grpSpPr>
        <p:sp>
          <p:nvSpPr>
            <p:cNvPr id="4526" name="Google Shape;4526;p8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527" name="Google Shape;4527;p8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528" name="Google Shape;4528;p8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529" name="Google Shape;4529;p8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530" name="Google Shape;4530;p8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531" name="Google Shape;4531;p8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532" name="Google Shape;4532;p8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533" name="Google Shape;4533;p84"/>
            <p:cNvCxnSpPr>
              <a:stCxn id="4526" idx="2"/>
              <a:endCxn id="4527"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534" name="Google Shape;4534;p84"/>
            <p:cNvCxnSpPr>
              <a:stCxn id="4528" idx="0"/>
              <a:endCxn id="4526"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535" name="Google Shape;4535;p84"/>
            <p:cNvCxnSpPr>
              <a:stCxn id="4528" idx="2"/>
              <a:endCxn id="4530"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536" name="Google Shape;4536;p84"/>
            <p:cNvCxnSpPr>
              <a:stCxn id="4529" idx="0"/>
              <a:endCxn id="4528"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537" name="Google Shape;4537;p84"/>
            <p:cNvCxnSpPr>
              <a:stCxn id="4527" idx="2"/>
              <a:endCxn id="4532"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538" name="Google Shape;4538;p84"/>
            <p:cNvCxnSpPr>
              <a:stCxn id="4531" idx="0"/>
              <a:endCxn id="4527"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539" name="Google Shape;4539;p84"/>
          <p:cNvGrpSpPr/>
          <p:nvPr/>
        </p:nvGrpSpPr>
        <p:grpSpPr>
          <a:xfrm>
            <a:off x="6844058" y="2894258"/>
            <a:ext cx="1579035" cy="540873"/>
            <a:chOff x="6895650" y="3126697"/>
            <a:chExt cx="1436662" cy="492105"/>
          </a:xfrm>
        </p:grpSpPr>
        <p:sp>
          <p:nvSpPr>
            <p:cNvPr id="4540" name="Google Shape;4540;p8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45" name="Google Shape;4545;p84"/>
            <p:cNvGrpSpPr/>
            <p:nvPr/>
          </p:nvGrpSpPr>
          <p:grpSpPr>
            <a:xfrm>
              <a:off x="6995957" y="3335810"/>
              <a:ext cx="1230393" cy="71754"/>
              <a:chOff x="6995957" y="3287964"/>
              <a:chExt cx="1230393" cy="71754"/>
            </a:xfrm>
          </p:grpSpPr>
          <p:sp>
            <p:nvSpPr>
              <p:cNvPr id="4546" name="Google Shape;4546;p8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51" name="Google Shape;4551;p84"/>
          <p:cNvGrpSpPr/>
          <p:nvPr/>
        </p:nvGrpSpPr>
        <p:grpSpPr>
          <a:xfrm>
            <a:off x="6842640" y="3531021"/>
            <a:ext cx="1581862" cy="650625"/>
            <a:chOff x="6777990" y="3710194"/>
            <a:chExt cx="1646915" cy="677382"/>
          </a:xfrm>
        </p:grpSpPr>
        <p:grpSp>
          <p:nvGrpSpPr>
            <p:cNvPr id="4552" name="Google Shape;4552;p84"/>
            <p:cNvGrpSpPr/>
            <p:nvPr/>
          </p:nvGrpSpPr>
          <p:grpSpPr>
            <a:xfrm>
              <a:off x="6777990" y="3874492"/>
              <a:ext cx="411129" cy="513083"/>
              <a:chOff x="6777990" y="3874492"/>
              <a:chExt cx="411129" cy="513083"/>
            </a:xfrm>
          </p:grpSpPr>
          <p:cxnSp>
            <p:nvCxnSpPr>
              <p:cNvPr id="4553" name="Google Shape;4553;p8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554" name="Google Shape;4554;p8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5" name="Google Shape;4555;p84"/>
            <p:cNvGrpSpPr/>
            <p:nvPr/>
          </p:nvGrpSpPr>
          <p:grpSpPr>
            <a:xfrm>
              <a:off x="7188425" y="3710194"/>
              <a:ext cx="411123" cy="520535"/>
              <a:chOff x="7188425" y="3710194"/>
              <a:chExt cx="411123" cy="520535"/>
            </a:xfrm>
          </p:grpSpPr>
          <p:cxnSp>
            <p:nvCxnSpPr>
              <p:cNvPr id="4556" name="Google Shape;4556;p8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557" name="Google Shape;4557;p8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8" name="Google Shape;4558;p84"/>
            <p:cNvGrpSpPr/>
            <p:nvPr/>
          </p:nvGrpSpPr>
          <p:grpSpPr>
            <a:xfrm>
              <a:off x="7603341" y="3874492"/>
              <a:ext cx="411474" cy="513083"/>
              <a:chOff x="7603341" y="3874492"/>
              <a:chExt cx="411474" cy="513083"/>
            </a:xfrm>
          </p:grpSpPr>
          <p:cxnSp>
            <p:nvCxnSpPr>
              <p:cNvPr id="4559" name="Google Shape;4559;p8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560" name="Google Shape;4560;p8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1" name="Google Shape;4561;p84"/>
            <p:cNvGrpSpPr/>
            <p:nvPr/>
          </p:nvGrpSpPr>
          <p:grpSpPr>
            <a:xfrm>
              <a:off x="8013776" y="3722847"/>
              <a:ext cx="411129" cy="507881"/>
              <a:chOff x="8013776" y="3722847"/>
              <a:chExt cx="411129" cy="507881"/>
            </a:xfrm>
          </p:grpSpPr>
          <p:cxnSp>
            <p:nvCxnSpPr>
              <p:cNvPr id="4562" name="Google Shape;4562;p8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563" name="Google Shape;4563;p8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64" name="Google Shape;4564;p84"/>
          <p:cNvGrpSpPr/>
          <p:nvPr/>
        </p:nvGrpSpPr>
        <p:grpSpPr>
          <a:xfrm>
            <a:off x="5262155" y="2703861"/>
            <a:ext cx="1421889" cy="1020603"/>
            <a:chOff x="5190863" y="2824811"/>
            <a:chExt cx="1544860" cy="1108869"/>
          </a:xfrm>
        </p:grpSpPr>
        <p:grpSp>
          <p:nvGrpSpPr>
            <p:cNvPr id="4565" name="Google Shape;4565;p84"/>
            <p:cNvGrpSpPr/>
            <p:nvPr/>
          </p:nvGrpSpPr>
          <p:grpSpPr>
            <a:xfrm>
              <a:off x="5938695" y="3176919"/>
              <a:ext cx="685761" cy="404739"/>
              <a:chOff x="5938695" y="3176919"/>
              <a:chExt cx="685761" cy="404739"/>
            </a:xfrm>
          </p:grpSpPr>
          <p:grpSp>
            <p:nvGrpSpPr>
              <p:cNvPr id="4566" name="Google Shape;4566;p84"/>
              <p:cNvGrpSpPr/>
              <p:nvPr/>
            </p:nvGrpSpPr>
            <p:grpSpPr>
              <a:xfrm>
                <a:off x="5938695" y="3176919"/>
                <a:ext cx="685761" cy="404739"/>
                <a:chOff x="5938695" y="3176919"/>
                <a:chExt cx="685761" cy="404739"/>
              </a:xfrm>
            </p:grpSpPr>
            <p:sp>
              <p:nvSpPr>
                <p:cNvPr id="4567" name="Google Shape;4567;p8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9" name="Google Shape;4569;p8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0" name="Google Shape;4570;p84"/>
            <p:cNvGrpSpPr/>
            <p:nvPr/>
          </p:nvGrpSpPr>
          <p:grpSpPr>
            <a:xfrm>
              <a:off x="5305233" y="3176835"/>
              <a:ext cx="685971" cy="404655"/>
              <a:chOff x="5305233" y="3176835"/>
              <a:chExt cx="685971" cy="404655"/>
            </a:xfrm>
          </p:grpSpPr>
          <p:grpSp>
            <p:nvGrpSpPr>
              <p:cNvPr id="4571" name="Google Shape;4571;p84"/>
              <p:cNvGrpSpPr/>
              <p:nvPr/>
            </p:nvGrpSpPr>
            <p:grpSpPr>
              <a:xfrm>
                <a:off x="5305233" y="3176835"/>
                <a:ext cx="685971" cy="404655"/>
                <a:chOff x="5305233" y="3176835"/>
                <a:chExt cx="685971" cy="404655"/>
              </a:xfrm>
            </p:grpSpPr>
            <p:sp>
              <p:nvSpPr>
                <p:cNvPr id="4572" name="Google Shape;4572;p8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4" name="Google Shape;4574;p8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5" name="Google Shape;4575;p8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76" name="Google Shape;4576;p84"/>
            <p:cNvGrpSpPr/>
            <p:nvPr/>
          </p:nvGrpSpPr>
          <p:grpSpPr>
            <a:xfrm>
              <a:off x="5657361" y="2824811"/>
              <a:ext cx="1078361" cy="404655"/>
              <a:chOff x="5657361" y="2824811"/>
              <a:chExt cx="1078361" cy="404655"/>
            </a:xfrm>
          </p:grpSpPr>
          <p:grpSp>
            <p:nvGrpSpPr>
              <p:cNvPr id="4577" name="Google Shape;4577;p84"/>
              <p:cNvGrpSpPr/>
              <p:nvPr/>
            </p:nvGrpSpPr>
            <p:grpSpPr>
              <a:xfrm>
                <a:off x="5657361" y="2824811"/>
                <a:ext cx="1078361" cy="404655"/>
                <a:chOff x="5657361" y="2824811"/>
                <a:chExt cx="1078361" cy="404655"/>
              </a:xfrm>
            </p:grpSpPr>
            <p:grpSp>
              <p:nvGrpSpPr>
                <p:cNvPr id="4578" name="Google Shape;4578;p84"/>
                <p:cNvGrpSpPr/>
                <p:nvPr/>
              </p:nvGrpSpPr>
              <p:grpSpPr>
                <a:xfrm>
                  <a:off x="5938485" y="2824811"/>
                  <a:ext cx="797237" cy="404655"/>
                  <a:chOff x="5938485" y="2824811"/>
                  <a:chExt cx="797237" cy="404655"/>
                </a:xfrm>
              </p:grpSpPr>
              <p:sp>
                <p:nvSpPr>
                  <p:cNvPr id="4579" name="Google Shape;4579;p8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81" name="Google Shape;4581;p8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82" name="Google Shape;4582;p8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3" name="Google Shape;4583;p84"/>
            <p:cNvGrpSpPr/>
            <p:nvPr/>
          </p:nvGrpSpPr>
          <p:grpSpPr>
            <a:xfrm>
              <a:off x="5190863" y="3528942"/>
              <a:ext cx="1078026" cy="404739"/>
              <a:chOff x="5190863" y="3528942"/>
              <a:chExt cx="1078026" cy="404739"/>
            </a:xfrm>
          </p:grpSpPr>
          <p:sp>
            <p:nvSpPr>
              <p:cNvPr id="4584" name="Google Shape;4584;p8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85" name="Google Shape;4585;p84"/>
              <p:cNvGrpSpPr/>
              <p:nvPr/>
            </p:nvGrpSpPr>
            <p:grpSpPr>
              <a:xfrm>
                <a:off x="5190863" y="3528942"/>
                <a:ext cx="1078026" cy="404739"/>
                <a:chOff x="5190863" y="3528942"/>
                <a:chExt cx="1078026" cy="404739"/>
              </a:xfrm>
            </p:grpSpPr>
            <p:sp>
              <p:nvSpPr>
                <p:cNvPr id="4586" name="Google Shape;4586;p8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588" name="Google Shape;4588;p84"/>
          <p:cNvGrpSpPr/>
          <p:nvPr/>
        </p:nvGrpSpPr>
        <p:grpSpPr>
          <a:xfrm>
            <a:off x="728162" y="1268329"/>
            <a:ext cx="1086719" cy="879487"/>
            <a:chOff x="803162" y="1474292"/>
            <a:chExt cx="1086719" cy="879487"/>
          </a:xfrm>
        </p:grpSpPr>
        <p:grpSp>
          <p:nvGrpSpPr>
            <p:cNvPr id="4589" name="Google Shape;4589;p84"/>
            <p:cNvGrpSpPr/>
            <p:nvPr/>
          </p:nvGrpSpPr>
          <p:grpSpPr>
            <a:xfrm>
              <a:off x="803162" y="1625948"/>
              <a:ext cx="445856" cy="576579"/>
              <a:chOff x="803162" y="1625948"/>
              <a:chExt cx="445856" cy="576579"/>
            </a:xfrm>
          </p:grpSpPr>
          <p:sp>
            <p:nvSpPr>
              <p:cNvPr id="4590" name="Google Shape;4590;p8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1" name="Google Shape;4591;p84"/>
              <p:cNvGrpSpPr/>
              <p:nvPr/>
            </p:nvGrpSpPr>
            <p:grpSpPr>
              <a:xfrm>
                <a:off x="1056023" y="1625948"/>
                <a:ext cx="192995" cy="576579"/>
                <a:chOff x="1056023" y="1625948"/>
                <a:chExt cx="192995" cy="576579"/>
              </a:xfrm>
            </p:grpSpPr>
            <p:sp>
              <p:nvSpPr>
                <p:cNvPr id="4592" name="Google Shape;4592;p8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97" name="Google Shape;4597;p84"/>
            <p:cNvGrpSpPr/>
            <p:nvPr/>
          </p:nvGrpSpPr>
          <p:grpSpPr>
            <a:xfrm>
              <a:off x="1371406" y="1474292"/>
              <a:ext cx="518475" cy="879487"/>
              <a:chOff x="1398231" y="1474292"/>
              <a:chExt cx="518475" cy="879487"/>
            </a:xfrm>
          </p:grpSpPr>
          <p:grpSp>
            <p:nvGrpSpPr>
              <p:cNvPr id="4598" name="Google Shape;4598;p84"/>
              <p:cNvGrpSpPr/>
              <p:nvPr/>
            </p:nvGrpSpPr>
            <p:grpSpPr>
              <a:xfrm>
                <a:off x="1398231" y="1474292"/>
                <a:ext cx="518475" cy="341643"/>
                <a:chOff x="1398231" y="1474292"/>
                <a:chExt cx="518475" cy="341643"/>
              </a:xfrm>
            </p:grpSpPr>
            <p:sp>
              <p:nvSpPr>
                <p:cNvPr id="4599" name="Google Shape;4599;p8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00" name="Google Shape;4600;p84"/>
                <p:cNvGrpSpPr/>
                <p:nvPr/>
              </p:nvGrpSpPr>
              <p:grpSpPr>
                <a:xfrm>
                  <a:off x="1616453" y="1474292"/>
                  <a:ext cx="300253" cy="341643"/>
                  <a:chOff x="1616453" y="1475379"/>
                  <a:chExt cx="300253" cy="341643"/>
                </a:xfrm>
              </p:grpSpPr>
              <p:sp>
                <p:nvSpPr>
                  <p:cNvPr id="4601" name="Google Shape;4601;p8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08" name="Google Shape;4608;p84"/>
                  <p:cNvGrpSpPr/>
                  <p:nvPr/>
                </p:nvGrpSpPr>
                <p:grpSpPr>
                  <a:xfrm>
                    <a:off x="1839639" y="1475379"/>
                    <a:ext cx="77067" cy="341643"/>
                    <a:chOff x="1839639" y="1475379"/>
                    <a:chExt cx="77067" cy="341643"/>
                  </a:xfrm>
                </p:grpSpPr>
                <p:sp>
                  <p:nvSpPr>
                    <p:cNvPr id="4609" name="Google Shape;4609;p8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11" name="Google Shape;4611;p84"/>
              <p:cNvGrpSpPr/>
              <p:nvPr/>
            </p:nvGrpSpPr>
            <p:grpSpPr>
              <a:xfrm>
                <a:off x="1398451" y="2012951"/>
                <a:ext cx="518255" cy="340828"/>
                <a:chOff x="1398451" y="2012951"/>
                <a:chExt cx="518255" cy="340828"/>
              </a:xfrm>
            </p:grpSpPr>
            <p:sp>
              <p:nvSpPr>
                <p:cNvPr id="4612" name="Google Shape;4612;p8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13" name="Google Shape;4613;p84"/>
                <p:cNvGrpSpPr/>
                <p:nvPr/>
              </p:nvGrpSpPr>
              <p:grpSpPr>
                <a:xfrm>
                  <a:off x="1616453" y="2012951"/>
                  <a:ext cx="300253" cy="340828"/>
                  <a:chOff x="1616453" y="2013538"/>
                  <a:chExt cx="300253" cy="340828"/>
                </a:xfrm>
              </p:grpSpPr>
              <p:sp>
                <p:nvSpPr>
                  <p:cNvPr id="4614" name="Google Shape;4614;p8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1" name="Google Shape;4621;p84"/>
                  <p:cNvGrpSpPr/>
                  <p:nvPr/>
                </p:nvGrpSpPr>
                <p:grpSpPr>
                  <a:xfrm>
                    <a:off x="1839639" y="2013538"/>
                    <a:ext cx="77067" cy="340828"/>
                    <a:chOff x="1839639" y="2013538"/>
                    <a:chExt cx="77067" cy="340828"/>
                  </a:xfrm>
                </p:grpSpPr>
                <p:sp>
                  <p:nvSpPr>
                    <p:cNvPr id="4622" name="Google Shape;4622;p8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624" name="Google Shape;4624;p84"/>
          <p:cNvGrpSpPr/>
          <p:nvPr/>
        </p:nvGrpSpPr>
        <p:grpSpPr>
          <a:xfrm>
            <a:off x="724986" y="3399516"/>
            <a:ext cx="1368681" cy="682918"/>
            <a:chOff x="724986" y="3605478"/>
            <a:chExt cx="1368681" cy="682918"/>
          </a:xfrm>
        </p:grpSpPr>
        <p:grpSp>
          <p:nvGrpSpPr>
            <p:cNvPr id="4625" name="Google Shape;4625;p84"/>
            <p:cNvGrpSpPr/>
            <p:nvPr/>
          </p:nvGrpSpPr>
          <p:grpSpPr>
            <a:xfrm>
              <a:off x="1289102" y="3823629"/>
              <a:ext cx="240442" cy="250435"/>
              <a:chOff x="-165066" y="3843615"/>
              <a:chExt cx="221259" cy="230455"/>
            </a:xfrm>
          </p:grpSpPr>
          <p:sp>
            <p:nvSpPr>
              <p:cNvPr id="4626" name="Google Shape;4626;p8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6" name="Google Shape;4646;p84"/>
            <p:cNvGrpSpPr/>
            <p:nvPr/>
          </p:nvGrpSpPr>
          <p:grpSpPr>
            <a:xfrm>
              <a:off x="724986" y="3605478"/>
              <a:ext cx="1368681" cy="682918"/>
              <a:chOff x="724986" y="3605478"/>
              <a:chExt cx="1368681" cy="682918"/>
            </a:xfrm>
          </p:grpSpPr>
          <p:grpSp>
            <p:nvGrpSpPr>
              <p:cNvPr id="4647" name="Google Shape;4647;p84"/>
              <p:cNvGrpSpPr/>
              <p:nvPr/>
            </p:nvGrpSpPr>
            <p:grpSpPr>
              <a:xfrm>
                <a:off x="1498221" y="4047614"/>
                <a:ext cx="529172" cy="240783"/>
                <a:chOff x="1498221" y="4047614"/>
                <a:chExt cx="529172" cy="240783"/>
              </a:xfrm>
            </p:grpSpPr>
            <p:grpSp>
              <p:nvGrpSpPr>
                <p:cNvPr id="4648" name="Google Shape;4648;p84"/>
                <p:cNvGrpSpPr/>
                <p:nvPr/>
              </p:nvGrpSpPr>
              <p:grpSpPr>
                <a:xfrm>
                  <a:off x="1826655" y="4224370"/>
                  <a:ext cx="200738" cy="25631"/>
                  <a:chOff x="1826655" y="4224370"/>
                  <a:chExt cx="200738" cy="25631"/>
                </a:xfrm>
              </p:grpSpPr>
              <p:sp>
                <p:nvSpPr>
                  <p:cNvPr id="4649" name="Google Shape;4649;p8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1" name="Google Shape;4651;p84"/>
                <p:cNvGrpSpPr/>
                <p:nvPr/>
              </p:nvGrpSpPr>
              <p:grpSpPr>
                <a:xfrm>
                  <a:off x="1498221" y="4047614"/>
                  <a:ext cx="328444" cy="240783"/>
                  <a:chOff x="1498221" y="4047614"/>
                  <a:chExt cx="328444" cy="240783"/>
                </a:xfrm>
              </p:grpSpPr>
              <p:sp>
                <p:nvSpPr>
                  <p:cNvPr id="4652" name="Google Shape;4652;p8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3" name="Google Shape;4653;p84"/>
                  <p:cNvGrpSpPr/>
                  <p:nvPr/>
                </p:nvGrpSpPr>
                <p:grpSpPr>
                  <a:xfrm>
                    <a:off x="1498221" y="4047614"/>
                    <a:ext cx="150566" cy="190416"/>
                    <a:chOff x="1498221" y="4047614"/>
                    <a:chExt cx="150566" cy="190416"/>
                  </a:xfrm>
                </p:grpSpPr>
                <p:sp>
                  <p:nvSpPr>
                    <p:cNvPr id="4654" name="Google Shape;4654;p8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56" name="Google Shape;4656;p84"/>
              <p:cNvGrpSpPr/>
              <p:nvPr/>
            </p:nvGrpSpPr>
            <p:grpSpPr>
              <a:xfrm>
                <a:off x="1560718" y="3800594"/>
                <a:ext cx="532948" cy="302090"/>
                <a:chOff x="1560718" y="3800594"/>
                <a:chExt cx="532948" cy="302090"/>
              </a:xfrm>
            </p:grpSpPr>
            <p:grpSp>
              <p:nvGrpSpPr>
                <p:cNvPr id="4657" name="Google Shape;4657;p84"/>
                <p:cNvGrpSpPr/>
                <p:nvPr/>
              </p:nvGrpSpPr>
              <p:grpSpPr>
                <a:xfrm>
                  <a:off x="1912179" y="3827344"/>
                  <a:ext cx="181487" cy="25631"/>
                  <a:chOff x="1912179" y="3827344"/>
                  <a:chExt cx="181487" cy="25631"/>
                </a:xfrm>
              </p:grpSpPr>
              <p:sp>
                <p:nvSpPr>
                  <p:cNvPr id="4658" name="Google Shape;4658;p8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0" name="Google Shape;4660;p84"/>
                <p:cNvGrpSpPr/>
                <p:nvPr/>
              </p:nvGrpSpPr>
              <p:grpSpPr>
                <a:xfrm>
                  <a:off x="1912179" y="4044505"/>
                  <a:ext cx="181487" cy="25622"/>
                  <a:chOff x="1912179" y="4044506"/>
                  <a:chExt cx="181487" cy="25622"/>
                </a:xfrm>
              </p:grpSpPr>
              <p:sp>
                <p:nvSpPr>
                  <p:cNvPr id="4661" name="Google Shape;4661;p8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3" name="Google Shape;4663;p84"/>
                <p:cNvGrpSpPr/>
                <p:nvPr/>
              </p:nvGrpSpPr>
              <p:grpSpPr>
                <a:xfrm>
                  <a:off x="1560718" y="3800594"/>
                  <a:ext cx="351472" cy="302090"/>
                  <a:chOff x="1560718" y="3800594"/>
                  <a:chExt cx="351472" cy="302090"/>
                </a:xfrm>
              </p:grpSpPr>
              <p:grpSp>
                <p:nvGrpSpPr>
                  <p:cNvPr id="4664" name="Google Shape;4664;p84"/>
                  <p:cNvGrpSpPr/>
                  <p:nvPr/>
                </p:nvGrpSpPr>
                <p:grpSpPr>
                  <a:xfrm>
                    <a:off x="1560718" y="3842857"/>
                    <a:ext cx="173586" cy="217131"/>
                    <a:chOff x="1560718" y="3842857"/>
                    <a:chExt cx="173586" cy="217131"/>
                  </a:xfrm>
                </p:grpSpPr>
                <p:sp>
                  <p:nvSpPr>
                    <p:cNvPr id="4665" name="Google Shape;4665;p8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8" name="Google Shape;4668;p8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670" name="Google Shape;4670;p8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1" name="Google Shape;4671;p84"/>
              <p:cNvGrpSpPr/>
              <p:nvPr/>
            </p:nvGrpSpPr>
            <p:grpSpPr>
              <a:xfrm>
                <a:off x="785350" y="3605478"/>
                <a:ext cx="535311" cy="249245"/>
                <a:chOff x="785350" y="3605478"/>
                <a:chExt cx="535311" cy="249245"/>
              </a:xfrm>
            </p:grpSpPr>
            <p:grpSp>
              <p:nvGrpSpPr>
                <p:cNvPr id="4672" name="Google Shape;4672;p84"/>
                <p:cNvGrpSpPr/>
                <p:nvPr/>
              </p:nvGrpSpPr>
              <p:grpSpPr>
                <a:xfrm>
                  <a:off x="785350" y="3605478"/>
                  <a:ext cx="376191" cy="102736"/>
                  <a:chOff x="785350" y="3605478"/>
                  <a:chExt cx="376191" cy="102736"/>
                </a:xfrm>
              </p:grpSpPr>
              <p:sp>
                <p:nvSpPr>
                  <p:cNvPr id="4673" name="Google Shape;4673;p8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6" name="Google Shape;4676;p84"/>
                <p:cNvGrpSpPr/>
                <p:nvPr/>
              </p:nvGrpSpPr>
              <p:grpSpPr>
                <a:xfrm>
                  <a:off x="1161530" y="3655851"/>
                  <a:ext cx="159131" cy="198872"/>
                  <a:chOff x="1161530" y="3655851"/>
                  <a:chExt cx="159131" cy="198872"/>
                </a:xfrm>
              </p:grpSpPr>
              <p:sp>
                <p:nvSpPr>
                  <p:cNvPr id="4677" name="Google Shape;4677;p8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79" name="Google Shape;4679;p84"/>
              <p:cNvGrpSpPr/>
              <p:nvPr/>
            </p:nvGrpSpPr>
            <p:grpSpPr>
              <a:xfrm>
                <a:off x="785350" y="4047614"/>
                <a:ext cx="535311" cy="240783"/>
                <a:chOff x="785350" y="4047614"/>
                <a:chExt cx="535311" cy="240783"/>
              </a:xfrm>
            </p:grpSpPr>
            <p:grpSp>
              <p:nvGrpSpPr>
                <p:cNvPr id="4680" name="Google Shape;4680;p84"/>
                <p:cNvGrpSpPr/>
                <p:nvPr/>
              </p:nvGrpSpPr>
              <p:grpSpPr>
                <a:xfrm>
                  <a:off x="1161636" y="4047614"/>
                  <a:ext cx="159025" cy="190415"/>
                  <a:chOff x="1161636" y="4047614"/>
                  <a:chExt cx="159025" cy="190415"/>
                </a:xfrm>
              </p:grpSpPr>
              <p:sp>
                <p:nvSpPr>
                  <p:cNvPr id="4681" name="Google Shape;4681;p8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3" name="Google Shape;4683;p84"/>
                <p:cNvGrpSpPr/>
                <p:nvPr/>
              </p:nvGrpSpPr>
              <p:grpSpPr>
                <a:xfrm>
                  <a:off x="785350" y="4185661"/>
                  <a:ext cx="376191" cy="102736"/>
                  <a:chOff x="785350" y="4185661"/>
                  <a:chExt cx="376191" cy="102736"/>
                </a:xfrm>
              </p:grpSpPr>
              <p:sp>
                <p:nvSpPr>
                  <p:cNvPr id="4684" name="Google Shape;4684;p8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87" name="Google Shape;4687;p84"/>
              <p:cNvGrpSpPr/>
              <p:nvPr/>
            </p:nvGrpSpPr>
            <p:grpSpPr>
              <a:xfrm>
                <a:off x="1501054" y="3605478"/>
                <a:ext cx="526340" cy="249240"/>
                <a:chOff x="1501054" y="3605478"/>
                <a:chExt cx="526340" cy="249240"/>
              </a:xfrm>
            </p:grpSpPr>
            <p:grpSp>
              <p:nvGrpSpPr>
                <p:cNvPr id="4688" name="Google Shape;4688;p84"/>
                <p:cNvGrpSpPr/>
                <p:nvPr/>
              </p:nvGrpSpPr>
              <p:grpSpPr>
                <a:xfrm>
                  <a:off x="1834208" y="3643867"/>
                  <a:ext cx="193185" cy="25622"/>
                  <a:chOff x="1834208" y="3643867"/>
                  <a:chExt cx="193185" cy="25622"/>
                </a:xfrm>
              </p:grpSpPr>
              <p:sp>
                <p:nvSpPr>
                  <p:cNvPr id="4689" name="Google Shape;4689;p8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1" name="Google Shape;4691;p84"/>
                <p:cNvGrpSpPr/>
                <p:nvPr/>
              </p:nvGrpSpPr>
              <p:grpSpPr>
                <a:xfrm>
                  <a:off x="1501054" y="3605478"/>
                  <a:ext cx="333165" cy="249240"/>
                  <a:chOff x="1501054" y="3605478"/>
                  <a:chExt cx="333165" cy="249240"/>
                </a:xfrm>
              </p:grpSpPr>
              <p:sp>
                <p:nvSpPr>
                  <p:cNvPr id="4692" name="Google Shape;4692;p8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3" name="Google Shape;4693;p84"/>
                  <p:cNvGrpSpPr/>
                  <p:nvPr/>
                </p:nvGrpSpPr>
                <p:grpSpPr>
                  <a:xfrm>
                    <a:off x="1501054" y="3655851"/>
                    <a:ext cx="155286" cy="198867"/>
                    <a:chOff x="1501054" y="3655851"/>
                    <a:chExt cx="155286" cy="198867"/>
                  </a:xfrm>
                </p:grpSpPr>
                <p:sp>
                  <p:nvSpPr>
                    <p:cNvPr id="4694" name="Google Shape;4694;p8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96" name="Google Shape;4696;p84"/>
              <p:cNvGrpSpPr/>
              <p:nvPr/>
            </p:nvGrpSpPr>
            <p:grpSpPr>
              <a:xfrm>
                <a:off x="724986" y="3800594"/>
                <a:ext cx="532950" cy="302090"/>
                <a:chOff x="724986" y="3800594"/>
                <a:chExt cx="532950" cy="302090"/>
              </a:xfrm>
            </p:grpSpPr>
            <p:grpSp>
              <p:nvGrpSpPr>
                <p:cNvPr id="4697" name="Google Shape;4697;p84"/>
                <p:cNvGrpSpPr/>
                <p:nvPr/>
              </p:nvGrpSpPr>
              <p:grpSpPr>
                <a:xfrm>
                  <a:off x="724986" y="4044367"/>
                  <a:ext cx="181314" cy="25626"/>
                  <a:chOff x="724986" y="4044367"/>
                  <a:chExt cx="181314" cy="25626"/>
                </a:xfrm>
              </p:grpSpPr>
              <p:sp>
                <p:nvSpPr>
                  <p:cNvPr id="4698" name="Google Shape;4698;p8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84"/>
                <p:cNvGrpSpPr/>
                <p:nvPr/>
              </p:nvGrpSpPr>
              <p:grpSpPr>
                <a:xfrm>
                  <a:off x="906290" y="3800594"/>
                  <a:ext cx="351646" cy="302090"/>
                  <a:chOff x="906290" y="3800594"/>
                  <a:chExt cx="351646" cy="302090"/>
                </a:xfrm>
              </p:grpSpPr>
              <p:grpSp>
                <p:nvGrpSpPr>
                  <p:cNvPr id="4701" name="Google Shape;4701;p84"/>
                  <p:cNvGrpSpPr/>
                  <p:nvPr/>
                </p:nvGrpSpPr>
                <p:grpSpPr>
                  <a:xfrm>
                    <a:off x="1084172" y="3842857"/>
                    <a:ext cx="173764" cy="217131"/>
                    <a:chOff x="1084172" y="3842857"/>
                    <a:chExt cx="173764" cy="217131"/>
                  </a:xfrm>
                </p:grpSpPr>
                <p:grpSp>
                  <p:nvGrpSpPr>
                    <p:cNvPr id="4702" name="Google Shape;4702;p84"/>
                    <p:cNvGrpSpPr/>
                    <p:nvPr/>
                  </p:nvGrpSpPr>
                  <p:grpSpPr>
                    <a:xfrm>
                      <a:off x="1156862" y="3936509"/>
                      <a:ext cx="101073" cy="25622"/>
                      <a:chOff x="1156862" y="3936509"/>
                      <a:chExt cx="101073" cy="25622"/>
                    </a:xfrm>
                  </p:grpSpPr>
                  <p:sp>
                    <p:nvSpPr>
                      <p:cNvPr id="4703" name="Google Shape;4703;p8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5" name="Google Shape;4705;p8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6" name="Google Shape;4706;p8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8" name="Google Shape;4708;p84"/>
                <p:cNvGrpSpPr/>
                <p:nvPr/>
              </p:nvGrpSpPr>
              <p:grpSpPr>
                <a:xfrm>
                  <a:off x="724986" y="3830189"/>
                  <a:ext cx="189533" cy="25626"/>
                  <a:chOff x="724986" y="3830189"/>
                  <a:chExt cx="189533" cy="25626"/>
                </a:xfrm>
              </p:grpSpPr>
              <p:sp>
                <p:nvSpPr>
                  <p:cNvPr id="4709" name="Google Shape;4709;p8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711" name="Google Shape;4711;p84"/>
          <p:cNvGrpSpPr/>
          <p:nvPr/>
        </p:nvGrpSpPr>
        <p:grpSpPr>
          <a:xfrm>
            <a:off x="2253298" y="2249677"/>
            <a:ext cx="948701" cy="935378"/>
            <a:chOff x="2253298" y="2428317"/>
            <a:chExt cx="948701" cy="935378"/>
          </a:xfrm>
        </p:grpSpPr>
        <p:sp>
          <p:nvSpPr>
            <p:cNvPr id="4712" name="Google Shape;4712;p8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4748"/>
        <p:cNvGrpSpPr/>
        <p:nvPr/>
      </p:nvGrpSpPr>
      <p:grpSpPr>
        <a:xfrm>
          <a:off x="0" y="0"/>
          <a:ext cx="0" cy="0"/>
          <a:chOff x="0" y="0"/>
          <a:chExt cx="0" cy="0"/>
        </a:xfrm>
      </p:grpSpPr>
      <p:grpSp>
        <p:nvGrpSpPr>
          <p:cNvPr id="4749" name="Google Shape;4749;p85"/>
          <p:cNvGrpSpPr/>
          <p:nvPr/>
        </p:nvGrpSpPr>
        <p:grpSpPr>
          <a:xfrm>
            <a:off x="3339744" y="952977"/>
            <a:ext cx="2363393" cy="1017867"/>
            <a:chOff x="3292400" y="1219146"/>
            <a:chExt cx="2615240" cy="1110239"/>
          </a:xfrm>
        </p:grpSpPr>
        <p:sp>
          <p:nvSpPr>
            <p:cNvPr id="4750" name="Google Shape;4750;p85"/>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4751" name="Google Shape;4751;p85"/>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52" name="Google Shape;4752;p85"/>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4753" name="Google Shape;4753;p85"/>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4754" name="Google Shape;4754;p85"/>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4755" name="Google Shape;4755;p85"/>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4756" name="Google Shape;4756;p85"/>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4757" name="Google Shape;4757;p85"/>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4758" name="Google Shape;4758;p85"/>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4759" name="Google Shape;4759;p85"/>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4760" name="Google Shape;4760;p85"/>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761" name="Google Shape;4761;p85"/>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762" name="Google Shape;4762;p85"/>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763" name="Google Shape;4763;p85"/>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764" name="Google Shape;4764;p85"/>
            <p:cNvGrpSpPr/>
            <p:nvPr/>
          </p:nvGrpSpPr>
          <p:grpSpPr>
            <a:xfrm>
              <a:off x="3748438" y="1378608"/>
              <a:ext cx="2159202" cy="903971"/>
              <a:chOff x="1683525" y="2179850"/>
              <a:chExt cx="4519050" cy="2134525"/>
            </a:xfrm>
          </p:grpSpPr>
          <p:sp>
            <p:nvSpPr>
              <p:cNvPr id="4765" name="Google Shape;4765;p8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66" name="Google Shape;4766;p8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67" name="Google Shape;4767;p8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68" name="Google Shape;4768;p8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69" name="Google Shape;4769;p8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0" name="Google Shape;4770;p8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1" name="Google Shape;4771;p8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2" name="Google Shape;4772;p8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3" name="Google Shape;4773;p8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4" name="Google Shape;4774;p8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5" name="Google Shape;4775;p8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776" name="Google Shape;4776;p8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4777" name="Google Shape;4777;p85"/>
          <p:cNvGraphicFramePr/>
          <p:nvPr/>
        </p:nvGraphicFramePr>
        <p:xfrm>
          <a:off x="5935838" y="2130450"/>
          <a:ext cx="3000000" cy="3000000"/>
        </p:xfrm>
        <a:graphic>
          <a:graphicData uri="http://schemas.openxmlformats.org/drawingml/2006/table">
            <a:tbl>
              <a:tblPr>
                <a:noFill/>
                <a:tableStyleId>{126DD2CE-0F8D-40FD-B329-D1D671988388}</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778" name="Google Shape;4778;p85"/>
          <p:cNvGrpSpPr/>
          <p:nvPr/>
        </p:nvGrpSpPr>
        <p:grpSpPr>
          <a:xfrm>
            <a:off x="5913087" y="3189047"/>
            <a:ext cx="2519825" cy="1001454"/>
            <a:chOff x="1906114" y="789980"/>
            <a:chExt cx="1487676" cy="606868"/>
          </a:xfrm>
        </p:grpSpPr>
        <p:cxnSp>
          <p:nvCxnSpPr>
            <p:cNvPr id="4779" name="Google Shape;4779;p8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780" name="Google Shape;4780;p8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781" name="Google Shape;4781;p8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782" name="Google Shape;4782;p85"/>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4783" name="Google Shape;4783;p85"/>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4784" name="Google Shape;4784;p85"/>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4785" name="Google Shape;4785;p85"/>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4786" name="Google Shape;4786;p8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5"/>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4793" name="Google Shape;4793;p85"/>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794" name="Google Shape;4794;p85"/>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795" name="Google Shape;4795;p8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6" name="Google Shape;4796;p85"/>
          <p:cNvGrpSpPr/>
          <p:nvPr/>
        </p:nvGrpSpPr>
        <p:grpSpPr>
          <a:xfrm>
            <a:off x="712562" y="998005"/>
            <a:ext cx="2394370" cy="976502"/>
            <a:chOff x="749309" y="1112739"/>
            <a:chExt cx="2371603" cy="976502"/>
          </a:xfrm>
        </p:grpSpPr>
        <p:sp>
          <p:nvSpPr>
            <p:cNvPr id="4797" name="Google Shape;4797;p85"/>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5"/>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5"/>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5"/>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5"/>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5"/>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5"/>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5"/>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5"/>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5"/>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5"/>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5"/>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5"/>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5"/>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5"/>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5"/>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5"/>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5"/>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5"/>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5"/>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5"/>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5"/>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5"/>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5"/>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5"/>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5"/>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5"/>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5"/>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829" name="Google Shape;4829;p85"/>
          <p:cNvGraphicFramePr/>
          <p:nvPr/>
        </p:nvGraphicFramePr>
        <p:xfrm>
          <a:off x="5935863" y="996300"/>
          <a:ext cx="3000000" cy="3000000"/>
        </p:xfrm>
        <a:graphic>
          <a:graphicData uri="http://schemas.openxmlformats.org/drawingml/2006/table">
            <a:tbl>
              <a:tblPr>
                <a:noFill/>
                <a:tableStyleId>{126DD2CE-0F8D-40FD-B329-D1D671988388}</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830" name="Google Shape;4830;p85"/>
          <p:cNvGraphicFramePr/>
          <p:nvPr/>
        </p:nvGraphicFramePr>
        <p:xfrm>
          <a:off x="3342575" y="2130450"/>
          <a:ext cx="3000000" cy="3000000"/>
        </p:xfrm>
        <a:graphic>
          <a:graphicData uri="http://schemas.openxmlformats.org/drawingml/2006/table">
            <a:tbl>
              <a:tblPr>
                <a:noFill/>
                <a:tableStyleId>{126DD2CE-0F8D-40FD-B329-D1D671988388}</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831" name="Google Shape;4831;p85"/>
          <p:cNvGrpSpPr/>
          <p:nvPr/>
        </p:nvGrpSpPr>
        <p:grpSpPr>
          <a:xfrm>
            <a:off x="4086504" y="2517093"/>
            <a:ext cx="1517436" cy="74460"/>
            <a:chOff x="3980086" y="2804397"/>
            <a:chExt cx="1227600" cy="66900"/>
          </a:xfrm>
        </p:grpSpPr>
        <p:sp>
          <p:nvSpPr>
            <p:cNvPr id="4832" name="Google Shape;4832;p8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85"/>
          <p:cNvGrpSpPr/>
          <p:nvPr/>
        </p:nvGrpSpPr>
        <p:grpSpPr>
          <a:xfrm>
            <a:off x="4711569" y="2809680"/>
            <a:ext cx="892956" cy="74460"/>
            <a:chOff x="3980086" y="2804397"/>
            <a:chExt cx="1227600" cy="66900"/>
          </a:xfrm>
        </p:grpSpPr>
        <p:sp>
          <p:nvSpPr>
            <p:cNvPr id="4835" name="Google Shape;4835;p8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7" name="Google Shape;4837;p85"/>
          <p:cNvGrpSpPr/>
          <p:nvPr/>
        </p:nvGrpSpPr>
        <p:grpSpPr>
          <a:xfrm>
            <a:off x="3344661" y="3168563"/>
            <a:ext cx="2363244" cy="1005943"/>
            <a:chOff x="3358415" y="3361302"/>
            <a:chExt cx="2363244" cy="1024695"/>
          </a:xfrm>
        </p:grpSpPr>
        <p:grpSp>
          <p:nvGrpSpPr>
            <p:cNvPr id="4838" name="Google Shape;4838;p85"/>
            <p:cNvGrpSpPr/>
            <p:nvPr/>
          </p:nvGrpSpPr>
          <p:grpSpPr>
            <a:xfrm>
              <a:off x="3358415" y="3361302"/>
              <a:ext cx="441300" cy="1024695"/>
              <a:chOff x="3358415" y="3361302"/>
              <a:chExt cx="441300" cy="1024695"/>
            </a:xfrm>
          </p:grpSpPr>
          <p:sp>
            <p:nvSpPr>
              <p:cNvPr id="4839" name="Google Shape;4839;p85"/>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5"/>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5"/>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5"/>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5"/>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5"/>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5" name="Google Shape;4845;p85"/>
            <p:cNvGrpSpPr/>
            <p:nvPr/>
          </p:nvGrpSpPr>
          <p:grpSpPr>
            <a:xfrm>
              <a:off x="3838901" y="3361302"/>
              <a:ext cx="441300" cy="1024695"/>
              <a:chOff x="3838901" y="3361302"/>
              <a:chExt cx="441300" cy="1024695"/>
            </a:xfrm>
          </p:grpSpPr>
          <p:sp>
            <p:nvSpPr>
              <p:cNvPr id="4846" name="Google Shape;4846;p85"/>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5"/>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5"/>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5"/>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5"/>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5"/>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2" name="Google Shape;4852;p85"/>
            <p:cNvGrpSpPr/>
            <p:nvPr/>
          </p:nvGrpSpPr>
          <p:grpSpPr>
            <a:xfrm>
              <a:off x="4319387" y="3361302"/>
              <a:ext cx="441300" cy="1024695"/>
              <a:chOff x="4319387" y="3361302"/>
              <a:chExt cx="441300" cy="1024695"/>
            </a:xfrm>
          </p:grpSpPr>
          <p:sp>
            <p:nvSpPr>
              <p:cNvPr id="4853" name="Google Shape;4853;p85"/>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5"/>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5"/>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5"/>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5"/>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5"/>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9" name="Google Shape;4859;p85"/>
            <p:cNvGrpSpPr/>
            <p:nvPr/>
          </p:nvGrpSpPr>
          <p:grpSpPr>
            <a:xfrm>
              <a:off x="4799873" y="3361302"/>
              <a:ext cx="441300" cy="1024695"/>
              <a:chOff x="4799873" y="3361302"/>
              <a:chExt cx="441300" cy="1024695"/>
            </a:xfrm>
          </p:grpSpPr>
          <p:sp>
            <p:nvSpPr>
              <p:cNvPr id="4860" name="Google Shape;4860;p85"/>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5"/>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5"/>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5"/>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5"/>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5"/>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6" name="Google Shape;4866;p85"/>
            <p:cNvGrpSpPr/>
            <p:nvPr/>
          </p:nvGrpSpPr>
          <p:grpSpPr>
            <a:xfrm>
              <a:off x="5280360" y="3361302"/>
              <a:ext cx="441300" cy="1024695"/>
              <a:chOff x="5280360" y="3361302"/>
              <a:chExt cx="441300" cy="1024695"/>
            </a:xfrm>
          </p:grpSpPr>
          <p:sp>
            <p:nvSpPr>
              <p:cNvPr id="4867" name="Google Shape;4867;p85"/>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5"/>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5"/>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5"/>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5"/>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5"/>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873" name="Google Shape;4873;p85"/>
          <p:cNvGraphicFramePr/>
          <p:nvPr/>
        </p:nvGraphicFramePr>
        <p:xfrm>
          <a:off x="711088" y="2130450"/>
          <a:ext cx="3000000" cy="3000000"/>
        </p:xfrm>
        <a:graphic>
          <a:graphicData uri="http://schemas.openxmlformats.org/drawingml/2006/table">
            <a:tbl>
              <a:tblPr>
                <a:noFill/>
                <a:tableStyleId>{126DD2CE-0F8D-40FD-B329-D1D671988388}</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874" name="Google Shape;4874;p85"/>
          <p:cNvGrpSpPr/>
          <p:nvPr/>
        </p:nvGrpSpPr>
        <p:grpSpPr>
          <a:xfrm>
            <a:off x="712613" y="3180175"/>
            <a:ext cx="2403614" cy="1005900"/>
            <a:chOff x="726450" y="3372825"/>
            <a:chExt cx="2403614" cy="1005900"/>
          </a:xfrm>
        </p:grpSpPr>
        <p:grpSp>
          <p:nvGrpSpPr>
            <p:cNvPr id="4875" name="Google Shape;4875;p85"/>
            <p:cNvGrpSpPr/>
            <p:nvPr/>
          </p:nvGrpSpPr>
          <p:grpSpPr>
            <a:xfrm>
              <a:off x="726450" y="3696000"/>
              <a:ext cx="2403614" cy="500898"/>
              <a:chOff x="726450" y="3696000"/>
              <a:chExt cx="2403614" cy="500898"/>
            </a:xfrm>
          </p:grpSpPr>
          <p:sp>
            <p:nvSpPr>
              <p:cNvPr id="4876" name="Google Shape;4876;p85"/>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877" name="Google Shape;4877;p85"/>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878" name="Google Shape;4878;p85"/>
            <p:cNvGrpSpPr/>
            <p:nvPr/>
          </p:nvGrpSpPr>
          <p:grpSpPr>
            <a:xfrm>
              <a:off x="1348050" y="3372825"/>
              <a:ext cx="1720425" cy="1005900"/>
              <a:chOff x="1348050" y="3372825"/>
              <a:chExt cx="1720425" cy="1005900"/>
            </a:xfrm>
          </p:grpSpPr>
          <p:sp>
            <p:nvSpPr>
              <p:cNvPr id="4879" name="Google Shape;4879;p85"/>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880" name="Google Shape;4880;p85"/>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881" name="Google Shape;4881;p85"/>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882" name="Google Shape;4882;p85"/>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883" name="Google Shape;4883;p85"/>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884" name="Google Shape;4884;p85"/>
            <p:cNvGrpSpPr/>
            <p:nvPr/>
          </p:nvGrpSpPr>
          <p:grpSpPr>
            <a:xfrm>
              <a:off x="1455707" y="3731058"/>
              <a:ext cx="1491150" cy="417657"/>
              <a:chOff x="1455707" y="3731058"/>
              <a:chExt cx="1491150" cy="417657"/>
            </a:xfrm>
          </p:grpSpPr>
          <p:grpSp>
            <p:nvGrpSpPr>
              <p:cNvPr id="4885" name="Google Shape;4885;p85"/>
              <p:cNvGrpSpPr/>
              <p:nvPr/>
            </p:nvGrpSpPr>
            <p:grpSpPr>
              <a:xfrm>
                <a:off x="1472938" y="3745828"/>
                <a:ext cx="72126" cy="53788"/>
                <a:chOff x="1472938" y="3745828"/>
                <a:chExt cx="72126" cy="53788"/>
              </a:xfrm>
            </p:grpSpPr>
            <p:sp>
              <p:nvSpPr>
                <p:cNvPr id="4886" name="Google Shape;4886;p85"/>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5"/>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8" name="Google Shape;4888;p85"/>
              <p:cNvGrpSpPr/>
              <p:nvPr/>
            </p:nvGrpSpPr>
            <p:grpSpPr>
              <a:xfrm>
                <a:off x="1819181" y="4089633"/>
                <a:ext cx="72126" cy="53788"/>
                <a:chOff x="1819181" y="4089633"/>
                <a:chExt cx="72126" cy="53788"/>
              </a:xfrm>
            </p:grpSpPr>
            <p:sp>
              <p:nvSpPr>
                <p:cNvPr id="4889" name="Google Shape;4889;p85"/>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5"/>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1" name="Google Shape;4891;p85"/>
              <p:cNvGrpSpPr/>
              <p:nvPr/>
            </p:nvGrpSpPr>
            <p:grpSpPr>
              <a:xfrm>
                <a:off x="1455707" y="4084171"/>
                <a:ext cx="64321" cy="64544"/>
                <a:chOff x="1455707" y="4084171"/>
                <a:chExt cx="64321" cy="64544"/>
              </a:xfrm>
            </p:grpSpPr>
            <p:sp>
              <p:nvSpPr>
                <p:cNvPr id="4892" name="Google Shape;4892;p85"/>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5"/>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4" name="Google Shape;4894;p85"/>
              <p:cNvGrpSpPr/>
              <p:nvPr/>
            </p:nvGrpSpPr>
            <p:grpSpPr>
              <a:xfrm>
                <a:off x="1818610" y="3731058"/>
                <a:ext cx="64321" cy="64544"/>
                <a:chOff x="1818610" y="3731058"/>
                <a:chExt cx="64321" cy="64544"/>
              </a:xfrm>
            </p:grpSpPr>
            <p:sp>
              <p:nvSpPr>
                <p:cNvPr id="4895" name="Google Shape;4895;p85"/>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5"/>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7" name="Google Shape;4897;p85"/>
              <p:cNvGrpSpPr/>
              <p:nvPr/>
            </p:nvGrpSpPr>
            <p:grpSpPr>
              <a:xfrm>
                <a:off x="2172491" y="4089633"/>
                <a:ext cx="72126" cy="53788"/>
                <a:chOff x="2172491" y="4089633"/>
                <a:chExt cx="72126" cy="53788"/>
              </a:xfrm>
            </p:grpSpPr>
            <p:sp>
              <p:nvSpPr>
                <p:cNvPr id="4898" name="Google Shape;4898;p85"/>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5"/>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85"/>
              <p:cNvGrpSpPr/>
              <p:nvPr/>
            </p:nvGrpSpPr>
            <p:grpSpPr>
              <a:xfrm>
                <a:off x="2171920" y="3731058"/>
                <a:ext cx="64321" cy="64544"/>
                <a:chOff x="2171920" y="3731058"/>
                <a:chExt cx="64321" cy="64544"/>
              </a:xfrm>
            </p:grpSpPr>
            <p:sp>
              <p:nvSpPr>
                <p:cNvPr id="4901" name="Google Shape;4901;p85"/>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5"/>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3" name="Google Shape;4903;p85"/>
              <p:cNvGrpSpPr/>
              <p:nvPr/>
            </p:nvGrpSpPr>
            <p:grpSpPr>
              <a:xfrm>
                <a:off x="2874730" y="3745828"/>
                <a:ext cx="72126" cy="53788"/>
                <a:chOff x="2874730" y="3745828"/>
                <a:chExt cx="72126" cy="53788"/>
              </a:xfrm>
            </p:grpSpPr>
            <p:sp>
              <p:nvSpPr>
                <p:cNvPr id="4904" name="Google Shape;4904;p85"/>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5"/>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6" name="Google Shape;4906;p85"/>
              <p:cNvGrpSpPr/>
              <p:nvPr/>
            </p:nvGrpSpPr>
            <p:grpSpPr>
              <a:xfrm>
                <a:off x="2878589" y="4081481"/>
                <a:ext cx="64321" cy="64544"/>
                <a:chOff x="2878589" y="4081481"/>
                <a:chExt cx="64321" cy="64544"/>
              </a:xfrm>
            </p:grpSpPr>
            <p:sp>
              <p:nvSpPr>
                <p:cNvPr id="4907" name="Google Shape;4907;p85"/>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5"/>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9" name="Google Shape;4909;p85"/>
              <p:cNvGrpSpPr/>
              <p:nvPr/>
            </p:nvGrpSpPr>
            <p:grpSpPr>
              <a:xfrm>
                <a:off x="2525796" y="4089633"/>
                <a:ext cx="72126" cy="53788"/>
                <a:chOff x="2525796" y="4089633"/>
                <a:chExt cx="72126" cy="53788"/>
              </a:xfrm>
            </p:grpSpPr>
            <p:sp>
              <p:nvSpPr>
                <p:cNvPr id="4910" name="Google Shape;4910;p85"/>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5"/>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2" name="Google Shape;4912;p85"/>
              <p:cNvGrpSpPr/>
              <p:nvPr/>
            </p:nvGrpSpPr>
            <p:grpSpPr>
              <a:xfrm>
                <a:off x="2525225" y="3731058"/>
                <a:ext cx="64321" cy="64544"/>
                <a:chOff x="2525225" y="3731058"/>
                <a:chExt cx="64321" cy="64544"/>
              </a:xfrm>
            </p:grpSpPr>
            <p:sp>
              <p:nvSpPr>
                <p:cNvPr id="4913" name="Google Shape;4913;p85"/>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5"/>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4918"/>
        <p:cNvGrpSpPr/>
        <p:nvPr/>
      </p:nvGrpSpPr>
      <p:grpSpPr>
        <a:xfrm>
          <a:off x="0" y="0"/>
          <a:ext cx="0" cy="0"/>
          <a:chOff x="0" y="0"/>
          <a:chExt cx="0" cy="0"/>
        </a:xfrm>
      </p:grpSpPr>
      <p:grpSp>
        <p:nvGrpSpPr>
          <p:cNvPr id="4919" name="Google Shape;4919;p86"/>
          <p:cNvGrpSpPr/>
          <p:nvPr/>
        </p:nvGrpSpPr>
        <p:grpSpPr>
          <a:xfrm>
            <a:off x="5780148" y="1859605"/>
            <a:ext cx="671400" cy="674856"/>
            <a:chOff x="5780148" y="1859605"/>
            <a:chExt cx="671400" cy="674856"/>
          </a:xfrm>
        </p:grpSpPr>
        <p:sp>
          <p:nvSpPr>
            <p:cNvPr id="4920" name="Google Shape;4920;p86"/>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6"/>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6"/>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6"/>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4" name="Google Shape;4924;p86"/>
          <p:cNvGrpSpPr/>
          <p:nvPr/>
        </p:nvGrpSpPr>
        <p:grpSpPr>
          <a:xfrm>
            <a:off x="716991" y="971306"/>
            <a:ext cx="845921" cy="690752"/>
            <a:chOff x="732428" y="1198513"/>
            <a:chExt cx="845921" cy="690752"/>
          </a:xfrm>
        </p:grpSpPr>
        <p:grpSp>
          <p:nvGrpSpPr>
            <p:cNvPr id="4925" name="Google Shape;4925;p86"/>
            <p:cNvGrpSpPr/>
            <p:nvPr/>
          </p:nvGrpSpPr>
          <p:grpSpPr>
            <a:xfrm>
              <a:off x="823030" y="1198513"/>
              <a:ext cx="755319" cy="690752"/>
              <a:chOff x="823030" y="1198513"/>
              <a:chExt cx="755319" cy="690752"/>
            </a:xfrm>
          </p:grpSpPr>
          <p:sp>
            <p:nvSpPr>
              <p:cNvPr id="4926" name="Google Shape;4926;p86"/>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6"/>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8" name="Google Shape;4928;p86"/>
            <p:cNvGrpSpPr/>
            <p:nvPr/>
          </p:nvGrpSpPr>
          <p:grpSpPr>
            <a:xfrm>
              <a:off x="732428" y="1239937"/>
              <a:ext cx="739912" cy="607886"/>
              <a:chOff x="732428" y="1239937"/>
              <a:chExt cx="739912" cy="607886"/>
            </a:xfrm>
          </p:grpSpPr>
          <p:sp>
            <p:nvSpPr>
              <p:cNvPr id="4929" name="Google Shape;4929;p86"/>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6"/>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1" name="Google Shape;4931;p86"/>
            <p:cNvGrpSpPr/>
            <p:nvPr/>
          </p:nvGrpSpPr>
          <p:grpSpPr>
            <a:xfrm>
              <a:off x="732428" y="1277018"/>
              <a:ext cx="702832" cy="533758"/>
              <a:chOff x="732428" y="1277018"/>
              <a:chExt cx="702832" cy="533758"/>
            </a:xfrm>
          </p:grpSpPr>
          <p:sp>
            <p:nvSpPr>
              <p:cNvPr id="4932" name="Google Shape;4932;p86"/>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6"/>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86"/>
            <p:cNvGrpSpPr/>
            <p:nvPr/>
          </p:nvGrpSpPr>
          <p:grpSpPr>
            <a:xfrm>
              <a:off x="931170" y="1306653"/>
              <a:ext cx="647179" cy="474455"/>
              <a:chOff x="931170" y="1306653"/>
              <a:chExt cx="647179" cy="474455"/>
            </a:xfrm>
          </p:grpSpPr>
          <p:sp>
            <p:nvSpPr>
              <p:cNvPr id="4935" name="Google Shape;4935;p86"/>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6"/>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7" name="Google Shape;4937;p86"/>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8" name="Google Shape;4938;p86"/>
          <p:cNvGrpSpPr/>
          <p:nvPr/>
        </p:nvGrpSpPr>
        <p:grpSpPr>
          <a:xfrm>
            <a:off x="3948600" y="971313"/>
            <a:ext cx="634656" cy="699982"/>
            <a:chOff x="5985650" y="2860025"/>
            <a:chExt cx="1396075" cy="1539775"/>
          </a:xfrm>
        </p:grpSpPr>
        <p:sp>
          <p:nvSpPr>
            <p:cNvPr id="4939" name="Google Shape;4939;p86"/>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6"/>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6"/>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6"/>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6"/>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6"/>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6"/>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6"/>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6"/>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6"/>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6"/>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6"/>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6"/>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6"/>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6"/>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6"/>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6"/>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6"/>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6"/>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6"/>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6"/>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6"/>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6"/>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6"/>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6"/>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6"/>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6"/>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6"/>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6"/>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6"/>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6"/>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6"/>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1" name="Google Shape;4971;p86"/>
          <p:cNvGrpSpPr/>
          <p:nvPr/>
        </p:nvGrpSpPr>
        <p:grpSpPr>
          <a:xfrm>
            <a:off x="4704250" y="971306"/>
            <a:ext cx="725845" cy="699975"/>
            <a:chOff x="4249973" y="1201875"/>
            <a:chExt cx="1958568" cy="1888762"/>
          </a:xfrm>
        </p:grpSpPr>
        <p:sp>
          <p:nvSpPr>
            <p:cNvPr id="4972" name="Google Shape;4972;p86"/>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3" name="Google Shape;4973;p86"/>
            <p:cNvGrpSpPr/>
            <p:nvPr/>
          </p:nvGrpSpPr>
          <p:grpSpPr>
            <a:xfrm>
              <a:off x="5853086" y="1789142"/>
              <a:ext cx="355454" cy="1048099"/>
              <a:chOff x="5576108" y="2016725"/>
              <a:chExt cx="565200" cy="1666560"/>
            </a:xfrm>
          </p:grpSpPr>
          <p:sp>
            <p:nvSpPr>
              <p:cNvPr id="4974" name="Google Shape;4974;p86"/>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975" name="Google Shape;4975;p8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6" name="Google Shape;4976;p86"/>
            <p:cNvGrpSpPr/>
            <p:nvPr/>
          </p:nvGrpSpPr>
          <p:grpSpPr>
            <a:xfrm>
              <a:off x="4869455" y="2691676"/>
              <a:ext cx="1013897" cy="398961"/>
              <a:chOff x="4012057" y="3451825"/>
              <a:chExt cx="1612175" cy="634379"/>
            </a:xfrm>
          </p:grpSpPr>
          <p:sp>
            <p:nvSpPr>
              <p:cNvPr id="4977" name="Google Shape;4977;p86"/>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978" name="Google Shape;4978;p8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9" name="Google Shape;4979;p86"/>
            <p:cNvGrpSpPr/>
            <p:nvPr/>
          </p:nvGrpSpPr>
          <p:grpSpPr>
            <a:xfrm>
              <a:off x="4276937" y="2155961"/>
              <a:ext cx="651965" cy="891358"/>
              <a:chOff x="3069908" y="2599997"/>
              <a:chExt cx="1036675" cy="1417328"/>
            </a:xfrm>
          </p:grpSpPr>
          <p:sp>
            <p:nvSpPr>
              <p:cNvPr id="4980" name="Google Shape;4980;p86"/>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981" name="Google Shape;4981;p8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2" name="Google Shape;4982;p86"/>
            <p:cNvGrpSpPr/>
            <p:nvPr/>
          </p:nvGrpSpPr>
          <p:grpSpPr>
            <a:xfrm>
              <a:off x="5054918" y="1201875"/>
              <a:ext cx="999548" cy="602711"/>
              <a:chOff x="4306958" y="1082925"/>
              <a:chExt cx="1589359" cy="958358"/>
            </a:xfrm>
          </p:grpSpPr>
          <p:sp>
            <p:nvSpPr>
              <p:cNvPr id="4983" name="Google Shape;4983;p86"/>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984" name="Google Shape;4984;p8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5" name="Google Shape;4985;p86"/>
            <p:cNvGrpSpPr/>
            <p:nvPr/>
          </p:nvGrpSpPr>
          <p:grpSpPr>
            <a:xfrm>
              <a:off x="4249973" y="1303451"/>
              <a:ext cx="799317" cy="841334"/>
              <a:chOff x="3027033" y="1244439"/>
              <a:chExt cx="1270977" cy="1337786"/>
            </a:xfrm>
          </p:grpSpPr>
          <p:sp>
            <p:nvSpPr>
              <p:cNvPr id="4986" name="Google Shape;4986;p86"/>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987" name="Google Shape;4987;p8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88" name="Google Shape;4988;p86"/>
          <p:cNvGrpSpPr/>
          <p:nvPr/>
        </p:nvGrpSpPr>
        <p:grpSpPr>
          <a:xfrm>
            <a:off x="4057114" y="1858087"/>
            <a:ext cx="750769" cy="683784"/>
            <a:chOff x="4204684" y="2104422"/>
            <a:chExt cx="699822" cy="637382"/>
          </a:xfrm>
        </p:grpSpPr>
        <p:grpSp>
          <p:nvGrpSpPr>
            <p:cNvPr id="4989" name="Google Shape;4989;p86"/>
            <p:cNvGrpSpPr/>
            <p:nvPr/>
          </p:nvGrpSpPr>
          <p:grpSpPr>
            <a:xfrm>
              <a:off x="4204684" y="2430067"/>
              <a:ext cx="342957" cy="311738"/>
              <a:chOff x="4204684" y="2430067"/>
              <a:chExt cx="342957" cy="311738"/>
            </a:xfrm>
          </p:grpSpPr>
          <p:sp>
            <p:nvSpPr>
              <p:cNvPr id="4990" name="Google Shape;4990;p86"/>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6"/>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2" name="Google Shape;4992;p86"/>
            <p:cNvGrpSpPr/>
            <p:nvPr/>
          </p:nvGrpSpPr>
          <p:grpSpPr>
            <a:xfrm>
              <a:off x="4561586" y="2430067"/>
              <a:ext cx="342920" cy="311738"/>
              <a:chOff x="4561586" y="2430067"/>
              <a:chExt cx="342920" cy="311738"/>
            </a:xfrm>
          </p:grpSpPr>
          <p:sp>
            <p:nvSpPr>
              <p:cNvPr id="4993" name="Google Shape;4993;p86"/>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6"/>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5" name="Google Shape;4995;p86"/>
            <p:cNvGrpSpPr/>
            <p:nvPr/>
          </p:nvGrpSpPr>
          <p:grpSpPr>
            <a:xfrm>
              <a:off x="4561586" y="2104422"/>
              <a:ext cx="342920" cy="311738"/>
              <a:chOff x="4561586" y="2104422"/>
              <a:chExt cx="342920" cy="311738"/>
            </a:xfrm>
          </p:grpSpPr>
          <p:sp>
            <p:nvSpPr>
              <p:cNvPr id="4996" name="Google Shape;4996;p86"/>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6"/>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 name="Google Shape;4998;p86"/>
            <p:cNvGrpSpPr/>
            <p:nvPr/>
          </p:nvGrpSpPr>
          <p:grpSpPr>
            <a:xfrm>
              <a:off x="4204684" y="2104422"/>
              <a:ext cx="342957" cy="311664"/>
              <a:chOff x="4204684" y="2104422"/>
              <a:chExt cx="342957" cy="311664"/>
            </a:xfrm>
          </p:grpSpPr>
          <p:sp>
            <p:nvSpPr>
              <p:cNvPr id="4999" name="Google Shape;4999;p86"/>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6"/>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01" name="Google Shape;5001;p86"/>
          <p:cNvGrpSpPr/>
          <p:nvPr/>
        </p:nvGrpSpPr>
        <p:grpSpPr>
          <a:xfrm>
            <a:off x="5521547" y="971301"/>
            <a:ext cx="660591" cy="688867"/>
            <a:chOff x="5830645" y="1267368"/>
            <a:chExt cx="530340" cy="553040"/>
          </a:xfrm>
        </p:grpSpPr>
        <p:sp>
          <p:nvSpPr>
            <p:cNvPr id="5002" name="Google Shape;5002;p86"/>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3" name="Google Shape;5003;p86"/>
            <p:cNvGrpSpPr/>
            <p:nvPr/>
          </p:nvGrpSpPr>
          <p:grpSpPr>
            <a:xfrm>
              <a:off x="5830645" y="1267368"/>
              <a:ext cx="259743" cy="269909"/>
              <a:chOff x="5830645" y="1267368"/>
              <a:chExt cx="259743" cy="269909"/>
            </a:xfrm>
          </p:grpSpPr>
          <p:sp>
            <p:nvSpPr>
              <p:cNvPr id="5004" name="Google Shape;5004;p86"/>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6"/>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86"/>
            <p:cNvGrpSpPr/>
            <p:nvPr/>
          </p:nvGrpSpPr>
          <p:grpSpPr>
            <a:xfrm>
              <a:off x="6101293" y="1267368"/>
              <a:ext cx="259692" cy="269909"/>
              <a:chOff x="6101293" y="1267368"/>
              <a:chExt cx="259692" cy="269909"/>
            </a:xfrm>
          </p:grpSpPr>
          <p:sp>
            <p:nvSpPr>
              <p:cNvPr id="5007" name="Google Shape;5007;p86"/>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6"/>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 name="Google Shape;5009;p86"/>
            <p:cNvGrpSpPr/>
            <p:nvPr/>
          </p:nvGrpSpPr>
          <p:grpSpPr>
            <a:xfrm>
              <a:off x="5830645" y="1550500"/>
              <a:ext cx="259692" cy="269909"/>
              <a:chOff x="5830645" y="1550500"/>
              <a:chExt cx="259692" cy="269909"/>
            </a:xfrm>
          </p:grpSpPr>
          <p:sp>
            <p:nvSpPr>
              <p:cNvPr id="5010" name="Google Shape;5010;p86"/>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6"/>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 name="Google Shape;5012;p86"/>
            <p:cNvGrpSpPr/>
            <p:nvPr/>
          </p:nvGrpSpPr>
          <p:grpSpPr>
            <a:xfrm>
              <a:off x="6101293" y="1550500"/>
              <a:ext cx="259692" cy="269909"/>
              <a:chOff x="6101293" y="1550500"/>
              <a:chExt cx="259692" cy="269909"/>
            </a:xfrm>
          </p:grpSpPr>
          <p:sp>
            <p:nvSpPr>
              <p:cNvPr id="5013" name="Google Shape;5013;p86"/>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6"/>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15" name="Google Shape;5015;p86"/>
          <p:cNvGrpSpPr/>
          <p:nvPr/>
        </p:nvGrpSpPr>
        <p:grpSpPr>
          <a:xfrm>
            <a:off x="723700" y="1861760"/>
            <a:ext cx="697154" cy="679574"/>
            <a:chOff x="2679875" y="2361475"/>
            <a:chExt cx="780425" cy="760575"/>
          </a:xfrm>
        </p:grpSpPr>
        <p:sp>
          <p:nvSpPr>
            <p:cNvPr id="5016" name="Google Shape;5016;p86"/>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6"/>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6"/>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 name="Google Shape;5022;p86"/>
          <p:cNvGrpSpPr/>
          <p:nvPr/>
        </p:nvGrpSpPr>
        <p:grpSpPr>
          <a:xfrm>
            <a:off x="3122859" y="971352"/>
            <a:ext cx="735829" cy="684547"/>
            <a:chOff x="3351965" y="1148808"/>
            <a:chExt cx="750770" cy="698375"/>
          </a:xfrm>
        </p:grpSpPr>
        <p:grpSp>
          <p:nvGrpSpPr>
            <p:cNvPr id="5023" name="Google Shape;5023;p86"/>
            <p:cNvGrpSpPr/>
            <p:nvPr/>
          </p:nvGrpSpPr>
          <p:grpSpPr>
            <a:xfrm>
              <a:off x="3586796" y="1148808"/>
              <a:ext cx="294857" cy="286830"/>
              <a:chOff x="3750225" y="1774000"/>
              <a:chExt cx="149575" cy="145525"/>
            </a:xfrm>
          </p:grpSpPr>
          <p:sp>
            <p:nvSpPr>
              <p:cNvPr id="5024" name="Google Shape;5024;p8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86"/>
            <p:cNvGrpSpPr/>
            <p:nvPr/>
          </p:nvGrpSpPr>
          <p:grpSpPr>
            <a:xfrm>
              <a:off x="3779245" y="1375768"/>
              <a:ext cx="323490" cy="286978"/>
              <a:chOff x="3847850" y="1889150"/>
              <a:chExt cx="164100" cy="145600"/>
            </a:xfrm>
          </p:grpSpPr>
          <p:sp>
            <p:nvSpPr>
              <p:cNvPr id="5027" name="Google Shape;5027;p8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86"/>
            <p:cNvGrpSpPr/>
            <p:nvPr/>
          </p:nvGrpSpPr>
          <p:grpSpPr>
            <a:xfrm>
              <a:off x="3351965" y="1330435"/>
              <a:ext cx="295449" cy="285401"/>
              <a:chOff x="3631100" y="1866150"/>
              <a:chExt cx="149875" cy="144800"/>
            </a:xfrm>
          </p:grpSpPr>
          <p:sp>
            <p:nvSpPr>
              <p:cNvPr id="5030" name="Google Shape;5030;p8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86"/>
            <p:cNvGrpSpPr/>
            <p:nvPr/>
          </p:nvGrpSpPr>
          <p:grpSpPr>
            <a:xfrm>
              <a:off x="3548208" y="1560352"/>
              <a:ext cx="294808" cy="286830"/>
              <a:chOff x="3730650" y="1982800"/>
              <a:chExt cx="149550" cy="145525"/>
            </a:xfrm>
          </p:grpSpPr>
          <p:sp>
            <p:nvSpPr>
              <p:cNvPr id="5033" name="Google Shape;5033;p8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35" name="Google Shape;5035;p86"/>
          <p:cNvGrpSpPr/>
          <p:nvPr/>
        </p:nvGrpSpPr>
        <p:grpSpPr>
          <a:xfrm>
            <a:off x="7624512" y="971306"/>
            <a:ext cx="804565" cy="677795"/>
            <a:chOff x="7636443" y="1204988"/>
            <a:chExt cx="804565" cy="677795"/>
          </a:xfrm>
        </p:grpSpPr>
        <p:grpSp>
          <p:nvGrpSpPr>
            <p:cNvPr id="5036" name="Google Shape;5036;p86"/>
            <p:cNvGrpSpPr/>
            <p:nvPr/>
          </p:nvGrpSpPr>
          <p:grpSpPr>
            <a:xfrm>
              <a:off x="7636443" y="1509705"/>
              <a:ext cx="804565" cy="373078"/>
              <a:chOff x="7636443" y="1509705"/>
              <a:chExt cx="804565" cy="373078"/>
            </a:xfrm>
          </p:grpSpPr>
          <p:sp>
            <p:nvSpPr>
              <p:cNvPr id="5037" name="Google Shape;5037;p86"/>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6"/>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9" name="Google Shape;5039;p86"/>
            <p:cNvGrpSpPr/>
            <p:nvPr/>
          </p:nvGrpSpPr>
          <p:grpSpPr>
            <a:xfrm>
              <a:off x="7636443" y="1408133"/>
              <a:ext cx="804565" cy="373078"/>
              <a:chOff x="7636443" y="1408133"/>
              <a:chExt cx="804565" cy="373078"/>
            </a:xfrm>
          </p:grpSpPr>
          <p:sp>
            <p:nvSpPr>
              <p:cNvPr id="5040" name="Google Shape;5040;p86"/>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6"/>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2" name="Google Shape;5042;p86"/>
            <p:cNvGrpSpPr/>
            <p:nvPr/>
          </p:nvGrpSpPr>
          <p:grpSpPr>
            <a:xfrm>
              <a:off x="7636443" y="1306560"/>
              <a:ext cx="804565" cy="373078"/>
              <a:chOff x="7636443" y="1306560"/>
              <a:chExt cx="804565" cy="373078"/>
            </a:xfrm>
          </p:grpSpPr>
          <p:sp>
            <p:nvSpPr>
              <p:cNvPr id="5043" name="Google Shape;5043;p86"/>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6"/>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 name="Google Shape;5045;p86"/>
            <p:cNvGrpSpPr/>
            <p:nvPr/>
          </p:nvGrpSpPr>
          <p:grpSpPr>
            <a:xfrm>
              <a:off x="7636443" y="1204988"/>
              <a:ext cx="804565" cy="373078"/>
              <a:chOff x="7636443" y="1204988"/>
              <a:chExt cx="804565" cy="373078"/>
            </a:xfrm>
          </p:grpSpPr>
          <p:sp>
            <p:nvSpPr>
              <p:cNvPr id="5046" name="Google Shape;5046;p86"/>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6"/>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48" name="Google Shape;5048;p86"/>
          <p:cNvGrpSpPr/>
          <p:nvPr/>
        </p:nvGrpSpPr>
        <p:grpSpPr>
          <a:xfrm>
            <a:off x="4963358" y="1878721"/>
            <a:ext cx="661339" cy="661188"/>
            <a:chOff x="3990000" y="975400"/>
            <a:chExt cx="3934200" cy="3933300"/>
          </a:xfrm>
        </p:grpSpPr>
        <p:sp>
          <p:nvSpPr>
            <p:cNvPr id="5049" name="Google Shape;5049;p86"/>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6"/>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6"/>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6"/>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 name="Google Shape;5053;p86"/>
          <p:cNvGrpSpPr/>
          <p:nvPr/>
        </p:nvGrpSpPr>
        <p:grpSpPr>
          <a:xfrm>
            <a:off x="6607006" y="1857359"/>
            <a:ext cx="868881" cy="684241"/>
            <a:chOff x="6598259" y="2078634"/>
            <a:chExt cx="868881" cy="684241"/>
          </a:xfrm>
        </p:grpSpPr>
        <p:sp>
          <p:nvSpPr>
            <p:cNvPr id="5054" name="Google Shape;5054;p86"/>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6"/>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6"/>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6"/>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6"/>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6"/>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0" name="Google Shape;5060;p86"/>
            <p:cNvGrpSpPr/>
            <p:nvPr/>
          </p:nvGrpSpPr>
          <p:grpSpPr>
            <a:xfrm>
              <a:off x="6808175" y="2078634"/>
              <a:ext cx="452229" cy="684241"/>
              <a:chOff x="6808175" y="2078634"/>
              <a:chExt cx="452229" cy="684241"/>
            </a:xfrm>
          </p:grpSpPr>
          <p:sp>
            <p:nvSpPr>
              <p:cNvPr id="5061" name="Google Shape;5061;p86"/>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6"/>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6"/>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6"/>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6"/>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6"/>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7" name="Google Shape;5067;p86"/>
              <p:cNvGrpSpPr/>
              <p:nvPr/>
            </p:nvGrpSpPr>
            <p:grpSpPr>
              <a:xfrm>
                <a:off x="6821586" y="2078634"/>
                <a:ext cx="426871" cy="684241"/>
                <a:chOff x="6821586" y="2078634"/>
                <a:chExt cx="426871" cy="684241"/>
              </a:xfrm>
            </p:grpSpPr>
            <p:grpSp>
              <p:nvGrpSpPr>
                <p:cNvPr id="5068" name="Google Shape;5068;p86"/>
                <p:cNvGrpSpPr/>
                <p:nvPr/>
              </p:nvGrpSpPr>
              <p:grpSpPr>
                <a:xfrm>
                  <a:off x="6821586" y="2078634"/>
                  <a:ext cx="426871" cy="684241"/>
                  <a:chOff x="6821586" y="2078634"/>
                  <a:chExt cx="426871" cy="684241"/>
                </a:xfrm>
              </p:grpSpPr>
              <p:sp>
                <p:nvSpPr>
                  <p:cNvPr id="5069" name="Google Shape;5069;p86"/>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6"/>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6"/>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6"/>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6"/>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6"/>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6"/>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6"/>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6"/>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6"/>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6"/>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6"/>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6"/>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6"/>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6"/>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6"/>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6"/>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6"/>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6"/>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8" name="Google Shape;5088;p86"/>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6"/>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6"/>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6"/>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6"/>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6"/>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94" name="Google Shape;5094;p86"/>
          <p:cNvGrpSpPr/>
          <p:nvPr/>
        </p:nvGrpSpPr>
        <p:grpSpPr>
          <a:xfrm>
            <a:off x="716989" y="3531368"/>
            <a:ext cx="1340789" cy="640830"/>
            <a:chOff x="238125" y="1151100"/>
            <a:chExt cx="7139450" cy="3412300"/>
          </a:xfrm>
        </p:grpSpPr>
        <p:sp>
          <p:nvSpPr>
            <p:cNvPr id="5095" name="Google Shape;5095;p86"/>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6"/>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6"/>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6"/>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6"/>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6"/>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6"/>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6"/>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6"/>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6"/>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6"/>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6"/>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7" name="Google Shape;5107;p86"/>
          <p:cNvGrpSpPr/>
          <p:nvPr/>
        </p:nvGrpSpPr>
        <p:grpSpPr>
          <a:xfrm>
            <a:off x="5584212" y="2734649"/>
            <a:ext cx="985357" cy="585764"/>
            <a:chOff x="5145061" y="2881789"/>
            <a:chExt cx="1107641" cy="658458"/>
          </a:xfrm>
        </p:grpSpPr>
        <p:grpSp>
          <p:nvGrpSpPr>
            <p:cNvPr id="5108" name="Google Shape;5108;p86"/>
            <p:cNvGrpSpPr/>
            <p:nvPr/>
          </p:nvGrpSpPr>
          <p:grpSpPr>
            <a:xfrm>
              <a:off x="5722989" y="3244587"/>
              <a:ext cx="529713" cy="295659"/>
              <a:chOff x="5722989" y="3244587"/>
              <a:chExt cx="529713" cy="295659"/>
            </a:xfrm>
          </p:grpSpPr>
          <p:sp>
            <p:nvSpPr>
              <p:cNvPr id="5109" name="Google Shape;5109;p86"/>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110" name="Google Shape;5110;p86"/>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111" name="Google Shape;5111;p86"/>
            <p:cNvGrpSpPr/>
            <p:nvPr/>
          </p:nvGrpSpPr>
          <p:grpSpPr>
            <a:xfrm>
              <a:off x="5145061" y="3244587"/>
              <a:ext cx="536807" cy="295659"/>
              <a:chOff x="5145061" y="3244587"/>
              <a:chExt cx="536807" cy="295659"/>
            </a:xfrm>
          </p:grpSpPr>
          <p:sp>
            <p:nvSpPr>
              <p:cNvPr id="5112" name="Google Shape;5112;p86"/>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113" name="Google Shape;5113;p86"/>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114" name="Google Shape;5114;p86"/>
            <p:cNvGrpSpPr/>
            <p:nvPr/>
          </p:nvGrpSpPr>
          <p:grpSpPr>
            <a:xfrm>
              <a:off x="5341327" y="2898245"/>
              <a:ext cx="532309" cy="614891"/>
              <a:chOff x="5341327" y="2898245"/>
              <a:chExt cx="532309" cy="614891"/>
            </a:xfrm>
          </p:grpSpPr>
          <p:sp>
            <p:nvSpPr>
              <p:cNvPr id="5115" name="Google Shape;5115;p86"/>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116" name="Google Shape;5116;p86"/>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117" name="Google Shape;5117;p86"/>
            <p:cNvGrpSpPr/>
            <p:nvPr/>
          </p:nvGrpSpPr>
          <p:grpSpPr>
            <a:xfrm>
              <a:off x="5532290" y="2881789"/>
              <a:ext cx="620516" cy="305456"/>
              <a:chOff x="5532290" y="2881789"/>
              <a:chExt cx="620516" cy="305456"/>
            </a:xfrm>
          </p:grpSpPr>
          <p:sp>
            <p:nvSpPr>
              <p:cNvPr id="5118" name="Google Shape;5118;p86"/>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119" name="Google Shape;5119;p86"/>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120" name="Google Shape;5120;p86"/>
          <p:cNvGrpSpPr/>
          <p:nvPr/>
        </p:nvGrpSpPr>
        <p:grpSpPr>
          <a:xfrm>
            <a:off x="8163135" y="3526707"/>
            <a:ext cx="269068" cy="645491"/>
            <a:chOff x="7026852" y="3311869"/>
            <a:chExt cx="434331" cy="1041954"/>
          </a:xfrm>
        </p:grpSpPr>
        <p:sp>
          <p:nvSpPr>
            <p:cNvPr id="5121" name="Google Shape;5121;p86"/>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6"/>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6"/>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4" name="Google Shape;5124;p86"/>
          <p:cNvGrpSpPr/>
          <p:nvPr/>
        </p:nvGrpSpPr>
        <p:grpSpPr>
          <a:xfrm>
            <a:off x="6179716" y="3565945"/>
            <a:ext cx="293882" cy="293836"/>
            <a:chOff x="4873519" y="3311869"/>
            <a:chExt cx="499374" cy="499296"/>
          </a:xfrm>
        </p:grpSpPr>
        <p:sp>
          <p:nvSpPr>
            <p:cNvPr id="5125" name="Google Shape;5125;p86"/>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6"/>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7" name="Google Shape;5127;p86"/>
          <p:cNvGrpSpPr/>
          <p:nvPr/>
        </p:nvGrpSpPr>
        <p:grpSpPr>
          <a:xfrm>
            <a:off x="6179716" y="3878316"/>
            <a:ext cx="293882" cy="293882"/>
            <a:chOff x="4873519" y="3875839"/>
            <a:chExt cx="499374" cy="499374"/>
          </a:xfrm>
        </p:grpSpPr>
        <p:sp>
          <p:nvSpPr>
            <p:cNvPr id="5128" name="Google Shape;5128;p86"/>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6"/>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86"/>
          <p:cNvGrpSpPr/>
          <p:nvPr/>
        </p:nvGrpSpPr>
        <p:grpSpPr>
          <a:xfrm>
            <a:off x="2410244" y="1850269"/>
            <a:ext cx="698104" cy="698208"/>
            <a:chOff x="2565073" y="2075876"/>
            <a:chExt cx="672482" cy="672518"/>
          </a:xfrm>
        </p:grpSpPr>
        <p:sp>
          <p:nvSpPr>
            <p:cNvPr id="5131" name="Google Shape;5131;p86"/>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6"/>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6"/>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6"/>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6"/>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6"/>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7" name="Google Shape;5137;p86"/>
          <p:cNvGrpSpPr/>
          <p:nvPr/>
        </p:nvGrpSpPr>
        <p:grpSpPr>
          <a:xfrm>
            <a:off x="5633655" y="3534869"/>
            <a:ext cx="438354" cy="637329"/>
            <a:chOff x="1697726" y="3244179"/>
            <a:chExt cx="788124" cy="1146069"/>
          </a:xfrm>
        </p:grpSpPr>
        <p:sp>
          <p:nvSpPr>
            <p:cNvPr id="5138" name="Google Shape;5138;p8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40" name="Google Shape;5140;p86"/>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41" name="Google Shape;5141;p86"/>
          <p:cNvGrpSpPr/>
          <p:nvPr/>
        </p:nvGrpSpPr>
        <p:grpSpPr>
          <a:xfrm>
            <a:off x="7634869" y="1863232"/>
            <a:ext cx="799565" cy="670282"/>
            <a:chOff x="7617850" y="2063282"/>
            <a:chExt cx="799565" cy="670282"/>
          </a:xfrm>
        </p:grpSpPr>
        <p:cxnSp>
          <p:nvCxnSpPr>
            <p:cNvPr id="5142" name="Google Shape;5142;p86"/>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143" name="Google Shape;5143;p86"/>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144" name="Google Shape;5144;p86"/>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145" name="Google Shape;5145;p86"/>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146" name="Google Shape;5146;p86"/>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147" name="Google Shape;5147;p86"/>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148" name="Google Shape;5148;p86"/>
            <p:cNvGrpSpPr/>
            <p:nvPr/>
          </p:nvGrpSpPr>
          <p:grpSpPr>
            <a:xfrm>
              <a:off x="7734309" y="2063282"/>
              <a:ext cx="570957" cy="620095"/>
              <a:chOff x="7734309" y="2063282"/>
              <a:chExt cx="570957" cy="620095"/>
            </a:xfrm>
          </p:grpSpPr>
          <p:grpSp>
            <p:nvGrpSpPr>
              <p:cNvPr id="5149" name="Google Shape;5149;p86"/>
              <p:cNvGrpSpPr/>
              <p:nvPr/>
            </p:nvGrpSpPr>
            <p:grpSpPr>
              <a:xfrm>
                <a:off x="8031573" y="2063282"/>
                <a:ext cx="273693" cy="620095"/>
                <a:chOff x="8031573" y="2063282"/>
                <a:chExt cx="273693" cy="620095"/>
              </a:xfrm>
            </p:grpSpPr>
            <p:sp>
              <p:nvSpPr>
                <p:cNvPr id="5150" name="Google Shape;5150;p8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4" name="Google Shape;5154;p86"/>
              <p:cNvGrpSpPr/>
              <p:nvPr/>
            </p:nvGrpSpPr>
            <p:grpSpPr>
              <a:xfrm flipH="1">
                <a:off x="7734309" y="2063282"/>
                <a:ext cx="273693" cy="620095"/>
                <a:chOff x="8031573" y="2063282"/>
                <a:chExt cx="273693" cy="620095"/>
              </a:xfrm>
            </p:grpSpPr>
            <p:sp>
              <p:nvSpPr>
                <p:cNvPr id="5155" name="Google Shape;5155;p8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159" name="Google Shape;5159;p86"/>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6"/>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61" name="Google Shape;5161;p86"/>
          <p:cNvGrpSpPr/>
          <p:nvPr/>
        </p:nvGrpSpPr>
        <p:grpSpPr>
          <a:xfrm>
            <a:off x="7821475" y="2716715"/>
            <a:ext cx="602567" cy="601884"/>
            <a:chOff x="1186975" y="238125"/>
            <a:chExt cx="5244275" cy="5238325"/>
          </a:xfrm>
        </p:grpSpPr>
        <p:sp>
          <p:nvSpPr>
            <p:cNvPr id="5162" name="Google Shape;5162;p8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6"/>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6"/>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6"/>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6" name="Google Shape;5166;p86"/>
          <p:cNvGrpSpPr/>
          <p:nvPr/>
        </p:nvGrpSpPr>
        <p:grpSpPr>
          <a:xfrm>
            <a:off x="3264213" y="1856199"/>
            <a:ext cx="651848" cy="687338"/>
            <a:chOff x="3400515" y="2056248"/>
            <a:chExt cx="698134" cy="735987"/>
          </a:xfrm>
        </p:grpSpPr>
        <p:grpSp>
          <p:nvGrpSpPr>
            <p:cNvPr id="5167" name="Google Shape;5167;p86"/>
            <p:cNvGrpSpPr/>
            <p:nvPr/>
          </p:nvGrpSpPr>
          <p:grpSpPr>
            <a:xfrm>
              <a:off x="3400515" y="2283913"/>
              <a:ext cx="312919" cy="219900"/>
              <a:chOff x="3400515" y="2283913"/>
              <a:chExt cx="312919" cy="219900"/>
            </a:xfrm>
          </p:grpSpPr>
          <p:sp>
            <p:nvSpPr>
              <p:cNvPr id="5168" name="Google Shape;5168;p86"/>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169" name="Google Shape;5169;p86"/>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170" name="Google Shape;5170;p86"/>
            <p:cNvGrpSpPr/>
            <p:nvPr/>
          </p:nvGrpSpPr>
          <p:grpSpPr>
            <a:xfrm>
              <a:off x="3547823" y="2461089"/>
              <a:ext cx="219900" cy="331146"/>
              <a:chOff x="3547823" y="2461089"/>
              <a:chExt cx="219900" cy="331146"/>
            </a:xfrm>
          </p:grpSpPr>
          <p:sp>
            <p:nvSpPr>
              <p:cNvPr id="5171" name="Google Shape;5171;p86"/>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172" name="Google Shape;5172;p86"/>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173" name="Google Shape;5173;p86"/>
            <p:cNvGrpSpPr/>
            <p:nvPr/>
          </p:nvGrpSpPr>
          <p:grpSpPr>
            <a:xfrm>
              <a:off x="3734138" y="2461089"/>
              <a:ext cx="219900" cy="331146"/>
              <a:chOff x="3734138" y="2461089"/>
              <a:chExt cx="219900" cy="331146"/>
            </a:xfrm>
          </p:grpSpPr>
          <p:sp>
            <p:nvSpPr>
              <p:cNvPr id="5174" name="Google Shape;5174;p86"/>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175" name="Google Shape;5175;p86"/>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176" name="Google Shape;5176;p86"/>
            <p:cNvGrpSpPr/>
            <p:nvPr/>
          </p:nvGrpSpPr>
          <p:grpSpPr>
            <a:xfrm>
              <a:off x="3787560" y="2281742"/>
              <a:ext cx="311089" cy="219900"/>
              <a:chOff x="3787560" y="2281742"/>
              <a:chExt cx="311089" cy="219900"/>
            </a:xfrm>
          </p:grpSpPr>
          <p:sp>
            <p:nvSpPr>
              <p:cNvPr id="5177" name="Google Shape;5177;p86"/>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178" name="Google Shape;5178;p86"/>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179" name="Google Shape;5179;p86"/>
            <p:cNvGrpSpPr/>
            <p:nvPr/>
          </p:nvGrpSpPr>
          <p:grpSpPr>
            <a:xfrm>
              <a:off x="3637290" y="2056248"/>
              <a:ext cx="219900" cy="330736"/>
              <a:chOff x="3637290" y="2056248"/>
              <a:chExt cx="219900" cy="330736"/>
            </a:xfrm>
          </p:grpSpPr>
          <p:sp>
            <p:nvSpPr>
              <p:cNvPr id="5180" name="Google Shape;5180;p86"/>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181" name="Google Shape;5181;p86"/>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182" name="Google Shape;5182;p86"/>
          <p:cNvGrpSpPr/>
          <p:nvPr/>
        </p:nvGrpSpPr>
        <p:grpSpPr>
          <a:xfrm>
            <a:off x="2555919" y="2726205"/>
            <a:ext cx="1268144" cy="592394"/>
            <a:chOff x="238125" y="1188750"/>
            <a:chExt cx="7140450" cy="3335550"/>
          </a:xfrm>
        </p:grpSpPr>
        <p:sp>
          <p:nvSpPr>
            <p:cNvPr id="5183" name="Google Shape;5183;p8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8" name="Google Shape;5188;p86"/>
          <p:cNvGrpSpPr/>
          <p:nvPr/>
        </p:nvGrpSpPr>
        <p:grpSpPr>
          <a:xfrm>
            <a:off x="6663819" y="2728360"/>
            <a:ext cx="1053944" cy="590147"/>
            <a:chOff x="238125" y="1335475"/>
            <a:chExt cx="5418735" cy="3034175"/>
          </a:xfrm>
        </p:grpSpPr>
        <p:sp>
          <p:nvSpPr>
            <p:cNvPr id="5189" name="Google Shape;5189;p8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2" name="Google Shape;5192;p86"/>
          <p:cNvGrpSpPr/>
          <p:nvPr/>
        </p:nvGrpSpPr>
        <p:grpSpPr>
          <a:xfrm>
            <a:off x="4094628" y="3533259"/>
            <a:ext cx="1268207" cy="638939"/>
            <a:chOff x="3967651" y="3645904"/>
            <a:chExt cx="1479304" cy="745292"/>
          </a:xfrm>
        </p:grpSpPr>
        <p:grpSp>
          <p:nvGrpSpPr>
            <p:cNvPr id="5193" name="Google Shape;5193;p86"/>
            <p:cNvGrpSpPr/>
            <p:nvPr/>
          </p:nvGrpSpPr>
          <p:grpSpPr>
            <a:xfrm>
              <a:off x="3967651" y="4009026"/>
              <a:ext cx="1479304" cy="382170"/>
              <a:chOff x="3967651" y="4009026"/>
              <a:chExt cx="1479304" cy="382170"/>
            </a:xfrm>
          </p:grpSpPr>
          <p:grpSp>
            <p:nvGrpSpPr>
              <p:cNvPr id="5194" name="Google Shape;5194;p86"/>
              <p:cNvGrpSpPr/>
              <p:nvPr/>
            </p:nvGrpSpPr>
            <p:grpSpPr>
              <a:xfrm>
                <a:off x="4892216" y="4195630"/>
                <a:ext cx="554739" cy="195566"/>
                <a:chOff x="3604375" y="4892160"/>
                <a:chExt cx="1651500" cy="582215"/>
              </a:xfrm>
            </p:grpSpPr>
            <p:sp>
              <p:nvSpPr>
                <p:cNvPr id="5195" name="Google Shape;5195;p86"/>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6"/>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7" name="Google Shape;5197;p86"/>
              <p:cNvGrpSpPr/>
              <p:nvPr/>
            </p:nvGrpSpPr>
            <p:grpSpPr>
              <a:xfrm>
                <a:off x="3967651" y="4146303"/>
                <a:ext cx="579402" cy="244893"/>
                <a:chOff x="851875" y="4745310"/>
                <a:chExt cx="1724925" cy="729065"/>
              </a:xfrm>
            </p:grpSpPr>
            <p:sp>
              <p:nvSpPr>
                <p:cNvPr id="5198" name="Google Shape;5198;p86"/>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6"/>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0" name="Google Shape;5200;p86"/>
              <p:cNvGrpSpPr/>
              <p:nvPr/>
            </p:nvGrpSpPr>
            <p:grpSpPr>
              <a:xfrm>
                <a:off x="4460753" y="4009026"/>
                <a:ext cx="493110" cy="382170"/>
                <a:chOff x="2319875" y="4336625"/>
                <a:chExt cx="1468025" cy="1137750"/>
              </a:xfrm>
            </p:grpSpPr>
            <p:sp>
              <p:nvSpPr>
                <p:cNvPr id="5201" name="Google Shape;5201;p86"/>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6"/>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03" name="Google Shape;5203;p86"/>
            <p:cNvGrpSpPr/>
            <p:nvPr/>
          </p:nvGrpSpPr>
          <p:grpSpPr>
            <a:xfrm>
              <a:off x="4479443" y="3645904"/>
              <a:ext cx="455965" cy="388789"/>
              <a:chOff x="2957425" y="238100"/>
              <a:chExt cx="1910200" cy="1628775"/>
            </a:xfrm>
          </p:grpSpPr>
          <p:sp>
            <p:nvSpPr>
              <p:cNvPr id="5204" name="Google Shape;5204;p86"/>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6"/>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6"/>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6"/>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6"/>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6"/>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6"/>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6"/>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6"/>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6"/>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4" name="Google Shape;5214;p86"/>
          <p:cNvGrpSpPr/>
          <p:nvPr/>
        </p:nvGrpSpPr>
        <p:grpSpPr>
          <a:xfrm>
            <a:off x="2480742" y="3534460"/>
            <a:ext cx="1243128" cy="637739"/>
            <a:chOff x="2496310" y="3693351"/>
            <a:chExt cx="1342906" cy="688926"/>
          </a:xfrm>
        </p:grpSpPr>
        <p:grpSp>
          <p:nvGrpSpPr>
            <p:cNvPr id="5215" name="Google Shape;5215;p86"/>
            <p:cNvGrpSpPr/>
            <p:nvPr/>
          </p:nvGrpSpPr>
          <p:grpSpPr>
            <a:xfrm>
              <a:off x="2496310" y="3693351"/>
              <a:ext cx="1342906" cy="688875"/>
              <a:chOff x="2496310" y="3693351"/>
              <a:chExt cx="1342906" cy="688875"/>
            </a:xfrm>
          </p:grpSpPr>
          <p:sp>
            <p:nvSpPr>
              <p:cNvPr id="5216" name="Google Shape;5216;p86"/>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6"/>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6"/>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6"/>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6"/>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6"/>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2" name="Google Shape;5222;p86"/>
              <p:cNvCxnSpPr>
                <a:stCxn id="5220"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223" name="Google Shape;5223;p86"/>
              <p:cNvCxnSpPr>
                <a:stCxn id="5217"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224" name="Google Shape;5224;p86"/>
              <p:cNvCxnSpPr>
                <a:stCxn id="5218"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225" name="Google Shape;5225;p86"/>
              <p:cNvCxnSpPr>
                <a:stCxn id="5221"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226" name="Google Shape;5226;p86"/>
              <p:cNvCxnSpPr>
                <a:stCxn id="5219"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227" name="Google Shape;5227;p86"/>
            <p:cNvGrpSpPr/>
            <p:nvPr/>
          </p:nvGrpSpPr>
          <p:grpSpPr>
            <a:xfrm>
              <a:off x="2675275" y="3930557"/>
              <a:ext cx="1003306" cy="451719"/>
              <a:chOff x="2675275" y="4174282"/>
              <a:chExt cx="1003306" cy="451719"/>
            </a:xfrm>
          </p:grpSpPr>
          <p:sp>
            <p:nvSpPr>
              <p:cNvPr id="5228" name="Google Shape;5228;p86"/>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6"/>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6"/>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31" name="Google Shape;5231;p86"/>
          <p:cNvGrpSpPr/>
          <p:nvPr/>
        </p:nvGrpSpPr>
        <p:grpSpPr>
          <a:xfrm>
            <a:off x="1654412" y="971306"/>
            <a:ext cx="574511" cy="874709"/>
            <a:chOff x="1715404" y="1112080"/>
            <a:chExt cx="642270" cy="977984"/>
          </a:xfrm>
        </p:grpSpPr>
        <p:grpSp>
          <p:nvGrpSpPr>
            <p:cNvPr id="5232" name="Google Shape;5232;p86"/>
            <p:cNvGrpSpPr/>
            <p:nvPr/>
          </p:nvGrpSpPr>
          <p:grpSpPr>
            <a:xfrm>
              <a:off x="1715404" y="1112080"/>
              <a:ext cx="642270" cy="977984"/>
              <a:chOff x="1715404" y="1112080"/>
              <a:chExt cx="642270" cy="977984"/>
            </a:xfrm>
          </p:grpSpPr>
          <p:sp>
            <p:nvSpPr>
              <p:cNvPr id="5233" name="Google Shape;5233;p86"/>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6"/>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5" name="Google Shape;5235;p86"/>
            <p:cNvGrpSpPr/>
            <p:nvPr/>
          </p:nvGrpSpPr>
          <p:grpSpPr>
            <a:xfrm>
              <a:off x="1768927" y="1165603"/>
              <a:ext cx="535225" cy="851367"/>
              <a:chOff x="1768927" y="1165603"/>
              <a:chExt cx="535225" cy="851367"/>
            </a:xfrm>
          </p:grpSpPr>
          <p:sp>
            <p:nvSpPr>
              <p:cNvPr id="5236" name="Google Shape;5236;p86"/>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6"/>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8" name="Google Shape;5238;p86"/>
            <p:cNvGrpSpPr/>
            <p:nvPr/>
          </p:nvGrpSpPr>
          <p:grpSpPr>
            <a:xfrm>
              <a:off x="1822449" y="1219125"/>
              <a:ext cx="428180" cy="718859"/>
              <a:chOff x="1822449" y="1219125"/>
              <a:chExt cx="428180" cy="718859"/>
            </a:xfrm>
          </p:grpSpPr>
          <p:sp>
            <p:nvSpPr>
              <p:cNvPr id="5239" name="Google Shape;5239;p86"/>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6"/>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 name="Google Shape;5241;p86"/>
            <p:cNvGrpSpPr/>
            <p:nvPr/>
          </p:nvGrpSpPr>
          <p:grpSpPr>
            <a:xfrm>
              <a:off x="1875972" y="1272648"/>
              <a:ext cx="321135" cy="586939"/>
              <a:chOff x="1875972" y="1272648"/>
              <a:chExt cx="321135" cy="586939"/>
            </a:xfrm>
          </p:grpSpPr>
          <p:sp>
            <p:nvSpPr>
              <p:cNvPr id="5242" name="Google Shape;5242;p86"/>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6"/>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4" name="Google Shape;5244;p86"/>
          <p:cNvGrpSpPr/>
          <p:nvPr/>
        </p:nvGrpSpPr>
        <p:grpSpPr>
          <a:xfrm>
            <a:off x="7761573" y="3528028"/>
            <a:ext cx="293855" cy="644170"/>
            <a:chOff x="241025" y="3151575"/>
            <a:chExt cx="293855" cy="644170"/>
          </a:xfrm>
        </p:grpSpPr>
        <p:sp>
          <p:nvSpPr>
            <p:cNvPr id="5245" name="Google Shape;5245;p86"/>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6"/>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7" name="Google Shape;5247;p86"/>
          <p:cNvGrpSpPr/>
          <p:nvPr/>
        </p:nvGrpSpPr>
        <p:grpSpPr>
          <a:xfrm>
            <a:off x="709557" y="2728028"/>
            <a:ext cx="1779649" cy="591620"/>
            <a:chOff x="246070" y="1983375"/>
            <a:chExt cx="1855347" cy="616849"/>
          </a:xfrm>
        </p:grpSpPr>
        <p:sp>
          <p:nvSpPr>
            <p:cNvPr id="5248" name="Google Shape;5248;p86"/>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6"/>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6"/>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6"/>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6"/>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6"/>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6"/>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6"/>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6"/>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7" name="Google Shape;5257;p86"/>
          <p:cNvGrpSpPr/>
          <p:nvPr/>
        </p:nvGrpSpPr>
        <p:grpSpPr>
          <a:xfrm>
            <a:off x="2320424" y="971306"/>
            <a:ext cx="711055" cy="745993"/>
            <a:chOff x="2496269" y="1171698"/>
            <a:chExt cx="761953" cy="799392"/>
          </a:xfrm>
        </p:grpSpPr>
        <p:grpSp>
          <p:nvGrpSpPr>
            <p:cNvPr id="5258" name="Google Shape;5258;p86"/>
            <p:cNvGrpSpPr/>
            <p:nvPr/>
          </p:nvGrpSpPr>
          <p:grpSpPr>
            <a:xfrm>
              <a:off x="2496269" y="1171698"/>
              <a:ext cx="761953" cy="723022"/>
              <a:chOff x="2496269" y="1171698"/>
              <a:chExt cx="761953" cy="723022"/>
            </a:xfrm>
          </p:grpSpPr>
          <p:sp>
            <p:nvSpPr>
              <p:cNvPr id="5259" name="Google Shape;5259;p86"/>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6"/>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1" name="Google Shape;5261;p86"/>
              <p:cNvGrpSpPr/>
              <p:nvPr/>
            </p:nvGrpSpPr>
            <p:grpSpPr>
              <a:xfrm>
                <a:off x="2496269" y="1171698"/>
                <a:ext cx="761953" cy="723022"/>
                <a:chOff x="2496269" y="1120652"/>
                <a:chExt cx="761953" cy="723022"/>
              </a:xfrm>
            </p:grpSpPr>
            <p:grpSp>
              <p:nvGrpSpPr>
                <p:cNvPr id="5262" name="Google Shape;5262;p86"/>
                <p:cNvGrpSpPr/>
                <p:nvPr/>
              </p:nvGrpSpPr>
              <p:grpSpPr>
                <a:xfrm>
                  <a:off x="2496269" y="1120652"/>
                  <a:ext cx="761953" cy="723022"/>
                  <a:chOff x="2496269" y="1120652"/>
                  <a:chExt cx="761953" cy="723022"/>
                </a:xfrm>
              </p:grpSpPr>
              <p:grpSp>
                <p:nvGrpSpPr>
                  <p:cNvPr id="5263" name="Google Shape;5263;p86"/>
                  <p:cNvGrpSpPr/>
                  <p:nvPr/>
                </p:nvGrpSpPr>
                <p:grpSpPr>
                  <a:xfrm>
                    <a:off x="2496269" y="1304589"/>
                    <a:ext cx="407089" cy="305057"/>
                    <a:chOff x="2496269" y="1304589"/>
                    <a:chExt cx="407089" cy="305057"/>
                  </a:xfrm>
                </p:grpSpPr>
                <p:sp>
                  <p:nvSpPr>
                    <p:cNvPr id="5264" name="Google Shape;5264;p86"/>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6"/>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 name="Google Shape;5266;p86"/>
                  <p:cNvGrpSpPr/>
                  <p:nvPr/>
                </p:nvGrpSpPr>
                <p:grpSpPr>
                  <a:xfrm>
                    <a:off x="2586468" y="1493376"/>
                    <a:ext cx="358850" cy="349656"/>
                    <a:chOff x="2586468" y="1493376"/>
                    <a:chExt cx="358850" cy="349656"/>
                  </a:xfrm>
                </p:grpSpPr>
                <p:sp>
                  <p:nvSpPr>
                    <p:cNvPr id="5267" name="Google Shape;5267;p86"/>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6"/>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 name="Google Shape;5269;p86"/>
                  <p:cNvGrpSpPr/>
                  <p:nvPr/>
                </p:nvGrpSpPr>
                <p:grpSpPr>
                  <a:xfrm>
                    <a:off x="2807939" y="1494024"/>
                    <a:ext cx="358857" cy="349650"/>
                    <a:chOff x="2807939" y="1494024"/>
                    <a:chExt cx="358857" cy="349650"/>
                  </a:xfrm>
                </p:grpSpPr>
                <p:sp>
                  <p:nvSpPr>
                    <p:cNvPr id="5270" name="Google Shape;5270;p86"/>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6"/>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 name="Google Shape;5272;p86"/>
                  <p:cNvGrpSpPr/>
                  <p:nvPr/>
                </p:nvGrpSpPr>
                <p:grpSpPr>
                  <a:xfrm>
                    <a:off x="2851133" y="1305635"/>
                    <a:ext cx="407089" cy="305057"/>
                    <a:chOff x="2851133" y="1305635"/>
                    <a:chExt cx="407089" cy="305057"/>
                  </a:xfrm>
                </p:grpSpPr>
                <p:sp>
                  <p:nvSpPr>
                    <p:cNvPr id="5273" name="Google Shape;5273;p86"/>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6"/>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86"/>
                  <p:cNvGrpSpPr/>
                  <p:nvPr/>
                </p:nvGrpSpPr>
                <p:grpSpPr>
                  <a:xfrm>
                    <a:off x="2727495" y="1120652"/>
                    <a:ext cx="300271" cy="396358"/>
                    <a:chOff x="2727495" y="1120652"/>
                    <a:chExt cx="300271" cy="396358"/>
                  </a:xfrm>
                </p:grpSpPr>
                <p:sp>
                  <p:nvSpPr>
                    <p:cNvPr id="5276" name="Google Shape;5276;p86"/>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6"/>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8" name="Google Shape;5278;p86"/>
                <p:cNvGrpSpPr/>
                <p:nvPr/>
              </p:nvGrpSpPr>
              <p:grpSpPr>
                <a:xfrm>
                  <a:off x="2722305" y="1350460"/>
                  <a:ext cx="308357" cy="308344"/>
                  <a:chOff x="2722305" y="1350460"/>
                  <a:chExt cx="308357" cy="308344"/>
                </a:xfrm>
              </p:grpSpPr>
              <p:sp>
                <p:nvSpPr>
                  <p:cNvPr id="5279" name="Google Shape;5279;p86"/>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0" name="Google Shape;5280;p86"/>
                  <p:cNvGrpSpPr/>
                  <p:nvPr/>
                </p:nvGrpSpPr>
                <p:grpSpPr>
                  <a:xfrm>
                    <a:off x="2725064" y="1364529"/>
                    <a:ext cx="297954" cy="280182"/>
                    <a:chOff x="2725064" y="1364529"/>
                    <a:chExt cx="297954" cy="280182"/>
                  </a:xfrm>
                </p:grpSpPr>
                <p:sp>
                  <p:nvSpPr>
                    <p:cNvPr id="5281" name="Google Shape;5281;p86"/>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6"/>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6"/>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6"/>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6"/>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286" name="Google Shape;5286;p86"/>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6"/>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6"/>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6"/>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6"/>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1" name="Google Shape;5291;p86"/>
          <p:cNvGrpSpPr/>
          <p:nvPr/>
        </p:nvGrpSpPr>
        <p:grpSpPr>
          <a:xfrm>
            <a:off x="3909124" y="2727412"/>
            <a:ext cx="1569144" cy="591015"/>
            <a:chOff x="3820100" y="3023049"/>
            <a:chExt cx="1303926" cy="491162"/>
          </a:xfrm>
        </p:grpSpPr>
        <p:grpSp>
          <p:nvGrpSpPr>
            <p:cNvPr id="5292" name="Google Shape;5292;p86"/>
            <p:cNvGrpSpPr/>
            <p:nvPr/>
          </p:nvGrpSpPr>
          <p:grpSpPr>
            <a:xfrm>
              <a:off x="3820100" y="3023072"/>
              <a:ext cx="1303926" cy="491139"/>
              <a:chOff x="3820100" y="3023072"/>
              <a:chExt cx="1303926" cy="491139"/>
            </a:xfrm>
          </p:grpSpPr>
          <p:sp>
            <p:nvSpPr>
              <p:cNvPr id="5293" name="Google Shape;5293;p86"/>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6"/>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5" name="Google Shape;5295;p86"/>
            <p:cNvGrpSpPr/>
            <p:nvPr/>
          </p:nvGrpSpPr>
          <p:grpSpPr>
            <a:xfrm>
              <a:off x="4132439" y="3023645"/>
              <a:ext cx="393633" cy="177096"/>
              <a:chOff x="4132439" y="3023645"/>
              <a:chExt cx="393633" cy="177096"/>
            </a:xfrm>
          </p:grpSpPr>
          <p:sp>
            <p:nvSpPr>
              <p:cNvPr id="5296" name="Google Shape;5296;p86"/>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6"/>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8" name="Google Shape;5298;p86"/>
            <p:cNvGrpSpPr/>
            <p:nvPr/>
          </p:nvGrpSpPr>
          <p:grpSpPr>
            <a:xfrm>
              <a:off x="3921811" y="3023049"/>
              <a:ext cx="1002397" cy="388943"/>
              <a:chOff x="3921811" y="3023049"/>
              <a:chExt cx="1002397" cy="388943"/>
            </a:xfrm>
          </p:grpSpPr>
          <p:sp>
            <p:nvSpPr>
              <p:cNvPr id="5299" name="Google Shape;5299;p86"/>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6"/>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1" name="Google Shape;5301;p86"/>
            <p:cNvGrpSpPr/>
            <p:nvPr/>
          </p:nvGrpSpPr>
          <p:grpSpPr>
            <a:xfrm>
              <a:off x="4023645" y="3023049"/>
              <a:ext cx="683032" cy="286722"/>
              <a:chOff x="4023645" y="3023049"/>
              <a:chExt cx="683032" cy="286722"/>
            </a:xfrm>
          </p:grpSpPr>
          <p:sp>
            <p:nvSpPr>
              <p:cNvPr id="5302" name="Google Shape;5302;p86"/>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6"/>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04" name="Google Shape;5304;p86"/>
          <p:cNvGrpSpPr/>
          <p:nvPr/>
        </p:nvGrpSpPr>
        <p:grpSpPr>
          <a:xfrm>
            <a:off x="1541246" y="1854257"/>
            <a:ext cx="713522" cy="688025"/>
            <a:chOff x="1706078" y="2092648"/>
            <a:chExt cx="660913" cy="637296"/>
          </a:xfrm>
        </p:grpSpPr>
        <p:sp>
          <p:nvSpPr>
            <p:cNvPr id="5305" name="Google Shape;5305;p86"/>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6" name="Google Shape;5306;p86"/>
            <p:cNvGrpSpPr/>
            <p:nvPr/>
          </p:nvGrpSpPr>
          <p:grpSpPr>
            <a:xfrm>
              <a:off x="1706078" y="2092648"/>
              <a:ext cx="660913" cy="575241"/>
              <a:chOff x="1706078" y="2092648"/>
              <a:chExt cx="660913" cy="575241"/>
            </a:xfrm>
          </p:grpSpPr>
          <p:sp>
            <p:nvSpPr>
              <p:cNvPr id="5307" name="Google Shape;5307;p86"/>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6"/>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6"/>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10" name="Google Shape;5310;p86"/>
          <p:cNvGrpSpPr/>
          <p:nvPr/>
        </p:nvGrpSpPr>
        <p:grpSpPr>
          <a:xfrm>
            <a:off x="6303104" y="971806"/>
            <a:ext cx="1317459" cy="684168"/>
            <a:chOff x="238125" y="999450"/>
            <a:chExt cx="7140700" cy="3708225"/>
          </a:xfrm>
        </p:grpSpPr>
        <p:sp>
          <p:nvSpPr>
            <p:cNvPr id="5311" name="Google Shape;5311;p8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6"/>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5323"/>
        <p:cNvGrpSpPr/>
        <p:nvPr/>
      </p:nvGrpSpPr>
      <p:grpSpPr>
        <a:xfrm>
          <a:off x="0" y="0"/>
          <a:ext cx="0" cy="0"/>
          <a:chOff x="0" y="0"/>
          <a:chExt cx="0" cy="0"/>
        </a:xfrm>
      </p:grpSpPr>
      <p:grpSp>
        <p:nvGrpSpPr>
          <p:cNvPr id="5324" name="Google Shape;5324;p87"/>
          <p:cNvGrpSpPr/>
          <p:nvPr/>
        </p:nvGrpSpPr>
        <p:grpSpPr>
          <a:xfrm>
            <a:off x="717025" y="967615"/>
            <a:ext cx="1636117" cy="1526144"/>
            <a:chOff x="729238" y="1179665"/>
            <a:chExt cx="1636117" cy="1526144"/>
          </a:xfrm>
        </p:grpSpPr>
        <p:grpSp>
          <p:nvGrpSpPr>
            <p:cNvPr id="5325" name="Google Shape;5325;p87"/>
            <p:cNvGrpSpPr/>
            <p:nvPr/>
          </p:nvGrpSpPr>
          <p:grpSpPr>
            <a:xfrm>
              <a:off x="729238" y="1179665"/>
              <a:ext cx="80700" cy="1526144"/>
              <a:chOff x="729238" y="1179665"/>
              <a:chExt cx="80700" cy="1526144"/>
            </a:xfrm>
          </p:grpSpPr>
          <p:sp>
            <p:nvSpPr>
              <p:cNvPr id="5326" name="Google Shape;5326;p8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6" name="Google Shape;5336;p87"/>
            <p:cNvGrpSpPr/>
            <p:nvPr/>
          </p:nvGrpSpPr>
          <p:grpSpPr>
            <a:xfrm>
              <a:off x="903098" y="1179665"/>
              <a:ext cx="80700" cy="1526144"/>
              <a:chOff x="903098" y="1179665"/>
              <a:chExt cx="80700" cy="1526144"/>
            </a:xfrm>
          </p:grpSpPr>
          <p:sp>
            <p:nvSpPr>
              <p:cNvPr id="5337" name="Google Shape;5337;p8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7" name="Google Shape;5347;p87"/>
            <p:cNvGrpSpPr/>
            <p:nvPr/>
          </p:nvGrpSpPr>
          <p:grpSpPr>
            <a:xfrm>
              <a:off x="1076958" y="1179665"/>
              <a:ext cx="80700" cy="1526144"/>
              <a:chOff x="1076958" y="1179665"/>
              <a:chExt cx="80700" cy="1526144"/>
            </a:xfrm>
          </p:grpSpPr>
          <p:sp>
            <p:nvSpPr>
              <p:cNvPr id="5348" name="Google Shape;5348;p8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8" name="Google Shape;5358;p87"/>
            <p:cNvGrpSpPr/>
            <p:nvPr/>
          </p:nvGrpSpPr>
          <p:grpSpPr>
            <a:xfrm>
              <a:off x="1247707" y="1179665"/>
              <a:ext cx="80700" cy="1526144"/>
              <a:chOff x="1247707" y="1179665"/>
              <a:chExt cx="80700" cy="1526144"/>
            </a:xfrm>
          </p:grpSpPr>
          <p:sp>
            <p:nvSpPr>
              <p:cNvPr id="5359" name="Google Shape;5359;p8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9" name="Google Shape;5369;p87"/>
            <p:cNvGrpSpPr/>
            <p:nvPr/>
          </p:nvGrpSpPr>
          <p:grpSpPr>
            <a:xfrm>
              <a:off x="1421567" y="1179665"/>
              <a:ext cx="80700" cy="1526144"/>
              <a:chOff x="1421567" y="1179665"/>
              <a:chExt cx="80700" cy="1526144"/>
            </a:xfrm>
          </p:grpSpPr>
          <p:sp>
            <p:nvSpPr>
              <p:cNvPr id="5370" name="Google Shape;5370;p8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0" name="Google Shape;5380;p87"/>
            <p:cNvGrpSpPr/>
            <p:nvPr/>
          </p:nvGrpSpPr>
          <p:grpSpPr>
            <a:xfrm>
              <a:off x="1592327" y="1179665"/>
              <a:ext cx="80700" cy="1526144"/>
              <a:chOff x="1592327" y="1179665"/>
              <a:chExt cx="80700" cy="1526144"/>
            </a:xfrm>
          </p:grpSpPr>
          <p:sp>
            <p:nvSpPr>
              <p:cNvPr id="5381" name="Google Shape;5381;p8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1" name="Google Shape;5391;p87"/>
            <p:cNvGrpSpPr/>
            <p:nvPr/>
          </p:nvGrpSpPr>
          <p:grpSpPr>
            <a:xfrm>
              <a:off x="1766187" y="1179665"/>
              <a:ext cx="80700" cy="1526144"/>
              <a:chOff x="1766187" y="1179665"/>
              <a:chExt cx="80700" cy="1526144"/>
            </a:xfrm>
          </p:grpSpPr>
          <p:sp>
            <p:nvSpPr>
              <p:cNvPr id="5392" name="Google Shape;5392;p8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2" name="Google Shape;5402;p87"/>
            <p:cNvGrpSpPr/>
            <p:nvPr/>
          </p:nvGrpSpPr>
          <p:grpSpPr>
            <a:xfrm>
              <a:off x="1936935" y="1179665"/>
              <a:ext cx="80700" cy="1526144"/>
              <a:chOff x="1936935" y="1179665"/>
              <a:chExt cx="80700" cy="1526144"/>
            </a:xfrm>
          </p:grpSpPr>
          <p:sp>
            <p:nvSpPr>
              <p:cNvPr id="5403" name="Google Shape;5403;p8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3" name="Google Shape;5413;p87"/>
            <p:cNvGrpSpPr/>
            <p:nvPr/>
          </p:nvGrpSpPr>
          <p:grpSpPr>
            <a:xfrm>
              <a:off x="2110795" y="1179665"/>
              <a:ext cx="80700" cy="1526144"/>
              <a:chOff x="2110795" y="1179665"/>
              <a:chExt cx="80700" cy="1526144"/>
            </a:xfrm>
          </p:grpSpPr>
          <p:sp>
            <p:nvSpPr>
              <p:cNvPr id="5414" name="Google Shape;5414;p8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87"/>
            <p:cNvGrpSpPr/>
            <p:nvPr/>
          </p:nvGrpSpPr>
          <p:grpSpPr>
            <a:xfrm>
              <a:off x="2284655" y="1179665"/>
              <a:ext cx="80700" cy="1526144"/>
              <a:chOff x="2284655" y="1179665"/>
              <a:chExt cx="80700" cy="1526144"/>
            </a:xfrm>
          </p:grpSpPr>
          <p:sp>
            <p:nvSpPr>
              <p:cNvPr id="5425" name="Google Shape;5425;p8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35" name="Google Shape;5435;p87"/>
          <p:cNvGrpSpPr/>
          <p:nvPr/>
        </p:nvGrpSpPr>
        <p:grpSpPr>
          <a:xfrm>
            <a:off x="2611692" y="986753"/>
            <a:ext cx="1364248" cy="1102133"/>
            <a:chOff x="2623904" y="1198803"/>
            <a:chExt cx="1364248" cy="1102133"/>
          </a:xfrm>
        </p:grpSpPr>
        <p:grpSp>
          <p:nvGrpSpPr>
            <p:cNvPr id="5436" name="Google Shape;5436;p87"/>
            <p:cNvGrpSpPr/>
            <p:nvPr/>
          </p:nvGrpSpPr>
          <p:grpSpPr>
            <a:xfrm>
              <a:off x="2623907" y="1198803"/>
              <a:ext cx="1364245" cy="273000"/>
              <a:chOff x="2623907" y="1198803"/>
              <a:chExt cx="1364245" cy="273000"/>
            </a:xfrm>
          </p:grpSpPr>
          <p:sp>
            <p:nvSpPr>
              <p:cNvPr id="5437" name="Google Shape;5437;p8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2" name="Google Shape;5442;p87"/>
            <p:cNvGrpSpPr/>
            <p:nvPr/>
          </p:nvGrpSpPr>
          <p:grpSpPr>
            <a:xfrm>
              <a:off x="2623904" y="1476964"/>
              <a:ext cx="1364245" cy="273000"/>
              <a:chOff x="2623904" y="1476964"/>
              <a:chExt cx="1364245" cy="273000"/>
            </a:xfrm>
          </p:grpSpPr>
          <p:sp>
            <p:nvSpPr>
              <p:cNvPr id="5443" name="Google Shape;5443;p8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8" name="Google Shape;5448;p87"/>
            <p:cNvGrpSpPr/>
            <p:nvPr/>
          </p:nvGrpSpPr>
          <p:grpSpPr>
            <a:xfrm>
              <a:off x="2623907" y="1749775"/>
              <a:ext cx="1364245" cy="273000"/>
              <a:chOff x="2623907" y="1749775"/>
              <a:chExt cx="1364245" cy="273000"/>
            </a:xfrm>
          </p:grpSpPr>
          <p:sp>
            <p:nvSpPr>
              <p:cNvPr id="5449" name="Google Shape;5449;p8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4" name="Google Shape;5454;p87"/>
            <p:cNvGrpSpPr/>
            <p:nvPr/>
          </p:nvGrpSpPr>
          <p:grpSpPr>
            <a:xfrm>
              <a:off x="2623904" y="2027936"/>
              <a:ext cx="1364245" cy="273000"/>
              <a:chOff x="2623904" y="2027936"/>
              <a:chExt cx="1364245" cy="273000"/>
            </a:xfrm>
          </p:grpSpPr>
          <p:sp>
            <p:nvSpPr>
              <p:cNvPr id="5455" name="Google Shape;5455;p8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0" name="Google Shape;5460;p87"/>
          <p:cNvGrpSpPr/>
          <p:nvPr/>
        </p:nvGrpSpPr>
        <p:grpSpPr>
          <a:xfrm>
            <a:off x="2601153" y="2445826"/>
            <a:ext cx="1387541" cy="159124"/>
            <a:chOff x="3200660" y="2180272"/>
            <a:chExt cx="2563824" cy="378237"/>
          </a:xfrm>
        </p:grpSpPr>
        <p:sp>
          <p:nvSpPr>
            <p:cNvPr id="5461" name="Google Shape;5461;p8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9" name="Google Shape;5479;p87"/>
          <p:cNvGrpSpPr/>
          <p:nvPr/>
        </p:nvGrpSpPr>
        <p:grpSpPr>
          <a:xfrm>
            <a:off x="2597677" y="2723590"/>
            <a:ext cx="1390502" cy="159625"/>
            <a:chOff x="3530150" y="2790075"/>
            <a:chExt cx="1962600" cy="225300"/>
          </a:xfrm>
        </p:grpSpPr>
        <p:sp>
          <p:nvSpPr>
            <p:cNvPr id="5480" name="Google Shape;5480;p8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2" name="Google Shape;5482;p87"/>
          <p:cNvGrpSpPr/>
          <p:nvPr/>
        </p:nvGrpSpPr>
        <p:grpSpPr>
          <a:xfrm>
            <a:off x="2597735" y="3001855"/>
            <a:ext cx="1411629" cy="154175"/>
            <a:chOff x="3558802" y="4011244"/>
            <a:chExt cx="1866000" cy="111600"/>
          </a:xfrm>
        </p:grpSpPr>
        <p:sp>
          <p:nvSpPr>
            <p:cNvPr id="5483" name="Google Shape;5483;p8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5" name="Google Shape;5485;p87"/>
          <p:cNvGrpSpPr/>
          <p:nvPr/>
        </p:nvGrpSpPr>
        <p:grpSpPr>
          <a:xfrm>
            <a:off x="2598023" y="2207425"/>
            <a:ext cx="1383503" cy="119761"/>
            <a:chOff x="3465975" y="2270258"/>
            <a:chExt cx="1986364" cy="171947"/>
          </a:xfrm>
        </p:grpSpPr>
        <p:sp>
          <p:nvSpPr>
            <p:cNvPr id="5486" name="Google Shape;5486;p8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4" name="Google Shape;5494;p87"/>
          <p:cNvGrpSpPr/>
          <p:nvPr/>
        </p:nvGrpSpPr>
        <p:grpSpPr>
          <a:xfrm>
            <a:off x="2609030" y="3571198"/>
            <a:ext cx="1369531" cy="195460"/>
            <a:chOff x="723300" y="4253549"/>
            <a:chExt cx="2276482" cy="324900"/>
          </a:xfrm>
        </p:grpSpPr>
        <p:sp>
          <p:nvSpPr>
            <p:cNvPr id="5495" name="Google Shape;5495;p8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0" name="Google Shape;5500;p87"/>
          <p:cNvGrpSpPr/>
          <p:nvPr/>
        </p:nvGrpSpPr>
        <p:grpSpPr>
          <a:xfrm>
            <a:off x="2598591" y="3272439"/>
            <a:ext cx="1389066" cy="180119"/>
            <a:chOff x="705948" y="3788465"/>
            <a:chExt cx="2308953" cy="299400"/>
          </a:xfrm>
        </p:grpSpPr>
        <p:sp>
          <p:nvSpPr>
            <p:cNvPr id="5501" name="Google Shape;5501;p8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6" name="Google Shape;5506;p87"/>
          <p:cNvGrpSpPr/>
          <p:nvPr/>
        </p:nvGrpSpPr>
        <p:grpSpPr>
          <a:xfrm>
            <a:off x="4195581" y="1876393"/>
            <a:ext cx="1433821" cy="191501"/>
            <a:chOff x="4273350" y="2088443"/>
            <a:chExt cx="1433821" cy="191501"/>
          </a:xfrm>
        </p:grpSpPr>
        <p:grpSp>
          <p:nvGrpSpPr>
            <p:cNvPr id="5507" name="Google Shape;5507;p87"/>
            <p:cNvGrpSpPr/>
            <p:nvPr/>
          </p:nvGrpSpPr>
          <p:grpSpPr>
            <a:xfrm>
              <a:off x="4273350" y="2088443"/>
              <a:ext cx="1433821" cy="0"/>
              <a:chOff x="5224975" y="2962250"/>
              <a:chExt cx="1544400" cy="0"/>
            </a:xfrm>
          </p:grpSpPr>
          <p:cxnSp>
            <p:nvCxnSpPr>
              <p:cNvPr id="5508" name="Google Shape;5508;p8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509" name="Google Shape;5509;p8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510" name="Google Shape;5510;p87"/>
            <p:cNvGrpSpPr/>
            <p:nvPr/>
          </p:nvGrpSpPr>
          <p:grpSpPr>
            <a:xfrm>
              <a:off x="4273350" y="2279944"/>
              <a:ext cx="1433821" cy="0"/>
              <a:chOff x="5224975" y="2962250"/>
              <a:chExt cx="1544400" cy="0"/>
            </a:xfrm>
          </p:grpSpPr>
          <p:cxnSp>
            <p:nvCxnSpPr>
              <p:cNvPr id="5511" name="Google Shape;5511;p8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512" name="Google Shape;5512;p8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513" name="Google Shape;5513;p87"/>
          <p:cNvGrpSpPr/>
          <p:nvPr/>
        </p:nvGrpSpPr>
        <p:grpSpPr>
          <a:xfrm>
            <a:off x="2646528" y="3885297"/>
            <a:ext cx="1304609" cy="294074"/>
            <a:chOff x="2658741" y="4097347"/>
            <a:chExt cx="1304609" cy="294074"/>
          </a:xfrm>
        </p:grpSpPr>
        <p:grpSp>
          <p:nvGrpSpPr>
            <p:cNvPr id="5514" name="Google Shape;5514;p87"/>
            <p:cNvGrpSpPr/>
            <p:nvPr/>
          </p:nvGrpSpPr>
          <p:grpSpPr>
            <a:xfrm>
              <a:off x="2658741" y="4097347"/>
              <a:ext cx="118572" cy="294074"/>
              <a:chOff x="3343310" y="4475555"/>
              <a:chExt cx="127717" cy="316753"/>
            </a:xfrm>
          </p:grpSpPr>
          <p:sp>
            <p:nvSpPr>
              <p:cNvPr id="5515" name="Google Shape;5515;p8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7" name="Google Shape;5517;p87"/>
            <p:cNvGrpSpPr/>
            <p:nvPr/>
          </p:nvGrpSpPr>
          <p:grpSpPr>
            <a:xfrm>
              <a:off x="3815519" y="4098388"/>
              <a:ext cx="147831" cy="291991"/>
              <a:chOff x="3527539" y="4476677"/>
              <a:chExt cx="159232" cy="314510"/>
            </a:xfrm>
          </p:grpSpPr>
          <p:sp>
            <p:nvSpPr>
              <p:cNvPr id="5518" name="Google Shape;5518;p8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0" name="Google Shape;5520;p87"/>
            <p:cNvGrpSpPr/>
            <p:nvPr/>
          </p:nvGrpSpPr>
          <p:grpSpPr>
            <a:xfrm>
              <a:off x="3511696" y="4098388"/>
              <a:ext cx="147831" cy="291991"/>
              <a:chOff x="3527539" y="4476677"/>
              <a:chExt cx="159232" cy="314510"/>
            </a:xfrm>
          </p:grpSpPr>
          <p:sp>
            <p:nvSpPr>
              <p:cNvPr id="5521" name="Google Shape;5521;p8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3" name="Google Shape;5523;p87"/>
            <p:cNvGrpSpPr/>
            <p:nvPr/>
          </p:nvGrpSpPr>
          <p:grpSpPr>
            <a:xfrm>
              <a:off x="3207874" y="4098388"/>
              <a:ext cx="147831" cy="291991"/>
              <a:chOff x="3527539" y="4476677"/>
              <a:chExt cx="159232" cy="314510"/>
            </a:xfrm>
          </p:grpSpPr>
          <p:sp>
            <p:nvSpPr>
              <p:cNvPr id="5524" name="Google Shape;5524;p8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6" name="Google Shape;5526;p87"/>
            <p:cNvGrpSpPr/>
            <p:nvPr/>
          </p:nvGrpSpPr>
          <p:grpSpPr>
            <a:xfrm>
              <a:off x="2933305" y="4097347"/>
              <a:ext cx="118572" cy="294074"/>
              <a:chOff x="3343310" y="4475555"/>
              <a:chExt cx="127717" cy="316753"/>
            </a:xfrm>
          </p:grpSpPr>
          <p:sp>
            <p:nvSpPr>
              <p:cNvPr id="5527" name="Google Shape;5527;p8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9" name="Google Shape;5529;p87"/>
          <p:cNvGrpSpPr/>
          <p:nvPr/>
        </p:nvGrpSpPr>
        <p:grpSpPr>
          <a:xfrm>
            <a:off x="4197136" y="963991"/>
            <a:ext cx="1430711" cy="751237"/>
            <a:chOff x="5159450" y="1919950"/>
            <a:chExt cx="1541050" cy="862500"/>
          </a:xfrm>
        </p:grpSpPr>
        <p:sp>
          <p:nvSpPr>
            <p:cNvPr id="5530" name="Google Shape;5530;p8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GB"/>
            </a:p>
          </p:txBody>
        </p:sp>
        <p:grpSp>
          <p:nvGrpSpPr>
            <p:cNvPr id="5531" name="Google Shape;5531;p87"/>
            <p:cNvGrpSpPr/>
            <p:nvPr/>
          </p:nvGrpSpPr>
          <p:grpSpPr>
            <a:xfrm>
              <a:off x="5159450" y="1919950"/>
              <a:ext cx="1541050" cy="862500"/>
              <a:chOff x="5159450" y="1919950"/>
              <a:chExt cx="1541050" cy="862500"/>
            </a:xfrm>
          </p:grpSpPr>
          <p:cxnSp>
            <p:nvCxnSpPr>
              <p:cNvPr id="5532" name="Google Shape;5532;p8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533" name="Google Shape;5533;p8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534" name="Google Shape;5534;p87"/>
          <p:cNvGrpSpPr/>
          <p:nvPr/>
        </p:nvGrpSpPr>
        <p:grpSpPr>
          <a:xfrm>
            <a:off x="4245274" y="2227761"/>
            <a:ext cx="1334436" cy="967914"/>
            <a:chOff x="4294923" y="2439811"/>
            <a:chExt cx="1334436" cy="967914"/>
          </a:xfrm>
        </p:grpSpPr>
        <p:grpSp>
          <p:nvGrpSpPr>
            <p:cNvPr id="5535" name="Google Shape;5535;p87"/>
            <p:cNvGrpSpPr/>
            <p:nvPr/>
          </p:nvGrpSpPr>
          <p:grpSpPr>
            <a:xfrm>
              <a:off x="4960455" y="2469658"/>
              <a:ext cx="668904" cy="885524"/>
              <a:chOff x="4960455" y="2469658"/>
              <a:chExt cx="668904" cy="885524"/>
            </a:xfrm>
          </p:grpSpPr>
          <p:sp>
            <p:nvSpPr>
              <p:cNvPr id="5536" name="Google Shape;5536;p8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87"/>
            <p:cNvGrpSpPr/>
            <p:nvPr/>
          </p:nvGrpSpPr>
          <p:grpSpPr>
            <a:xfrm>
              <a:off x="4294923" y="2469658"/>
              <a:ext cx="668951" cy="885524"/>
              <a:chOff x="4294923" y="2469658"/>
              <a:chExt cx="668951" cy="885524"/>
            </a:xfrm>
          </p:grpSpPr>
          <p:sp>
            <p:nvSpPr>
              <p:cNvPr id="5543" name="Google Shape;5543;p8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9" name="Google Shape;5549;p8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0" name="Google Shape;5550;p87"/>
          <p:cNvGrpSpPr/>
          <p:nvPr/>
        </p:nvGrpSpPr>
        <p:grpSpPr>
          <a:xfrm>
            <a:off x="4231477" y="3282206"/>
            <a:ext cx="1430949" cy="897289"/>
            <a:chOff x="4351371" y="3547942"/>
            <a:chExt cx="1345130" cy="843475"/>
          </a:xfrm>
        </p:grpSpPr>
        <p:grpSp>
          <p:nvGrpSpPr>
            <p:cNvPr id="5551" name="Google Shape;5551;p87"/>
            <p:cNvGrpSpPr/>
            <p:nvPr/>
          </p:nvGrpSpPr>
          <p:grpSpPr>
            <a:xfrm>
              <a:off x="4351371" y="4209917"/>
              <a:ext cx="1345130" cy="181500"/>
              <a:chOff x="4351371" y="4209917"/>
              <a:chExt cx="1345130" cy="181500"/>
            </a:xfrm>
          </p:grpSpPr>
          <p:sp>
            <p:nvSpPr>
              <p:cNvPr id="5552" name="Google Shape;5552;p8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553" name="Google Shape;5553;p8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554" name="Google Shape;5554;p87"/>
            <p:cNvGrpSpPr/>
            <p:nvPr/>
          </p:nvGrpSpPr>
          <p:grpSpPr>
            <a:xfrm>
              <a:off x="4403010" y="3985221"/>
              <a:ext cx="1109518" cy="181500"/>
              <a:chOff x="4403010" y="3985221"/>
              <a:chExt cx="1109518" cy="181500"/>
            </a:xfrm>
          </p:grpSpPr>
          <p:sp>
            <p:nvSpPr>
              <p:cNvPr id="5555" name="Google Shape;5555;p8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556" name="Google Shape;5556;p8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557" name="Google Shape;5557;p87"/>
            <p:cNvGrpSpPr/>
            <p:nvPr/>
          </p:nvGrpSpPr>
          <p:grpSpPr>
            <a:xfrm>
              <a:off x="4618704" y="3766582"/>
              <a:ext cx="807858" cy="181500"/>
              <a:chOff x="4618704" y="3766582"/>
              <a:chExt cx="807858" cy="181500"/>
            </a:xfrm>
          </p:grpSpPr>
          <p:sp>
            <p:nvSpPr>
              <p:cNvPr id="5558" name="Google Shape;5558;p8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559" name="Google Shape;5559;p8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560" name="Google Shape;5560;p87"/>
            <p:cNvGrpSpPr/>
            <p:nvPr/>
          </p:nvGrpSpPr>
          <p:grpSpPr>
            <a:xfrm>
              <a:off x="4735238" y="3547942"/>
              <a:ext cx="462839" cy="181500"/>
              <a:chOff x="4735238" y="3547942"/>
              <a:chExt cx="462839" cy="181500"/>
            </a:xfrm>
          </p:grpSpPr>
          <p:sp>
            <p:nvSpPr>
              <p:cNvPr id="5561" name="Google Shape;5561;p8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562" name="Google Shape;5562;p8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563" name="Google Shape;5563;p87"/>
          <p:cNvGrpSpPr/>
          <p:nvPr/>
        </p:nvGrpSpPr>
        <p:grpSpPr>
          <a:xfrm>
            <a:off x="7407835" y="2217530"/>
            <a:ext cx="1020955" cy="928853"/>
            <a:chOff x="926675" y="238125"/>
            <a:chExt cx="5755100" cy="5232975"/>
          </a:xfrm>
        </p:grpSpPr>
        <p:sp>
          <p:nvSpPr>
            <p:cNvPr id="5564" name="Google Shape;5564;p8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8" name="Google Shape;5568;p87"/>
          <p:cNvGrpSpPr/>
          <p:nvPr/>
        </p:nvGrpSpPr>
        <p:grpSpPr>
          <a:xfrm>
            <a:off x="715208" y="2616265"/>
            <a:ext cx="1695374" cy="1560837"/>
            <a:chOff x="727421" y="2828315"/>
            <a:chExt cx="1695374" cy="1560837"/>
          </a:xfrm>
        </p:grpSpPr>
        <p:grpSp>
          <p:nvGrpSpPr>
            <p:cNvPr id="5569" name="Google Shape;5569;p87"/>
            <p:cNvGrpSpPr/>
            <p:nvPr/>
          </p:nvGrpSpPr>
          <p:grpSpPr>
            <a:xfrm>
              <a:off x="727421" y="2828315"/>
              <a:ext cx="1695374" cy="1560837"/>
              <a:chOff x="734799" y="2782450"/>
              <a:chExt cx="1571100" cy="1577400"/>
            </a:xfrm>
          </p:grpSpPr>
          <p:cxnSp>
            <p:nvCxnSpPr>
              <p:cNvPr id="5570" name="Google Shape;5570;p8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571" name="Google Shape;5571;p8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572" name="Google Shape;5572;p87"/>
            <p:cNvGrpSpPr/>
            <p:nvPr/>
          </p:nvGrpSpPr>
          <p:grpSpPr>
            <a:xfrm>
              <a:off x="819108" y="2882501"/>
              <a:ext cx="1556791" cy="1426186"/>
              <a:chOff x="819108" y="2882501"/>
              <a:chExt cx="1556791" cy="1426186"/>
            </a:xfrm>
          </p:grpSpPr>
          <p:grpSp>
            <p:nvGrpSpPr>
              <p:cNvPr id="5573" name="Google Shape;5573;p87"/>
              <p:cNvGrpSpPr/>
              <p:nvPr/>
            </p:nvGrpSpPr>
            <p:grpSpPr>
              <a:xfrm>
                <a:off x="819108" y="2882501"/>
                <a:ext cx="103104" cy="1426186"/>
                <a:chOff x="4674013" y="3100904"/>
                <a:chExt cx="122758" cy="1698043"/>
              </a:xfrm>
            </p:grpSpPr>
            <p:sp>
              <p:nvSpPr>
                <p:cNvPr id="5574" name="Google Shape;5574;p8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1" name="Google Shape;5581;p87"/>
              <p:cNvGrpSpPr/>
              <p:nvPr/>
            </p:nvGrpSpPr>
            <p:grpSpPr>
              <a:xfrm>
                <a:off x="1062475" y="2882501"/>
                <a:ext cx="103104" cy="1426186"/>
                <a:chOff x="4940438" y="3100904"/>
                <a:chExt cx="122758" cy="1698043"/>
              </a:xfrm>
            </p:grpSpPr>
            <p:sp>
              <p:nvSpPr>
                <p:cNvPr id="5582" name="Google Shape;5582;p8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9" name="Google Shape;5589;p87"/>
              <p:cNvGrpSpPr/>
              <p:nvPr/>
            </p:nvGrpSpPr>
            <p:grpSpPr>
              <a:xfrm>
                <a:off x="1299324" y="2882501"/>
                <a:ext cx="103104" cy="1426186"/>
                <a:chOff x="5206863" y="3100904"/>
                <a:chExt cx="122758" cy="1698043"/>
              </a:xfrm>
            </p:grpSpPr>
            <p:sp>
              <p:nvSpPr>
                <p:cNvPr id="5590" name="Google Shape;5590;p8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87"/>
              <p:cNvGrpSpPr/>
              <p:nvPr/>
            </p:nvGrpSpPr>
            <p:grpSpPr>
              <a:xfrm>
                <a:off x="1786057" y="2882501"/>
                <a:ext cx="103104" cy="1426186"/>
                <a:chOff x="6006138" y="3143629"/>
                <a:chExt cx="122758" cy="1698043"/>
              </a:xfrm>
            </p:grpSpPr>
            <p:sp>
              <p:nvSpPr>
                <p:cNvPr id="5598" name="Google Shape;5598;p8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5" name="Google Shape;5605;p87"/>
              <p:cNvGrpSpPr/>
              <p:nvPr/>
            </p:nvGrpSpPr>
            <p:grpSpPr>
              <a:xfrm>
                <a:off x="2029422" y="2882501"/>
                <a:ext cx="103104" cy="1426186"/>
                <a:chOff x="6805413" y="3100904"/>
                <a:chExt cx="122758" cy="1698043"/>
              </a:xfrm>
            </p:grpSpPr>
            <p:sp>
              <p:nvSpPr>
                <p:cNvPr id="5606" name="Google Shape;5606;p8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87"/>
              <p:cNvGrpSpPr/>
              <p:nvPr/>
            </p:nvGrpSpPr>
            <p:grpSpPr>
              <a:xfrm>
                <a:off x="2272795" y="2882501"/>
                <a:ext cx="103104" cy="1426186"/>
                <a:chOff x="5206863" y="3100904"/>
                <a:chExt cx="122758" cy="1698043"/>
              </a:xfrm>
            </p:grpSpPr>
            <p:sp>
              <p:nvSpPr>
                <p:cNvPr id="5614" name="Google Shape;5614;p8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87"/>
              <p:cNvGrpSpPr/>
              <p:nvPr/>
            </p:nvGrpSpPr>
            <p:grpSpPr>
              <a:xfrm>
                <a:off x="1542694" y="2882501"/>
                <a:ext cx="103104" cy="1426186"/>
                <a:chOff x="6006138" y="3143629"/>
                <a:chExt cx="122758" cy="1698043"/>
              </a:xfrm>
            </p:grpSpPr>
            <p:sp>
              <p:nvSpPr>
                <p:cNvPr id="5622" name="Google Shape;5622;p8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629" name="Google Shape;5629;p87"/>
          <p:cNvGrpSpPr/>
          <p:nvPr/>
        </p:nvGrpSpPr>
        <p:grpSpPr>
          <a:xfrm>
            <a:off x="5671259" y="3305987"/>
            <a:ext cx="2749952" cy="870677"/>
            <a:chOff x="238125" y="1725700"/>
            <a:chExt cx="7139025" cy="2260325"/>
          </a:xfrm>
        </p:grpSpPr>
        <p:sp>
          <p:nvSpPr>
            <p:cNvPr id="5630" name="Google Shape;5630;p8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87"/>
          <p:cNvGrpSpPr/>
          <p:nvPr/>
        </p:nvGrpSpPr>
        <p:grpSpPr>
          <a:xfrm>
            <a:off x="5941423" y="2247733"/>
            <a:ext cx="1105452" cy="916747"/>
            <a:chOff x="5249100" y="1210600"/>
            <a:chExt cx="3502700" cy="2904775"/>
          </a:xfrm>
        </p:grpSpPr>
        <p:sp>
          <p:nvSpPr>
            <p:cNvPr id="5641" name="Google Shape;5641;p8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45" name="Google Shape;5645;p8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646" name="Google Shape;5646;p8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647" name="Google Shape;5647;p8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648" name="Google Shape;5648;p8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649" name="Google Shape;5649;p8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0" name="Google Shape;5650;p87"/>
          <p:cNvGrpSpPr/>
          <p:nvPr/>
        </p:nvGrpSpPr>
        <p:grpSpPr>
          <a:xfrm>
            <a:off x="7123971" y="967151"/>
            <a:ext cx="1304650" cy="1124856"/>
            <a:chOff x="7287122" y="1165658"/>
            <a:chExt cx="1219413" cy="1051365"/>
          </a:xfrm>
        </p:grpSpPr>
        <p:grpSp>
          <p:nvGrpSpPr>
            <p:cNvPr id="5651" name="Google Shape;5651;p87"/>
            <p:cNvGrpSpPr/>
            <p:nvPr/>
          </p:nvGrpSpPr>
          <p:grpSpPr>
            <a:xfrm>
              <a:off x="7287122" y="1969723"/>
              <a:ext cx="1219413" cy="247300"/>
              <a:chOff x="7287122" y="1969723"/>
              <a:chExt cx="1219413" cy="247300"/>
            </a:xfrm>
          </p:grpSpPr>
          <p:sp>
            <p:nvSpPr>
              <p:cNvPr id="5652" name="Google Shape;5652;p8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3" name="Google Shape;5653;p87"/>
              <p:cNvGrpSpPr/>
              <p:nvPr/>
            </p:nvGrpSpPr>
            <p:grpSpPr>
              <a:xfrm>
                <a:off x="7287122" y="2063892"/>
                <a:ext cx="1151753" cy="73428"/>
                <a:chOff x="7287122" y="2063892"/>
                <a:chExt cx="1151753" cy="73428"/>
              </a:xfrm>
            </p:grpSpPr>
            <p:sp>
              <p:nvSpPr>
                <p:cNvPr id="5654" name="Google Shape;5654;p8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55" name="Google Shape;5655;p8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656" name="Google Shape;5656;p87"/>
            <p:cNvGrpSpPr/>
            <p:nvPr/>
          </p:nvGrpSpPr>
          <p:grpSpPr>
            <a:xfrm>
              <a:off x="7287122" y="1712201"/>
              <a:ext cx="1219403" cy="246767"/>
              <a:chOff x="7287122" y="1712201"/>
              <a:chExt cx="1219403" cy="246767"/>
            </a:xfrm>
          </p:grpSpPr>
          <p:sp>
            <p:nvSpPr>
              <p:cNvPr id="5657" name="Google Shape;5657;p8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8" name="Google Shape;5658;p87"/>
              <p:cNvGrpSpPr/>
              <p:nvPr/>
            </p:nvGrpSpPr>
            <p:grpSpPr>
              <a:xfrm>
                <a:off x="7287122" y="1842861"/>
                <a:ext cx="1005303" cy="73419"/>
                <a:chOff x="7287122" y="1842861"/>
                <a:chExt cx="1005303" cy="73419"/>
              </a:xfrm>
            </p:grpSpPr>
            <p:sp>
              <p:nvSpPr>
                <p:cNvPr id="5659" name="Google Shape;5659;p8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60" name="Google Shape;5660;p8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661" name="Google Shape;5661;p87"/>
            <p:cNvGrpSpPr/>
            <p:nvPr/>
          </p:nvGrpSpPr>
          <p:grpSpPr>
            <a:xfrm>
              <a:off x="7287122" y="1447520"/>
              <a:ext cx="1219403" cy="286667"/>
              <a:chOff x="7287122" y="1447520"/>
              <a:chExt cx="1219403" cy="286667"/>
            </a:xfrm>
          </p:grpSpPr>
          <p:sp>
            <p:nvSpPr>
              <p:cNvPr id="5662" name="Google Shape;5662;p8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3" name="Google Shape;5663;p87"/>
              <p:cNvGrpSpPr/>
              <p:nvPr/>
            </p:nvGrpSpPr>
            <p:grpSpPr>
              <a:xfrm>
                <a:off x="7287122" y="1581977"/>
                <a:ext cx="852803" cy="73428"/>
                <a:chOff x="7287122" y="1581977"/>
                <a:chExt cx="852803" cy="73428"/>
              </a:xfrm>
            </p:grpSpPr>
            <p:sp>
              <p:nvSpPr>
                <p:cNvPr id="5664" name="Google Shape;5664;p8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65" name="Google Shape;5665;p8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666" name="Google Shape;5666;p87"/>
            <p:cNvGrpSpPr/>
            <p:nvPr/>
          </p:nvGrpSpPr>
          <p:grpSpPr>
            <a:xfrm>
              <a:off x="7287122" y="1165658"/>
              <a:ext cx="1219403" cy="344253"/>
              <a:chOff x="7287122" y="1165658"/>
              <a:chExt cx="1219403" cy="344253"/>
            </a:xfrm>
          </p:grpSpPr>
          <p:sp>
            <p:nvSpPr>
              <p:cNvPr id="5667" name="Google Shape;5667;p8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8" name="Google Shape;5668;p87"/>
              <p:cNvGrpSpPr/>
              <p:nvPr/>
            </p:nvGrpSpPr>
            <p:grpSpPr>
              <a:xfrm>
                <a:off x="7287122" y="1341025"/>
                <a:ext cx="695703" cy="73419"/>
                <a:chOff x="7287122" y="1341025"/>
                <a:chExt cx="695703" cy="73419"/>
              </a:xfrm>
            </p:grpSpPr>
            <p:sp>
              <p:nvSpPr>
                <p:cNvPr id="5669" name="Google Shape;5669;p8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70" name="Google Shape;5670;p8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671" name="Google Shape;5671;p87"/>
          <p:cNvGrpSpPr/>
          <p:nvPr/>
        </p:nvGrpSpPr>
        <p:grpSpPr>
          <a:xfrm>
            <a:off x="5790463" y="973174"/>
            <a:ext cx="1397729" cy="1098540"/>
            <a:chOff x="5900602" y="1193063"/>
            <a:chExt cx="1299851" cy="1021707"/>
          </a:xfrm>
        </p:grpSpPr>
        <p:grpSp>
          <p:nvGrpSpPr>
            <p:cNvPr id="5672" name="Google Shape;5672;p87"/>
            <p:cNvGrpSpPr/>
            <p:nvPr/>
          </p:nvGrpSpPr>
          <p:grpSpPr>
            <a:xfrm>
              <a:off x="6520337" y="1193063"/>
              <a:ext cx="341815" cy="799959"/>
              <a:chOff x="6520337" y="1193063"/>
              <a:chExt cx="341815" cy="799959"/>
            </a:xfrm>
          </p:grpSpPr>
          <p:grpSp>
            <p:nvGrpSpPr>
              <p:cNvPr id="5673" name="Google Shape;5673;p87"/>
              <p:cNvGrpSpPr/>
              <p:nvPr/>
            </p:nvGrpSpPr>
            <p:grpSpPr>
              <a:xfrm>
                <a:off x="6520337" y="1589527"/>
                <a:ext cx="213950" cy="403494"/>
                <a:chOff x="6520337" y="1589527"/>
                <a:chExt cx="213950" cy="403494"/>
              </a:xfrm>
            </p:grpSpPr>
            <p:sp>
              <p:nvSpPr>
                <p:cNvPr id="5674" name="Google Shape;5674;p8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6" name="Google Shape;5676;p87"/>
              <p:cNvGrpSpPr/>
              <p:nvPr/>
            </p:nvGrpSpPr>
            <p:grpSpPr>
              <a:xfrm>
                <a:off x="6577204" y="1193063"/>
                <a:ext cx="284947" cy="464512"/>
                <a:chOff x="6577204" y="1193063"/>
                <a:chExt cx="284947" cy="464512"/>
              </a:xfrm>
            </p:grpSpPr>
            <p:sp>
              <p:nvSpPr>
                <p:cNvPr id="5677" name="Google Shape;5677;p8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78" name="Google Shape;5678;p8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679" name="Google Shape;5679;p87"/>
            <p:cNvGrpSpPr/>
            <p:nvPr/>
          </p:nvGrpSpPr>
          <p:grpSpPr>
            <a:xfrm>
              <a:off x="6238903" y="1193063"/>
              <a:ext cx="300475" cy="900152"/>
              <a:chOff x="6238903" y="1193063"/>
              <a:chExt cx="300475" cy="900152"/>
            </a:xfrm>
          </p:grpSpPr>
          <p:grpSp>
            <p:nvGrpSpPr>
              <p:cNvPr id="5680" name="Google Shape;5680;p87"/>
              <p:cNvGrpSpPr/>
              <p:nvPr/>
            </p:nvGrpSpPr>
            <p:grpSpPr>
              <a:xfrm>
                <a:off x="6290865" y="1489315"/>
                <a:ext cx="248514" cy="603900"/>
                <a:chOff x="6290865" y="1489315"/>
                <a:chExt cx="248514" cy="603900"/>
              </a:xfrm>
            </p:grpSpPr>
            <p:sp>
              <p:nvSpPr>
                <p:cNvPr id="5681" name="Google Shape;5681;p8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3" name="Google Shape;5683;p87"/>
              <p:cNvGrpSpPr/>
              <p:nvPr/>
            </p:nvGrpSpPr>
            <p:grpSpPr>
              <a:xfrm>
                <a:off x="6238903" y="1193063"/>
                <a:ext cx="284947" cy="333087"/>
                <a:chOff x="6238903" y="1193063"/>
                <a:chExt cx="284947" cy="333087"/>
              </a:xfrm>
            </p:grpSpPr>
            <p:sp>
              <p:nvSpPr>
                <p:cNvPr id="5684" name="Google Shape;5684;p8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85" name="Google Shape;5685;p8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686" name="Google Shape;5686;p87"/>
            <p:cNvGrpSpPr/>
            <p:nvPr/>
          </p:nvGrpSpPr>
          <p:grpSpPr>
            <a:xfrm>
              <a:off x="5900602" y="1193063"/>
              <a:ext cx="444345" cy="1021707"/>
              <a:chOff x="5900602" y="1193063"/>
              <a:chExt cx="444345" cy="1021707"/>
            </a:xfrm>
          </p:grpSpPr>
          <p:grpSp>
            <p:nvGrpSpPr>
              <p:cNvPr id="5687" name="Google Shape;5687;p87"/>
              <p:cNvGrpSpPr/>
              <p:nvPr/>
            </p:nvGrpSpPr>
            <p:grpSpPr>
              <a:xfrm>
                <a:off x="6046501" y="1367785"/>
                <a:ext cx="298446" cy="846986"/>
                <a:chOff x="6046501" y="1367785"/>
                <a:chExt cx="298446" cy="846986"/>
              </a:xfrm>
            </p:grpSpPr>
            <p:sp>
              <p:nvSpPr>
                <p:cNvPr id="5688" name="Google Shape;5688;p8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0" name="Google Shape;5690;p87"/>
              <p:cNvGrpSpPr/>
              <p:nvPr/>
            </p:nvGrpSpPr>
            <p:grpSpPr>
              <a:xfrm>
                <a:off x="5900602" y="1193063"/>
                <a:ext cx="284947" cy="182312"/>
                <a:chOff x="5900602" y="1193063"/>
                <a:chExt cx="284947" cy="182312"/>
              </a:xfrm>
            </p:grpSpPr>
            <p:sp>
              <p:nvSpPr>
                <p:cNvPr id="5691" name="Google Shape;5691;p8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92" name="Google Shape;5692;p8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693" name="Google Shape;5693;p87"/>
            <p:cNvGrpSpPr/>
            <p:nvPr/>
          </p:nvGrpSpPr>
          <p:grpSpPr>
            <a:xfrm>
              <a:off x="6738300" y="1193063"/>
              <a:ext cx="462153" cy="707634"/>
              <a:chOff x="6738300" y="1193063"/>
              <a:chExt cx="462153" cy="707634"/>
            </a:xfrm>
          </p:grpSpPr>
          <p:grpSp>
            <p:nvGrpSpPr>
              <p:cNvPr id="5694" name="Google Shape;5694;p87"/>
              <p:cNvGrpSpPr/>
              <p:nvPr/>
            </p:nvGrpSpPr>
            <p:grpSpPr>
              <a:xfrm>
                <a:off x="6915505" y="1193063"/>
                <a:ext cx="284947" cy="597387"/>
                <a:chOff x="6915505" y="1193063"/>
                <a:chExt cx="284947" cy="597387"/>
              </a:xfrm>
            </p:grpSpPr>
            <p:sp>
              <p:nvSpPr>
                <p:cNvPr id="5695" name="Google Shape;5695;p8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96" name="Google Shape;5696;p8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697" name="Google Shape;5697;p87"/>
              <p:cNvGrpSpPr/>
              <p:nvPr/>
            </p:nvGrpSpPr>
            <p:grpSpPr>
              <a:xfrm>
                <a:off x="6738300" y="1684725"/>
                <a:ext cx="230066" cy="215971"/>
                <a:chOff x="6738300" y="1684725"/>
                <a:chExt cx="230066" cy="215971"/>
              </a:xfrm>
            </p:grpSpPr>
            <p:sp>
              <p:nvSpPr>
                <p:cNvPr id="5698" name="Google Shape;5698;p8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5703"/>
        <p:cNvGrpSpPr/>
        <p:nvPr/>
      </p:nvGrpSpPr>
      <p:grpSpPr>
        <a:xfrm>
          <a:off x="0" y="0"/>
          <a:ext cx="0" cy="0"/>
          <a:chOff x="0" y="0"/>
          <a:chExt cx="0" cy="0"/>
        </a:xfrm>
      </p:grpSpPr>
      <p:grpSp>
        <p:nvGrpSpPr>
          <p:cNvPr id="5704" name="Google Shape;5704;p88"/>
          <p:cNvGrpSpPr/>
          <p:nvPr/>
        </p:nvGrpSpPr>
        <p:grpSpPr>
          <a:xfrm>
            <a:off x="829359" y="2307635"/>
            <a:ext cx="339235" cy="298186"/>
            <a:chOff x="898875" y="244725"/>
            <a:chExt cx="481800" cy="423500"/>
          </a:xfrm>
        </p:grpSpPr>
        <p:sp>
          <p:nvSpPr>
            <p:cNvPr id="5705" name="Google Shape;5705;p88"/>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6" name="Google Shape;5706;p88"/>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7" name="Google Shape;5707;p88"/>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8" name="Google Shape;5708;p88"/>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9" name="Google Shape;5709;p88"/>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0" name="Google Shape;5710;p88"/>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11" name="Google Shape;5711;p88"/>
          <p:cNvGrpSpPr/>
          <p:nvPr/>
        </p:nvGrpSpPr>
        <p:grpSpPr>
          <a:xfrm>
            <a:off x="1267741" y="2287103"/>
            <a:ext cx="298169" cy="339253"/>
            <a:chOff x="1529350" y="258825"/>
            <a:chExt cx="423475" cy="481825"/>
          </a:xfrm>
        </p:grpSpPr>
        <p:sp>
          <p:nvSpPr>
            <p:cNvPr id="5712" name="Google Shape;5712;p88"/>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3" name="Google Shape;5713;p88"/>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14" name="Google Shape;5714;p88"/>
          <p:cNvGrpSpPr/>
          <p:nvPr/>
        </p:nvGrpSpPr>
        <p:grpSpPr>
          <a:xfrm>
            <a:off x="1660716" y="2367273"/>
            <a:ext cx="340890" cy="178912"/>
            <a:chOff x="2084325" y="363300"/>
            <a:chExt cx="484150" cy="254100"/>
          </a:xfrm>
        </p:grpSpPr>
        <p:sp>
          <p:nvSpPr>
            <p:cNvPr id="5715" name="Google Shape;5715;p88"/>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6" name="Google Shape;5716;p88"/>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17" name="Google Shape;5717;p88"/>
          <p:cNvGrpSpPr/>
          <p:nvPr/>
        </p:nvGrpSpPr>
        <p:grpSpPr>
          <a:xfrm>
            <a:off x="2110011" y="2287102"/>
            <a:ext cx="298169" cy="339253"/>
            <a:chOff x="2707500" y="249400"/>
            <a:chExt cx="423475" cy="481825"/>
          </a:xfrm>
        </p:grpSpPr>
        <p:sp>
          <p:nvSpPr>
            <p:cNvPr id="5718" name="Google Shape;5718;p88"/>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9" name="Google Shape;5719;p88"/>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20" name="Google Shape;5720;p88"/>
          <p:cNvGrpSpPr/>
          <p:nvPr/>
        </p:nvGrpSpPr>
        <p:grpSpPr>
          <a:xfrm>
            <a:off x="2523626" y="2287428"/>
            <a:ext cx="305386" cy="338602"/>
            <a:chOff x="3300325" y="249875"/>
            <a:chExt cx="433725" cy="480900"/>
          </a:xfrm>
        </p:grpSpPr>
        <p:sp>
          <p:nvSpPr>
            <p:cNvPr id="5721" name="Google Shape;5721;p88"/>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2" name="Google Shape;5722;p88"/>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3" name="Google Shape;5723;p88"/>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4" name="Google Shape;5724;p88"/>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5" name="Google Shape;5725;p88"/>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6" name="Google Shape;5726;p88"/>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27" name="Google Shape;5727;p88"/>
          <p:cNvGrpSpPr/>
          <p:nvPr/>
        </p:nvGrpSpPr>
        <p:grpSpPr>
          <a:xfrm>
            <a:off x="2912712" y="2287349"/>
            <a:ext cx="352349" cy="338760"/>
            <a:chOff x="3854700" y="249750"/>
            <a:chExt cx="500425" cy="481125"/>
          </a:xfrm>
        </p:grpSpPr>
        <p:sp>
          <p:nvSpPr>
            <p:cNvPr id="5728" name="Google Shape;5728;p88"/>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9" name="Google Shape;5729;p88"/>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0" name="Google Shape;5730;p88"/>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1" name="Google Shape;5731;p88"/>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2" name="Google Shape;5732;p88"/>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3" name="Google Shape;5733;p88"/>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4" name="Google Shape;5734;p88"/>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5" name="Google Shape;5735;p88"/>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36" name="Google Shape;5736;p88"/>
          <p:cNvGrpSpPr/>
          <p:nvPr/>
        </p:nvGrpSpPr>
        <p:grpSpPr>
          <a:xfrm>
            <a:off x="3330701" y="2287349"/>
            <a:ext cx="352349" cy="338760"/>
            <a:chOff x="4447550" y="249750"/>
            <a:chExt cx="500425" cy="481125"/>
          </a:xfrm>
        </p:grpSpPr>
        <p:sp>
          <p:nvSpPr>
            <p:cNvPr id="5737" name="Google Shape;5737;p88"/>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8" name="Google Shape;5738;p88"/>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39" name="Google Shape;5739;p88"/>
          <p:cNvGrpSpPr/>
          <p:nvPr/>
        </p:nvGrpSpPr>
        <p:grpSpPr>
          <a:xfrm>
            <a:off x="3759902" y="2287102"/>
            <a:ext cx="339253" cy="339253"/>
            <a:chOff x="5049725" y="249400"/>
            <a:chExt cx="481825" cy="481825"/>
          </a:xfrm>
        </p:grpSpPr>
        <p:sp>
          <p:nvSpPr>
            <p:cNvPr id="5740" name="Google Shape;5740;p88"/>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1" name="Google Shape;5741;p88"/>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42" name="Google Shape;5742;p88"/>
          <p:cNvGrpSpPr/>
          <p:nvPr/>
        </p:nvGrpSpPr>
        <p:grpSpPr>
          <a:xfrm>
            <a:off x="4173843" y="2287102"/>
            <a:ext cx="339253" cy="339253"/>
            <a:chOff x="5660400" y="238125"/>
            <a:chExt cx="481825" cy="481825"/>
          </a:xfrm>
        </p:grpSpPr>
        <p:sp>
          <p:nvSpPr>
            <p:cNvPr id="5743" name="Google Shape;5743;p88"/>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4" name="Google Shape;5744;p88"/>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45" name="Google Shape;5745;p88"/>
          <p:cNvGrpSpPr/>
          <p:nvPr/>
        </p:nvGrpSpPr>
        <p:grpSpPr>
          <a:xfrm>
            <a:off x="4590529" y="2287102"/>
            <a:ext cx="339253" cy="339253"/>
            <a:chOff x="6235400" y="249400"/>
            <a:chExt cx="481825" cy="481825"/>
          </a:xfrm>
        </p:grpSpPr>
        <p:sp>
          <p:nvSpPr>
            <p:cNvPr id="5746" name="Google Shape;5746;p88"/>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7" name="Google Shape;5747;p88"/>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8" name="Google Shape;5748;p88"/>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9" name="Google Shape;5749;p88"/>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0" name="Google Shape;5750;p88"/>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51" name="Google Shape;5751;p88"/>
          <p:cNvGrpSpPr/>
          <p:nvPr/>
        </p:nvGrpSpPr>
        <p:grpSpPr>
          <a:xfrm>
            <a:off x="828875" y="2731810"/>
            <a:ext cx="340204" cy="298116"/>
            <a:chOff x="899850" y="871450"/>
            <a:chExt cx="483175" cy="423400"/>
          </a:xfrm>
        </p:grpSpPr>
        <p:sp>
          <p:nvSpPr>
            <p:cNvPr id="5752" name="Google Shape;5752;p88"/>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3" name="Google Shape;5753;p88"/>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4" name="Google Shape;5754;p88"/>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5" name="Google Shape;5755;p88"/>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56" name="Google Shape;5756;p88"/>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57" name="Google Shape;5757;p88"/>
          <p:cNvGrpSpPr/>
          <p:nvPr/>
        </p:nvGrpSpPr>
        <p:grpSpPr>
          <a:xfrm>
            <a:off x="1660875" y="2711232"/>
            <a:ext cx="340573" cy="339271"/>
            <a:chOff x="2085450" y="842250"/>
            <a:chExt cx="483700" cy="481850"/>
          </a:xfrm>
        </p:grpSpPr>
        <p:sp>
          <p:nvSpPr>
            <p:cNvPr id="5758" name="Google Shape;5758;p88"/>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9" name="Google Shape;5759;p88"/>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0" name="Google Shape;5760;p88"/>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1" name="Google Shape;5761;p88"/>
          <p:cNvGrpSpPr/>
          <p:nvPr/>
        </p:nvGrpSpPr>
        <p:grpSpPr>
          <a:xfrm>
            <a:off x="2089443" y="2711241"/>
            <a:ext cx="339306" cy="339253"/>
            <a:chOff x="2685825" y="840375"/>
            <a:chExt cx="481900" cy="481825"/>
          </a:xfrm>
        </p:grpSpPr>
        <p:sp>
          <p:nvSpPr>
            <p:cNvPr id="5762" name="Google Shape;5762;p88"/>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3" name="Google Shape;5763;p88"/>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4" name="Google Shape;5764;p88"/>
          <p:cNvGrpSpPr/>
          <p:nvPr/>
        </p:nvGrpSpPr>
        <p:grpSpPr>
          <a:xfrm>
            <a:off x="2501104" y="2710924"/>
            <a:ext cx="350431" cy="339887"/>
            <a:chOff x="3270675" y="841800"/>
            <a:chExt cx="497700" cy="482725"/>
          </a:xfrm>
        </p:grpSpPr>
        <p:sp>
          <p:nvSpPr>
            <p:cNvPr id="5765" name="Google Shape;5765;p88"/>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6" name="Google Shape;5766;p88"/>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7" name="Google Shape;5767;p88"/>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68" name="Google Shape;5768;p88"/>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69" name="Google Shape;5769;p88"/>
          <p:cNvGrpSpPr/>
          <p:nvPr/>
        </p:nvGrpSpPr>
        <p:grpSpPr>
          <a:xfrm>
            <a:off x="3337249" y="2731783"/>
            <a:ext cx="339253" cy="298169"/>
            <a:chOff x="4467200" y="877100"/>
            <a:chExt cx="481825" cy="423475"/>
          </a:xfrm>
        </p:grpSpPr>
        <p:sp>
          <p:nvSpPr>
            <p:cNvPr id="5770" name="Google Shape;5770;p88"/>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1" name="Google Shape;5771;p88"/>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2" name="Google Shape;5772;p88"/>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3" name="Google Shape;5773;p88"/>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4" name="Google Shape;5774;p88"/>
          <p:cNvGrpSpPr/>
          <p:nvPr/>
        </p:nvGrpSpPr>
        <p:grpSpPr>
          <a:xfrm>
            <a:off x="3752140" y="2711232"/>
            <a:ext cx="354778" cy="339271"/>
            <a:chOff x="5045500" y="842250"/>
            <a:chExt cx="503875" cy="481850"/>
          </a:xfrm>
        </p:grpSpPr>
        <p:sp>
          <p:nvSpPr>
            <p:cNvPr id="5775" name="Google Shape;5775;p88"/>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6" name="Google Shape;5776;p88"/>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7" name="Google Shape;5777;p88"/>
          <p:cNvGrpSpPr/>
          <p:nvPr/>
        </p:nvGrpSpPr>
        <p:grpSpPr>
          <a:xfrm>
            <a:off x="4174987" y="2737451"/>
            <a:ext cx="336965" cy="286833"/>
            <a:chOff x="5645200" y="879425"/>
            <a:chExt cx="478575" cy="407375"/>
          </a:xfrm>
        </p:grpSpPr>
        <p:sp>
          <p:nvSpPr>
            <p:cNvPr id="5778" name="Google Shape;5778;p88"/>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9" name="Google Shape;5779;p88"/>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0" name="Google Shape;5780;p88"/>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1" name="Google Shape;5781;p88"/>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2" name="Google Shape;5782;p88"/>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3" name="Google Shape;5783;p88"/>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84" name="Google Shape;5784;p88"/>
          <p:cNvGrpSpPr/>
          <p:nvPr/>
        </p:nvGrpSpPr>
        <p:grpSpPr>
          <a:xfrm>
            <a:off x="4611062" y="2711241"/>
            <a:ext cx="298186" cy="339253"/>
            <a:chOff x="6264525" y="842250"/>
            <a:chExt cx="423500" cy="481825"/>
          </a:xfrm>
        </p:grpSpPr>
        <p:sp>
          <p:nvSpPr>
            <p:cNvPr id="5785" name="Google Shape;5785;p88"/>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6" name="Google Shape;5786;p88"/>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7" name="Google Shape;5787;p88"/>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8" name="Google Shape;5788;p88"/>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9" name="Google Shape;5789;p88"/>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0" name="Google Shape;5790;p88"/>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1" name="Google Shape;5791;p88"/>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92" name="Google Shape;5792;p88"/>
          <p:cNvGrpSpPr/>
          <p:nvPr/>
        </p:nvGrpSpPr>
        <p:grpSpPr>
          <a:xfrm>
            <a:off x="829350" y="3125895"/>
            <a:ext cx="339253" cy="339253"/>
            <a:chOff x="900750" y="1436075"/>
            <a:chExt cx="481825" cy="481825"/>
          </a:xfrm>
        </p:grpSpPr>
        <p:sp>
          <p:nvSpPr>
            <p:cNvPr id="5793" name="Google Shape;5793;p88"/>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4" name="Google Shape;5794;p88"/>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5" name="Google Shape;5795;p88"/>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6" name="Google Shape;5796;p88"/>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97" name="Google Shape;5797;p88"/>
          <p:cNvGrpSpPr/>
          <p:nvPr/>
        </p:nvGrpSpPr>
        <p:grpSpPr>
          <a:xfrm>
            <a:off x="1247198" y="3186183"/>
            <a:ext cx="339253" cy="218676"/>
            <a:chOff x="1492675" y="1520750"/>
            <a:chExt cx="481825" cy="310575"/>
          </a:xfrm>
        </p:grpSpPr>
        <p:sp>
          <p:nvSpPr>
            <p:cNvPr id="5798" name="Google Shape;5798;p88"/>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9" name="Google Shape;5799;p88"/>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0" name="Google Shape;5800;p88"/>
          <p:cNvGrpSpPr/>
          <p:nvPr/>
        </p:nvGrpSpPr>
        <p:grpSpPr>
          <a:xfrm>
            <a:off x="1654995" y="3125877"/>
            <a:ext cx="352332" cy="339288"/>
            <a:chOff x="2071000" y="1435025"/>
            <a:chExt cx="500400" cy="481875"/>
          </a:xfrm>
        </p:grpSpPr>
        <p:sp>
          <p:nvSpPr>
            <p:cNvPr id="5801" name="Google Shape;5801;p88"/>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2" name="Google Shape;5802;p88"/>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3" name="Google Shape;5803;p88"/>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4" name="Google Shape;5804;p88"/>
          <p:cNvGrpSpPr/>
          <p:nvPr/>
        </p:nvGrpSpPr>
        <p:grpSpPr>
          <a:xfrm>
            <a:off x="2083159" y="3146709"/>
            <a:ext cx="351874" cy="297623"/>
            <a:chOff x="2678350" y="1464650"/>
            <a:chExt cx="499750" cy="422700"/>
          </a:xfrm>
        </p:grpSpPr>
        <p:sp>
          <p:nvSpPr>
            <p:cNvPr id="5805" name="Google Shape;5805;p88"/>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6" name="Google Shape;5806;p88"/>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7" name="Google Shape;5807;p88"/>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8" name="Google Shape;5808;p88"/>
          <p:cNvGrpSpPr/>
          <p:nvPr/>
        </p:nvGrpSpPr>
        <p:grpSpPr>
          <a:xfrm>
            <a:off x="2506692" y="3125895"/>
            <a:ext cx="339253" cy="339253"/>
            <a:chOff x="3271200" y="1435075"/>
            <a:chExt cx="481825" cy="481825"/>
          </a:xfrm>
        </p:grpSpPr>
        <p:sp>
          <p:nvSpPr>
            <p:cNvPr id="5809" name="Google Shape;5809;p88"/>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0" name="Google Shape;5810;p88"/>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11" name="Google Shape;5811;p88"/>
          <p:cNvGrpSpPr/>
          <p:nvPr/>
        </p:nvGrpSpPr>
        <p:grpSpPr>
          <a:xfrm>
            <a:off x="2917165" y="3125877"/>
            <a:ext cx="343442" cy="339288"/>
            <a:chOff x="3858100" y="1435075"/>
            <a:chExt cx="487775" cy="481875"/>
          </a:xfrm>
        </p:grpSpPr>
        <p:sp>
          <p:nvSpPr>
            <p:cNvPr id="5812" name="Google Shape;5812;p88"/>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3" name="Google Shape;5813;p88"/>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4" name="Google Shape;5814;p88"/>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5" name="Google Shape;5815;p88"/>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6" name="Google Shape;5816;p88"/>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17" name="Google Shape;5817;p88"/>
          <p:cNvGrpSpPr/>
          <p:nvPr/>
        </p:nvGrpSpPr>
        <p:grpSpPr>
          <a:xfrm>
            <a:off x="3337249" y="3125895"/>
            <a:ext cx="339253" cy="339253"/>
            <a:chOff x="4456875" y="1435075"/>
            <a:chExt cx="481825" cy="481825"/>
          </a:xfrm>
        </p:grpSpPr>
        <p:sp>
          <p:nvSpPr>
            <p:cNvPr id="5818" name="Google Shape;5818;p88"/>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9" name="Google Shape;5819;p88"/>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0" name="Google Shape;5820;p88"/>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1" name="Google Shape;5821;p88"/>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2" name="Google Shape;5822;p88"/>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3" name="Google Shape;5823;p88"/>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4" name="Google Shape;5824;p88"/>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5" name="Google Shape;5825;p88"/>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6" name="Google Shape;5826;p88"/>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7" name="Google Shape;5827;p88"/>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8" name="Google Shape;5828;p88"/>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9" name="Google Shape;5829;p88"/>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0" name="Google Shape;5830;p88"/>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1" name="Google Shape;5831;p88"/>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2" name="Google Shape;5832;p88"/>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3" name="Google Shape;5833;p88"/>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4" name="Google Shape;5834;p88"/>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5" name="Google Shape;5835;p88"/>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6" name="Google Shape;5836;p88"/>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7" name="Google Shape;5837;p88"/>
          <p:cNvGrpSpPr/>
          <p:nvPr/>
        </p:nvGrpSpPr>
        <p:grpSpPr>
          <a:xfrm>
            <a:off x="3758239" y="3125886"/>
            <a:ext cx="342580" cy="339271"/>
            <a:chOff x="5049725" y="1435050"/>
            <a:chExt cx="486550" cy="481850"/>
          </a:xfrm>
        </p:grpSpPr>
        <p:sp>
          <p:nvSpPr>
            <p:cNvPr id="5838" name="Google Shape;5838;p88"/>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9" name="Google Shape;5839;p88"/>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0" name="Google Shape;5840;p88"/>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1" name="Google Shape;5841;p88"/>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2" name="Google Shape;5842;p88"/>
          <p:cNvGrpSpPr/>
          <p:nvPr/>
        </p:nvGrpSpPr>
        <p:grpSpPr>
          <a:xfrm>
            <a:off x="4173790" y="3125895"/>
            <a:ext cx="339359" cy="339253"/>
            <a:chOff x="5642475" y="1435075"/>
            <a:chExt cx="481975" cy="481825"/>
          </a:xfrm>
        </p:grpSpPr>
        <p:sp>
          <p:nvSpPr>
            <p:cNvPr id="5843" name="Google Shape;5843;p88"/>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4" name="Google Shape;5844;p88"/>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5" name="Google Shape;5845;p88"/>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6" name="Google Shape;5846;p88"/>
          <p:cNvGrpSpPr/>
          <p:nvPr/>
        </p:nvGrpSpPr>
        <p:grpSpPr>
          <a:xfrm>
            <a:off x="4588276" y="3125886"/>
            <a:ext cx="343759" cy="339271"/>
            <a:chOff x="6232000" y="1435050"/>
            <a:chExt cx="488225" cy="481850"/>
          </a:xfrm>
        </p:grpSpPr>
        <p:sp>
          <p:nvSpPr>
            <p:cNvPr id="5847" name="Google Shape;5847;p88"/>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8" name="Google Shape;5848;p88"/>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9" name="Google Shape;5849;p88"/>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0" name="Google Shape;5850;p88"/>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1" name="Google Shape;5851;p88"/>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2" name="Google Shape;5852;p88"/>
          <p:cNvGrpSpPr/>
          <p:nvPr/>
        </p:nvGrpSpPr>
        <p:grpSpPr>
          <a:xfrm>
            <a:off x="849012" y="3539545"/>
            <a:ext cx="299929" cy="337792"/>
            <a:chOff x="924450" y="2028975"/>
            <a:chExt cx="425975" cy="479750"/>
          </a:xfrm>
        </p:grpSpPr>
        <p:sp>
          <p:nvSpPr>
            <p:cNvPr id="5853" name="Google Shape;5853;p88"/>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4" name="Google Shape;5854;p88"/>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5" name="Google Shape;5855;p88"/>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6" name="Google Shape;5856;p88"/>
          <p:cNvGrpSpPr/>
          <p:nvPr/>
        </p:nvGrpSpPr>
        <p:grpSpPr>
          <a:xfrm>
            <a:off x="1661509" y="3559347"/>
            <a:ext cx="339306" cy="298186"/>
            <a:chOff x="2085450" y="2057100"/>
            <a:chExt cx="481900" cy="423500"/>
          </a:xfrm>
        </p:grpSpPr>
        <p:sp>
          <p:nvSpPr>
            <p:cNvPr id="5857" name="Google Shape;5857;p88"/>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8" name="Google Shape;5858;p88"/>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9" name="Google Shape;5859;p88"/>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0" name="Google Shape;5860;p88"/>
          <p:cNvGrpSpPr/>
          <p:nvPr/>
        </p:nvGrpSpPr>
        <p:grpSpPr>
          <a:xfrm>
            <a:off x="2089442" y="3582592"/>
            <a:ext cx="339306" cy="251698"/>
            <a:chOff x="2678275" y="2090100"/>
            <a:chExt cx="481900" cy="357475"/>
          </a:xfrm>
        </p:grpSpPr>
        <p:sp>
          <p:nvSpPr>
            <p:cNvPr id="5861" name="Google Shape;5861;p88"/>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2" name="Google Shape;5862;p88"/>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3" name="Google Shape;5863;p88"/>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4" name="Google Shape;5864;p88"/>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 name="Google Shape;5865;p88"/>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6" name="Google Shape;5866;p88"/>
          <p:cNvGrpSpPr/>
          <p:nvPr/>
        </p:nvGrpSpPr>
        <p:grpSpPr>
          <a:xfrm>
            <a:off x="2566646" y="3594790"/>
            <a:ext cx="219345" cy="227301"/>
            <a:chOff x="3357325" y="2093500"/>
            <a:chExt cx="311525" cy="322825"/>
          </a:xfrm>
        </p:grpSpPr>
        <p:sp>
          <p:nvSpPr>
            <p:cNvPr id="5867" name="Google Shape;5867;p88"/>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 name="Google Shape;5868;p88"/>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 name="Google Shape;5869;p88"/>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0" name="Google Shape;5870;p88"/>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1" name="Google Shape;5871;p88"/>
          <p:cNvGrpSpPr/>
          <p:nvPr/>
        </p:nvGrpSpPr>
        <p:grpSpPr>
          <a:xfrm>
            <a:off x="3360836" y="3538814"/>
            <a:ext cx="292078" cy="339253"/>
            <a:chOff x="4492800" y="2027925"/>
            <a:chExt cx="414825" cy="481825"/>
          </a:xfrm>
        </p:grpSpPr>
        <p:sp>
          <p:nvSpPr>
            <p:cNvPr id="5872" name="Google Shape;5872;p88"/>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 name="Google Shape;5873;p88"/>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4" name="Google Shape;5874;p88"/>
          <p:cNvGrpSpPr/>
          <p:nvPr/>
        </p:nvGrpSpPr>
        <p:grpSpPr>
          <a:xfrm>
            <a:off x="3759928" y="3538805"/>
            <a:ext cx="339200" cy="339271"/>
            <a:chOff x="5049725" y="2027900"/>
            <a:chExt cx="481750" cy="481850"/>
          </a:xfrm>
        </p:grpSpPr>
        <p:sp>
          <p:nvSpPr>
            <p:cNvPr id="5875" name="Google Shape;5875;p88"/>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 name="Google Shape;5876;p88"/>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 name="Google Shape;5877;p88"/>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8" name="Google Shape;5878;p88"/>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9" name="Google Shape;5879;p88"/>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 name="Google Shape;5880;p88"/>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 name="Google Shape;5881;p88"/>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 name="Google Shape;5882;p88"/>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3" name="Google Shape;5883;p88"/>
          <p:cNvGrpSpPr/>
          <p:nvPr/>
        </p:nvGrpSpPr>
        <p:grpSpPr>
          <a:xfrm>
            <a:off x="4233524" y="3538893"/>
            <a:ext cx="219890" cy="339095"/>
            <a:chOff x="5726350" y="2028150"/>
            <a:chExt cx="312300" cy="481600"/>
          </a:xfrm>
        </p:grpSpPr>
        <p:sp>
          <p:nvSpPr>
            <p:cNvPr id="5884" name="Google Shape;5884;p88"/>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 name="Google Shape;5885;p88"/>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 name="Google Shape;5886;p88"/>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7" name="Google Shape;5887;p88"/>
          <p:cNvGrpSpPr/>
          <p:nvPr/>
        </p:nvGrpSpPr>
        <p:grpSpPr>
          <a:xfrm>
            <a:off x="4593715" y="3542000"/>
            <a:ext cx="332881" cy="332881"/>
            <a:chOff x="6239925" y="2032450"/>
            <a:chExt cx="472775" cy="472775"/>
          </a:xfrm>
        </p:grpSpPr>
        <p:sp>
          <p:nvSpPr>
            <p:cNvPr id="5888" name="Google Shape;5888;p88"/>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9" name="Google Shape;5889;p88"/>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0" name="Google Shape;5890;p88"/>
          <p:cNvGrpSpPr/>
          <p:nvPr/>
        </p:nvGrpSpPr>
        <p:grpSpPr>
          <a:xfrm>
            <a:off x="5042807" y="2364092"/>
            <a:ext cx="334641" cy="185425"/>
            <a:chOff x="903075" y="2730000"/>
            <a:chExt cx="475275" cy="263350"/>
          </a:xfrm>
        </p:grpSpPr>
        <p:sp>
          <p:nvSpPr>
            <p:cNvPr id="5891" name="Google Shape;5891;p88"/>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2" name="Google Shape;5892;p88"/>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3" name="Google Shape;5893;p88"/>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4" name="Google Shape;5894;p88"/>
          <p:cNvGrpSpPr/>
          <p:nvPr/>
        </p:nvGrpSpPr>
        <p:grpSpPr>
          <a:xfrm>
            <a:off x="1247198" y="3538814"/>
            <a:ext cx="339253" cy="339253"/>
            <a:chOff x="1492675" y="2027925"/>
            <a:chExt cx="481825" cy="481825"/>
          </a:xfrm>
        </p:grpSpPr>
        <p:sp>
          <p:nvSpPr>
            <p:cNvPr id="5895" name="Google Shape;5895;p88"/>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6" name="Google Shape;5896;p88"/>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7" name="Google Shape;5897;p88"/>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8" name="Google Shape;5898;p88"/>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9" name="Google Shape;5899;p88"/>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00" name="Google Shape;5900;p88"/>
          <p:cNvGrpSpPr/>
          <p:nvPr/>
        </p:nvGrpSpPr>
        <p:grpSpPr>
          <a:xfrm>
            <a:off x="5473575" y="2287178"/>
            <a:ext cx="339253" cy="339253"/>
            <a:chOff x="1492675" y="2620775"/>
            <a:chExt cx="481825" cy="481825"/>
          </a:xfrm>
        </p:grpSpPr>
        <p:sp>
          <p:nvSpPr>
            <p:cNvPr id="5901" name="Google Shape;5901;p88"/>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2" name="Google Shape;5902;p88"/>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03" name="Google Shape;5903;p88"/>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04" name="Google Shape;5904;p88"/>
          <p:cNvGrpSpPr/>
          <p:nvPr/>
        </p:nvGrpSpPr>
        <p:grpSpPr>
          <a:xfrm>
            <a:off x="6297328" y="2303161"/>
            <a:ext cx="333585" cy="307287"/>
            <a:chOff x="2682350" y="2643425"/>
            <a:chExt cx="473775" cy="436425"/>
          </a:xfrm>
        </p:grpSpPr>
        <p:sp>
          <p:nvSpPr>
            <p:cNvPr id="5905" name="Google Shape;5905;p88"/>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6" name="Google Shape;5906;p88"/>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7" name="Google Shape;5907;p88"/>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8" name="Google Shape;5908;p88"/>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9" name="Google Shape;5909;p88"/>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0" name="Google Shape;5910;p88"/>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1" name="Google Shape;5911;p88"/>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12" name="Google Shape;5912;p88"/>
          <p:cNvGrpSpPr/>
          <p:nvPr/>
        </p:nvGrpSpPr>
        <p:grpSpPr>
          <a:xfrm>
            <a:off x="6762818" y="2287178"/>
            <a:ext cx="238531" cy="339253"/>
            <a:chOff x="3342725" y="2620775"/>
            <a:chExt cx="338775" cy="481825"/>
          </a:xfrm>
        </p:grpSpPr>
        <p:sp>
          <p:nvSpPr>
            <p:cNvPr id="5913" name="Google Shape;5913;p88"/>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4" name="Google Shape;5914;p88"/>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5" name="Google Shape;5915;p88"/>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16" name="Google Shape;5916;p88"/>
          <p:cNvGrpSpPr/>
          <p:nvPr/>
        </p:nvGrpSpPr>
        <p:grpSpPr>
          <a:xfrm>
            <a:off x="7156568" y="2287178"/>
            <a:ext cx="278296" cy="339253"/>
            <a:chOff x="3907325" y="2620775"/>
            <a:chExt cx="395250" cy="481825"/>
          </a:xfrm>
        </p:grpSpPr>
        <p:sp>
          <p:nvSpPr>
            <p:cNvPr id="5917" name="Google Shape;5917;p88"/>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8" name="Google Shape;5918;p88"/>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9" name="Google Shape;5919;p88"/>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0" name="Google Shape;5920;p88"/>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21" name="Google Shape;5921;p88"/>
          <p:cNvGrpSpPr/>
          <p:nvPr/>
        </p:nvGrpSpPr>
        <p:grpSpPr>
          <a:xfrm>
            <a:off x="7549755" y="2297783"/>
            <a:ext cx="339253" cy="318042"/>
            <a:chOff x="4456875" y="2635825"/>
            <a:chExt cx="481825" cy="451700"/>
          </a:xfrm>
        </p:grpSpPr>
        <p:sp>
          <p:nvSpPr>
            <p:cNvPr id="5922" name="Google Shape;5922;p88"/>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3" name="Google Shape;5923;p88"/>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4" name="Google Shape;5924;p88"/>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5" name="Google Shape;5925;p88"/>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6" name="Google Shape;5926;p88"/>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7" name="Google Shape;5927;p88"/>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28" name="Google Shape;5928;p88"/>
          <p:cNvGrpSpPr/>
          <p:nvPr/>
        </p:nvGrpSpPr>
        <p:grpSpPr>
          <a:xfrm>
            <a:off x="7974679" y="2297783"/>
            <a:ext cx="339253" cy="318042"/>
            <a:chOff x="5049725" y="2635825"/>
            <a:chExt cx="481825" cy="451700"/>
          </a:xfrm>
        </p:grpSpPr>
        <p:sp>
          <p:nvSpPr>
            <p:cNvPr id="5929" name="Google Shape;5929;p88"/>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0" name="Google Shape;5930;p88"/>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1" name="Google Shape;5931;p88"/>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32" name="Google Shape;5932;p88"/>
          <p:cNvGrpSpPr/>
          <p:nvPr/>
        </p:nvGrpSpPr>
        <p:grpSpPr>
          <a:xfrm>
            <a:off x="2375386" y="3952243"/>
            <a:ext cx="338566" cy="338373"/>
            <a:chOff x="5643000" y="2621375"/>
            <a:chExt cx="480850" cy="480575"/>
          </a:xfrm>
        </p:grpSpPr>
        <p:sp>
          <p:nvSpPr>
            <p:cNvPr id="5933" name="Google Shape;5933;p88"/>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4" name="Google Shape;5934;p88"/>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5" name="Google Shape;5935;p88"/>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6" name="Google Shape;5936;p88"/>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7" name="Google Shape;5937;p88"/>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8" name="Google Shape;5938;p88"/>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9" name="Google Shape;5939;p88"/>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40" name="Google Shape;5940;p88"/>
          <p:cNvGrpSpPr/>
          <p:nvPr/>
        </p:nvGrpSpPr>
        <p:grpSpPr>
          <a:xfrm>
            <a:off x="4192782" y="3951803"/>
            <a:ext cx="339359" cy="339253"/>
            <a:chOff x="6235250" y="2620775"/>
            <a:chExt cx="481975" cy="481825"/>
          </a:xfrm>
        </p:grpSpPr>
        <p:sp>
          <p:nvSpPr>
            <p:cNvPr id="5941" name="Google Shape;5941;p88"/>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2" name="Google Shape;5942;p88"/>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3" name="Google Shape;5943;p88"/>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4" name="Google Shape;5944;p88"/>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5" name="Google Shape;5945;p88"/>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46" name="Google Shape;5946;p88"/>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47" name="Google Shape;5947;p88"/>
          <p:cNvGrpSpPr/>
          <p:nvPr/>
        </p:nvGrpSpPr>
        <p:grpSpPr>
          <a:xfrm>
            <a:off x="5472652" y="2711317"/>
            <a:ext cx="341101" cy="339253"/>
            <a:chOff x="1535000" y="3223325"/>
            <a:chExt cx="484450" cy="481825"/>
          </a:xfrm>
        </p:grpSpPr>
        <p:sp>
          <p:nvSpPr>
            <p:cNvPr id="5948" name="Google Shape;5948;p88"/>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9" name="Google Shape;5949;p88"/>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0" name="Google Shape;5950;p88"/>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1" name="Google Shape;5951;p88"/>
          <p:cNvGrpSpPr/>
          <p:nvPr/>
        </p:nvGrpSpPr>
        <p:grpSpPr>
          <a:xfrm>
            <a:off x="5880219" y="2746618"/>
            <a:ext cx="339253" cy="268649"/>
            <a:chOff x="2085525" y="3263750"/>
            <a:chExt cx="481825" cy="381550"/>
          </a:xfrm>
        </p:grpSpPr>
        <p:sp>
          <p:nvSpPr>
            <p:cNvPr id="5952" name="Google Shape;5952;p88"/>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3" name="Google Shape;5953;p88"/>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54" name="Google Shape;5954;p88"/>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55" name="Google Shape;5955;p88"/>
          <p:cNvGrpSpPr/>
          <p:nvPr/>
        </p:nvGrpSpPr>
        <p:grpSpPr>
          <a:xfrm>
            <a:off x="6711982" y="2711308"/>
            <a:ext cx="340204" cy="339271"/>
            <a:chOff x="3270450" y="3213625"/>
            <a:chExt cx="483175" cy="481850"/>
          </a:xfrm>
        </p:grpSpPr>
        <p:sp>
          <p:nvSpPr>
            <p:cNvPr id="5956" name="Google Shape;5956;p88"/>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7" name="Google Shape;5957;p88"/>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8" name="Google Shape;5958;p88"/>
          <p:cNvGrpSpPr/>
          <p:nvPr/>
        </p:nvGrpSpPr>
        <p:grpSpPr>
          <a:xfrm>
            <a:off x="7211250" y="2711317"/>
            <a:ext cx="168931" cy="339253"/>
            <a:chOff x="3984950" y="3213600"/>
            <a:chExt cx="239925" cy="481825"/>
          </a:xfrm>
        </p:grpSpPr>
        <p:sp>
          <p:nvSpPr>
            <p:cNvPr id="5959" name="Google Shape;5959;p88"/>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0" name="Google Shape;5960;p88"/>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61" name="Google Shape;5961;p88"/>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2" name="Google Shape;5962;p88"/>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63" name="Google Shape;5963;p88"/>
          <p:cNvGrpSpPr/>
          <p:nvPr/>
        </p:nvGrpSpPr>
        <p:grpSpPr>
          <a:xfrm>
            <a:off x="1874281" y="3981487"/>
            <a:ext cx="355218" cy="279880"/>
            <a:chOff x="5629975" y="3255775"/>
            <a:chExt cx="504500" cy="397500"/>
          </a:xfrm>
        </p:grpSpPr>
        <p:sp>
          <p:nvSpPr>
            <p:cNvPr id="5964" name="Google Shape;5964;p88"/>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5" name="Google Shape;5965;p88"/>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6" name="Google Shape;5966;p88"/>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7" name="Google Shape;5967;p88"/>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8" name="Google Shape;5968;p88"/>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69" name="Google Shape;5969;p88"/>
          <p:cNvGrpSpPr/>
          <p:nvPr/>
        </p:nvGrpSpPr>
        <p:grpSpPr>
          <a:xfrm>
            <a:off x="3755839" y="3981593"/>
            <a:ext cx="340256" cy="279669"/>
            <a:chOff x="6234950" y="3255925"/>
            <a:chExt cx="483250" cy="397200"/>
          </a:xfrm>
        </p:grpSpPr>
        <p:sp>
          <p:nvSpPr>
            <p:cNvPr id="5970" name="Google Shape;5970;p88"/>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1" name="Google Shape;5971;p88"/>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2" name="Google Shape;5972;p88"/>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3" name="Google Shape;5973;p88"/>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4" name="Google Shape;5974;p88"/>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5" name="Google Shape;5975;p88"/>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76" name="Google Shape;5976;p88"/>
          <p:cNvGrpSpPr/>
          <p:nvPr/>
        </p:nvGrpSpPr>
        <p:grpSpPr>
          <a:xfrm>
            <a:off x="5051107" y="3125970"/>
            <a:ext cx="318042" cy="339253"/>
            <a:chOff x="914900" y="3806450"/>
            <a:chExt cx="451700" cy="481825"/>
          </a:xfrm>
        </p:grpSpPr>
        <p:sp>
          <p:nvSpPr>
            <p:cNvPr id="5977" name="Google Shape;5977;p88"/>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8" name="Google Shape;5978;p88"/>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9" name="Google Shape;5979;p88"/>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0" name="Google Shape;5980;p88"/>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1" name="Google Shape;5981;p88"/>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82" name="Google Shape;5982;p88"/>
          <p:cNvGrpSpPr/>
          <p:nvPr/>
        </p:nvGrpSpPr>
        <p:grpSpPr>
          <a:xfrm>
            <a:off x="5470028" y="3125785"/>
            <a:ext cx="346347" cy="339623"/>
            <a:chOff x="1490050" y="3805975"/>
            <a:chExt cx="491900" cy="482350"/>
          </a:xfrm>
        </p:grpSpPr>
        <p:sp>
          <p:nvSpPr>
            <p:cNvPr id="5983" name="Google Shape;5983;p88"/>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4" name="Google Shape;5984;p88"/>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5" name="Google Shape;5985;p88"/>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6" name="Google Shape;5986;p88"/>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87" name="Google Shape;5987;p88"/>
          <p:cNvGrpSpPr/>
          <p:nvPr/>
        </p:nvGrpSpPr>
        <p:grpSpPr>
          <a:xfrm>
            <a:off x="5893896" y="3125970"/>
            <a:ext cx="311899" cy="339253"/>
            <a:chOff x="2104275" y="3806450"/>
            <a:chExt cx="442975" cy="481825"/>
          </a:xfrm>
        </p:grpSpPr>
        <p:sp>
          <p:nvSpPr>
            <p:cNvPr id="5988" name="Google Shape;5988;p88"/>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9" name="Google Shape;5989;p88"/>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0" name="Google Shape;5990;p88"/>
          <p:cNvGrpSpPr/>
          <p:nvPr/>
        </p:nvGrpSpPr>
        <p:grpSpPr>
          <a:xfrm>
            <a:off x="6317413" y="3125970"/>
            <a:ext cx="293416" cy="339253"/>
            <a:chOff x="2710875" y="3806450"/>
            <a:chExt cx="416725" cy="481825"/>
          </a:xfrm>
        </p:grpSpPr>
        <p:sp>
          <p:nvSpPr>
            <p:cNvPr id="5991" name="Google Shape;5991;p88"/>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2" name="Google Shape;5992;p88"/>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3" name="Google Shape;5993;p88"/>
          <p:cNvGrpSpPr/>
          <p:nvPr/>
        </p:nvGrpSpPr>
        <p:grpSpPr>
          <a:xfrm>
            <a:off x="6712457" y="3166412"/>
            <a:ext cx="339253" cy="258369"/>
            <a:chOff x="3271200" y="3863875"/>
            <a:chExt cx="481825" cy="366950"/>
          </a:xfrm>
        </p:grpSpPr>
        <p:sp>
          <p:nvSpPr>
            <p:cNvPr id="5994" name="Google Shape;5994;p88"/>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5" name="Google Shape;5995;p88"/>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6" name="Google Shape;5996;p88"/>
          <p:cNvGrpSpPr/>
          <p:nvPr/>
        </p:nvGrpSpPr>
        <p:grpSpPr>
          <a:xfrm>
            <a:off x="7147952" y="3126199"/>
            <a:ext cx="295528" cy="338795"/>
            <a:chOff x="3895050" y="3806775"/>
            <a:chExt cx="419725" cy="481175"/>
          </a:xfrm>
        </p:grpSpPr>
        <p:sp>
          <p:nvSpPr>
            <p:cNvPr id="5997" name="Google Shape;5997;p88"/>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8" name="Google Shape;5998;p88"/>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9" name="Google Shape;5999;p88"/>
          <p:cNvGrpSpPr/>
          <p:nvPr/>
        </p:nvGrpSpPr>
        <p:grpSpPr>
          <a:xfrm>
            <a:off x="7551234" y="3125979"/>
            <a:ext cx="336296" cy="339235"/>
            <a:chOff x="4464775" y="3806475"/>
            <a:chExt cx="477625" cy="481800"/>
          </a:xfrm>
        </p:grpSpPr>
        <p:sp>
          <p:nvSpPr>
            <p:cNvPr id="6000" name="Google Shape;6000;p88"/>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1" name="Google Shape;6001;p88"/>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2" name="Google Shape;6002;p88"/>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3" name="Google Shape;6003;p88"/>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4" name="Google Shape;6004;p88"/>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5" name="Google Shape;6005;p88"/>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06" name="Google Shape;6006;p88"/>
          <p:cNvGrpSpPr/>
          <p:nvPr/>
        </p:nvGrpSpPr>
        <p:grpSpPr>
          <a:xfrm>
            <a:off x="7974679" y="3125970"/>
            <a:ext cx="339253" cy="339253"/>
            <a:chOff x="5049725" y="3806450"/>
            <a:chExt cx="481825" cy="481825"/>
          </a:xfrm>
        </p:grpSpPr>
        <p:sp>
          <p:nvSpPr>
            <p:cNvPr id="6007" name="Google Shape;6007;p88"/>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8" name="Google Shape;6008;p88"/>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9" name="Google Shape;6009;p88"/>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0" name="Google Shape;6010;p88"/>
          <p:cNvGrpSpPr/>
          <p:nvPr/>
        </p:nvGrpSpPr>
        <p:grpSpPr>
          <a:xfrm>
            <a:off x="1461983" y="3951798"/>
            <a:ext cx="339253" cy="339253"/>
            <a:chOff x="5651375" y="3806450"/>
            <a:chExt cx="481825" cy="481825"/>
          </a:xfrm>
        </p:grpSpPr>
        <p:sp>
          <p:nvSpPr>
            <p:cNvPr id="6011" name="Google Shape;6011;p88"/>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2" name="Google Shape;6012;p88"/>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3" name="Google Shape;6013;p88"/>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4" name="Google Shape;6014;p88"/>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5" name="Google Shape;6015;p88"/>
          <p:cNvGrpSpPr/>
          <p:nvPr/>
        </p:nvGrpSpPr>
        <p:grpSpPr>
          <a:xfrm>
            <a:off x="3360663" y="3953787"/>
            <a:ext cx="298503" cy="335275"/>
            <a:chOff x="6264300" y="3809300"/>
            <a:chExt cx="423950" cy="476175"/>
          </a:xfrm>
        </p:grpSpPr>
        <p:sp>
          <p:nvSpPr>
            <p:cNvPr id="6016" name="Google Shape;6016;p88"/>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7" name="Google Shape;6017;p88"/>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8" name="Google Shape;6018;p88"/>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9" name="Google Shape;6019;p88"/>
          <p:cNvGrpSpPr/>
          <p:nvPr/>
        </p:nvGrpSpPr>
        <p:grpSpPr>
          <a:xfrm>
            <a:off x="5039841" y="3538881"/>
            <a:ext cx="340573" cy="339271"/>
            <a:chOff x="898875" y="4399275"/>
            <a:chExt cx="483700" cy="481850"/>
          </a:xfrm>
        </p:grpSpPr>
        <p:sp>
          <p:nvSpPr>
            <p:cNvPr id="6020" name="Google Shape;6020;p88"/>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1" name="Google Shape;6021;p88"/>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2" name="Google Shape;6022;p88"/>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3" name="Google Shape;6023;p88"/>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4" name="Google Shape;6024;p88"/>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5" name="Google Shape;6025;p88"/>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6" name="Google Shape;6026;p88"/>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7" name="Google Shape;6027;p88"/>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28" name="Google Shape;6028;p88"/>
          <p:cNvGrpSpPr/>
          <p:nvPr/>
        </p:nvGrpSpPr>
        <p:grpSpPr>
          <a:xfrm>
            <a:off x="5473575" y="3554133"/>
            <a:ext cx="339253" cy="308765"/>
            <a:chOff x="1492675" y="4420975"/>
            <a:chExt cx="481825" cy="438525"/>
          </a:xfrm>
        </p:grpSpPr>
        <p:sp>
          <p:nvSpPr>
            <p:cNvPr id="6029" name="Google Shape;6029;p88"/>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0" name="Google Shape;6030;p88"/>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1" name="Google Shape;6031;p88"/>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2" name="Google Shape;6032;p88"/>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3" name="Google Shape;6033;p88"/>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34" name="Google Shape;6034;p88"/>
          <p:cNvGrpSpPr/>
          <p:nvPr/>
        </p:nvGrpSpPr>
        <p:grpSpPr>
          <a:xfrm>
            <a:off x="5878556" y="3539558"/>
            <a:ext cx="342580" cy="337915"/>
            <a:chOff x="2084100" y="4400250"/>
            <a:chExt cx="486550" cy="479925"/>
          </a:xfrm>
        </p:grpSpPr>
        <p:sp>
          <p:nvSpPr>
            <p:cNvPr id="6035" name="Google Shape;6035;p88"/>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6" name="Google Shape;6036;p88"/>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7" name="Google Shape;6037;p88"/>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8" name="Google Shape;6038;p88"/>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9" name="Google Shape;6039;p88"/>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0" name="Google Shape;6040;p88"/>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41" name="Google Shape;6041;p88"/>
          <p:cNvGrpSpPr/>
          <p:nvPr/>
        </p:nvGrpSpPr>
        <p:grpSpPr>
          <a:xfrm>
            <a:off x="6315036" y="3538907"/>
            <a:ext cx="298169" cy="339218"/>
            <a:chOff x="2707950" y="4399325"/>
            <a:chExt cx="423475" cy="481775"/>
          </a:xfrm>
        </p:grpSpPr>
        <p:sp>
          <p:nvSpPr>
            <p:cNvPr id="6042" name="Google Shape;6042;p88"/>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3" name="Google Shape;6043;p88"/>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4" name="Google Shape;6044;p88"/>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5" name="Google Shape;6045;p88"/>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6" name="Google Shape;6046;p88"/>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7" name="Google Shape;6047;p88"/>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8" name="Google Shape;6048;p88"/>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9" name="Google Shape;6049;p88"/>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0" name="Google Shape;6050;p88"/>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1" name="Google Shape;6051;p88"/>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2" name="Google Shape;6052;p88"/>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3" name="Google Shape;6053;p88"/>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54" name="Google Shape;6054;p88"/>
          <p:cNvGrpSpPr/>
          <p:nvPr/>
        </p:nvGrpSpPr>
        <p:grpSpPr>
          <a:xfrm>
            <a:off x="6744555" y="3538881"/>
            <a:ext cx="275057" cy="339271"/>
            <a:chOff x="3330525" y="4399275"/>
            <a:chExt cx="390650" cy="481850"/>
          </a:xfrm>
        </p:grpSpPr>
        <p:sp>
          <p:nvSpPr>
            <p:cNvPr id="6055" name="Google Shape;6055;p88"/>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6" name="Google Shape;6056;p88"/>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7" name="Google Shape;6057;p88"/>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8" name="Google Shape;6058;p88"/>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9" name="Google Shape;6059;p88"/>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0" name="Google Shape;6060;p88"/>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1" name="Google Shape;6061;p88"/>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62" name="Google Shape;6062;p88"/>
          <p:cNvGrpSpPr/>
          <p:nvPr/>
        </p:nvGrpSpPr>
        <p:grpSpPr>
          <a:xfrm>
            <a:off x="7169084" y="3538890"/>
            <a:ext cx="253265" cy="339253"/>
            <a:chOff x="3938800" y="4399275"/>
            <a:chExt cx="359700" cy="481825"/>
          </a:xfrm>
        </p:grpSpPr>
        <p:sp>
          <p:nvSpPr>
            <p:cNvPr id="6063" name="Google Shape;6063;p88"/>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4" name="Google Shape;6064;p88"/>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5" name="Google Shape;6065;p88"/>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6" name="Google Shape;6066;p88"/>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7" name="Google Shape;6067;p88"/>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68" name="Google Shape;6068;p88"/>
          <p:cNvGrpSpPr/>
          <p:nvPr/>
        </p:nvGrpSpPr>
        <p:grpSpPr>
          <a:xfrm>
            <a:off x="7639862" y="3538890"/>
            <a:ext cx="159039" cy="339253"/>
            <a:chOff x="4584850" y="4399275"/>
            <a:chExt cx="225875" cy="481825"/>
          </a:xfrm>
        </p:grpSpPr>
        <p:sp>
          <p:nvSpPr>
            <p:cNvPr id="6069" name="Google Shape;6069;p88"/>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0" name="Google Shape;6070;p88"/>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071" name="Google Shape;6071;p88"/>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072" name="Google Shape;6072;p88"/>
          <p:cNvGrpSpPr/>
          <p:nvPr/>
        </p:nvGrpSpPr>
        <p:grpSpPr>
          <a:xfrm>
            <a:off x="1049680" y="3951795"/>
            <a:ext cx="339253" cy="339253"/>
            <a:chOff x="5642550" y="4399275"/>
            <a:chExt cx="481825" cy="481825"/>
          </a:xfrm>
        </p:grpSpPr>
        <p:sp>
          <p:nvSpPr>
            <p:cNvPr id="6073" name="Google Shape;6073;p88"/>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4" name="Google Shape;6074;p88"/>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75" name="Google Shape;6075;p88"/>
          <p:cNvGrpSpPr/>
          <p:nvPr/>
        </p:nvGrpSpPr>
        <p:grpSpPr>
          <a:xfrm>
            <a:off x="2859815" y="3963703"/>
            <a:ext cx="363316" cy="315437"/>
            <a:chOff x="6218300" y="4416175"/>
            <a:chExt cx="516000" cy="448000"/>
          </a:xfrm>
        </p:grpSpPr>
        <p:sp>
          <p:nvSpPr>
            <p:cNvPr id="6076" name="Google Shape;6076;p88"/>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7" name="Google Shape;6077;p88"/>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8" name="Google Shape;6078;p88"/>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79" name="Google Shape;6079;p88"/>
          <p:cNvGrpSpPr/>
          <p:nvPr/>
        </p:nvGrpSpPr>
        <p:grpSpPr>
          <a:xfrm>
            <a:off x="5918879" y="3951792"/>
            <a:ext cx="339253" cy="339253"/>
            <a:chOff x="899850" y="4992125"/>
            <a:chExt cx="481825" cy="481825"/>
          </a:xfrm>
        </p:grpSpPr>
        <p:sp>
          <p:nvSpPr>
            <p:cNvPr id="6080" name="Google Shape;6080;p88"/>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1" name="Google Shape;6081;p88"/>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2" name="Google Shape;6082;p88"/>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3" name="Google Shape;6083;p88"/>
          <p:cNvGrpSpPr/>
          <p:nvPr/>
        </p:nvGrpSpPr>
        <p:grpSpPr>
          <a:xfrm>
            <a:off x="5461708" y="3951792"/>
            <a:ext cx="339253" cy="339253"/>
            <a:chOff x="1492675" y="4992125"/>
            <a:chExt cx="481825" cy="481825"/>
          </a:xfrm>
        </p:grpSpPr>
        <p:sp>
          <p:nvSpPr>
            <p:cNvPr id="6084" name="Google Shape;6084;p88"/>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5" name="Google Shape;6085;p88"/>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6" name="Google Shape;6086;p88"/>
          <p:cNvGrpSpPr/>
          <p:nvPr/>
        </p:nvGrpSpPr>
        <p:grpSpPr>
          <a:xfrm>
            <a:off x="5004462" y="3951792"/>
            <a:ext cx="339253" cy="339253"/>
            <a:chOff x="2085525" y="4992125"/>
            <a:chExt cx="481825" cy="481825"/>
          </a:xfrm>
        </p:grpSpPr>
        <p:sp>
          <p:nvSpPr>
            <p:cNvPr id="6087" name="Google Shape;6087;p88"/>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8" name="Google Shape;6088;p88"/>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9" name="Google Shape;6089;p88"/>
          <p:cNvGrpSpPr/>
          <p:nvPr/>
        </p:nvGrpSpPr>
        <p:grpSpPr>
          <a:xfrm>
            <a:off x="6833221" y="3951792"/>
            <a:ext cx="339253" cy="339253"/>
            <a:chOff x="2678350" y="4992125"/>
            <a:chExt cx="481825" cy="481825"/>
          </a:xfrm>
        </p:grpSpPr>
        <p:sp>
          <p:nvSpPr>
            <p:cNvPr id="6090" name="Google Shape;6090;p88"/>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1" name="Google Shape;6091;p88"/>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2" name="Google Shape;6092;p88"/>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3" name="Google Shape;6093;p88"/>
          <p:cNvGrpSpPr/>
          <p:nvPr/>
        </p:nvGrpSpPr>
        <p:grpSpPr>
          <a:xfrm>
            <a:off x="4628816" y="3951792"/>
            <a:ext cx="339253" cy="339253"/>
            <a:chOff x="3271200" y="4992125"/>
            <a:chExt cx="481825" cy="481825"/>
          </a:xfrm>
        </p:grpSpPr>
        <p:sp>
          <p:nvSpPr>
            <p:cNvPr id="6094" name="Google Shape;6094;p88"/>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5" name="Google Shape;6095;p88"/>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6" name="Google Shape;6096;p88"/>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7" name="Google Shape;6097;p88"/>
          <p:cNvGrpSpPr/>
          <p:nvPr/>
        </p:nvGrpSpPr>
        <p:grpSpPr>
          <a:xfrm>
            <a:off x="7290263" y="3952822"/>
            <a:ext cx="339411" cy="337193"/>
            <a:chOff x="3863900" y="4993625"/>
            <a:chExt cx="482050" cy="478900"/>
          </a:xfrm>
        </p:grpSpPr>
        <p:sp>
          <p:nvSpPr>
            <p:cNvPr id="6098" name="Google Shape;6098;p88"/>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9" name="Google Shape;6099;p88"/>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0" name="Google Shape;6100;p88"/>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1" name="Google Shape;6101;p88"/>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2" name="Google Shape;6102;p88"/>
          <p:cNvGrpSpPr/>
          <p:nvPr/>
        </p:nvGrpSpPr>
        <p:grpSpPr>
          <a:xfrm>
            <a:off x="7747437" y="3952822"/>
            <a:ext cx="339411" cy="337193"/>
            <a:chOff x="4456725" y="4993625"/>
            <a:chExt cx="482050" cy="478900"/>
          </a:xfrm>
        </p:grpSpPr>
        <p:sp>
          <p:nvSpPr>
            <p:cNvPr id="6103" name="Google Shape;6103;p88"/>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4" name="Google Shape;6104;p88"/>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5" name="Google Shape;6105;p88"/>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6" name="Google Shape;6106;p88"/>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7" name="Google Shape;6107;p88"/>
          <p:cNvGrpSpPr/>
          <p:nvPr/>
        </p:nvGrpSpPr>
        <p:grpSpPr>
          <a:xfrm>
            <a:off x="6376030" y="3952813"/>
            <a:ext cx="339411" cy="337211"/>
            <a:chOff x="5049575" y="4993600"/>
            <a:chExt cx="482050" cy="478925"/>
          </a:xfrm>
        </p:grpSpPr>
        <p:sp>
          <p:nvSpPr>
            <p:cNvPr id="6108" name="Google Shape;6108;p88"/>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9" name="Google Shape;6109;p88"/>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0" name="Google Shape;6110;p88"/>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1" name="Google Shape;6111;p88"/>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12" name="Google Shape;6112;p88"/>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6113" name="Google Shape;6113;p8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6117"/>
        <p:cNvGrpSpPr/>
        <p:nvPr/>
      </p:nvGrpSpPr>
      <p:grpSpPr>
        <a:xfrm>
          <a:off x="0" y="0"/>
          <a:ext cx="0" cy="0"/>
          <a:chOff x="0" y="0"/>
          <a:chExt cx="0" cy="0"/>
        </a:xfrm>
      </p:grpSpPr>
      <p:grpSp>
        <p:nvGrpSpPr>
          <p:cNvPr id="6118" name="Google Shape;6118;p89"/>
          <p:cNvGrpSpPr/>
          <p:nvPr/>
        </p:nvGrpSpPr>
        <p:grpSpPr>
          <a:xfrm>
            <a:off x="876361" y="1308054"/>
            <a:ext cx="322099" cy="370529"/>
            <a:chOff x="-42971725" y="3217825"/>
            <a:chExt cx="275675" cy="317125"/>
          </a:xfrm>
        </p:grpSpPr>
        <p:sp>
          <p:nvSpPr>
            <p:cNvPr id="6119" name="Google Shape;6119;p89"/>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9"/>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9"/>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2" name="Google Shape;6122;p89"/>
          <p:cNvGrpSpPr/>
          <p:nvPr/>
        </p:nvGrpSpPr>
        <p:grpSpPr>
          <a:xfrm>
            <a:off x="848276" y="1776710"/>
            <a:ext cx="378270" cy="337551"/>
            <a:chOff x="-42996150" y="3612600"/>
            <a:chExt cx="323750" cy="288900"/>
          </a:xfrm>
        </p:grpSpPr>
        <p:sp>
          <p:nvSpPr>
            <p:cNvPr id="6123" name="Google Shape;6123;p89"/>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9"/>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9"/>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89"/>
          <p:cNvGrpSpPr/>
          <p:nvPr/>
        </p:nvGrpSpPr>
        <p:grpSpPr>
          <a:xfrm>
            <a:off x="851036" y="2186080"/>
            <a:ext cx="372749" cy="370909"/>
            <a:chOff x="-42994575" y="3950300"/>
            <a:chExt cx="319025" cy="317450"/>
          </a:xfrm>
        </p:grpSpPr>
        <p:sp>
          <p:nvSpPr>
            <p:cNvPr id="6127" name="Google Shape;6127;p89"/>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9"/>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9"/>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0" name="Google Shape;6130;p89"/>
          <p:cNvGrpSpPr/>
          <p:nvPr/>
        </p:nvGrpSpPr>
        <p:grpSpPr>
          <a:xfrm>
            <a:off x="3004431" y="1332912"/>
            <a:ext cx="371785" cy="370879"/>
            <a:chOff x="-41111350" y="3239100"/>
            <a:chExt cx="318200" cy="317425"/>
          </a:xfrm>
        </p:grpSpPr>
        <p:sp>
          <p:nvSpPr>
            <p:cNvPr id="6131" name="Google Shape;6131;p89"/>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9"/>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9"/>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9"/>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5" name="Google Shape;6135;p89"/>
          <p:cNvGrpSpPr/>
          <p:nvPr/>
        </p:nvGrpSpPr>
        <p:grpSpPr>
          <a:xfrm>
            <a:off x="3000751" y="1768444"/>
            <a:ext cx="379146" cy="370967"/>
            <a:chOff x="-41117650" y="3605525"/>
            <a:chExt cx="324500" cy="317500"/>
          </a:xfrm>
        </p:grpSpPr>
        <p:sp>
          <p:nvSpPr>
            <p:cNvPr id="6136" name="Google Shape;6136;p89"/>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9"/>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9"/>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9" name="Google Shape;6139;p89"/>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0" name="Google Shape;6140;p89"/>
          <p:cNvGrpSpPr/>
          <p:nvPr/>
        </p:nvGrpSpPr>
        <p:grpSpPr>
          <a:xfrm>
            <a:off x="1827005" y="2659967"/>
            <a:ext cx="216271" cy="371814"/>
            <a:chOff x="-39205300" y="3220175"/>
            <a:chExt cx="185100" cy="318225"/>
          </a:xfrm>
        </p:grpSpPr>
        <p:sp>
          <p:nvSpPr>
            <p:cNvPr id="6141" name="Google Shape;6141;p89"/>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9"/>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89"/>
          <p:cNvGrpSpPr/>
          <p:nvPr/>
        </p:nvGrpSpPr>
        <p:grpSpPr>
          <a:xfrm>
            <a:off x="1792533" y="3120038"/>
            <a:ext cx="300016" cy="369273"/>
            <a:chOff x="-39248625" y="3588600"/>
            <a:chExt cx="256775" cy="316050"/>
          </a:xfrm>
        </p:grpSpPr>
        <p:sp>
          <p:nvSpPr>
            <p:cNvPr id="6144" name="Google Shape;6144;p89"/>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9"/>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6" name="Google Shape;6146;p89"/>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9"/>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8" name="Google Shape;6148;p89"/>
          <p:cNvGrpSpPr/>
          <p:nvPr/>
        </p:nvGrpSpPr>
        <p:grpSpPr>
          <a:xfrm>
            <a:off x="1243246" y="1308054"/>
            <a:ext cx="429504" cy="370879"/>
            <a:chOff x="-42651700" y="3217825"/>
            <a:chExt cx="367600" cy="317425"/>
          </a:xfrm>
        </p:grpSpPr>
        <p:sp>
          <p:nvSpPr>
            <p:cNvPr id="6149" name="Google Shape;6149;p89"/>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9"/>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9"/>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9"/>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89"/>
          <p:cNvGrpSpPr/>
          <p:nvPr/>
        </p:nvGrpSpPr>
        <p:grpSpPr>
          <a:xfrm>
            <a:off x="1278678" y="1747704"/>
            <a:ext cx="358640" cy="363226"/>
            <a:chOff x="-42617300" y="3587775"/>
            <a:chExt cx="306950" cy="310875"/>
          </a:xfrm>
        </p:grpSpPr>
        <p:sp>
          <p:nvSpPr>
            <p:cNvPr id="6154" name="Google Shape;6154;p89"/>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9"/>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6" name="Google Shape;6156;p89"/>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57" name="Google Shape;6157;p89"/>
          <p:cNvGrpSpPr/>
          <p:nvPr/>
        </p:nvGrpSpPr>
        <p:grpSpPr>
          <a:xfrm>
            <a:off x="3450506" y="1332445"/>
            <a:ext cx="376926" cy="370324"/>
            <a:chOff x="-40748275" y="3238700"/>
            <a:chExt cx="322600" cy="316950"/>
          </a:xfrm>
        </p:grpSpPr>
        <p:sp>
          <p:nvSpPr>
            <p:cNvPr id="6158" name="Google Shape;6158;p89"/>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9"/>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9"/>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9"/>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9"/>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9"/>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4" name="Google Shape;6164;p89"/>
          <p:cNvGrpSpPr/>
          <p:nvPr/>
        </p:nvGrpSpPr>
        <p:grpSpPr>
          <a:xfrm>
            <a:off x="3453062" y="1800429"/>
            <a:ext cx="371814" cy="338690"/>
            <a:chOff x="-40745125" y="3632900"/>
            <a:chExt cx="318225" cy="289875"/>
          </a:xfrm>
        </p:grpSpPr>
        <p:sp>
          <p:nvSpPr>
            <p:cNvPr id="6165" name="Google Shape;6165;p89"/>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9"/>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9"/>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9"/>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9"/>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9"/>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9"/>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89"/>
          <p:cNvGrpSpPr/>
          <p:nvPr/>
        </p:nvGrpSpPr>
        <p:grpSpPr>
          <a:xfrm>
            <a:off x="3457209" y="2211639"/>
            <a:ext cx="363518" cy="370178"/>
            <a:chOff x="-40742750" y="3972175"/>
            <a:chExt cx="311125" cy="316825"/>
          </a:xfrm>
        </p:grpSpPr>
        <p:sp>
          <p:nvSpPr>
            <p:cNvPr id="6173" name="Google Shape;6173;p89"/>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9"/>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89"/>
          <p:cNvGrpSpPr/>
          <p:nvPr/>
        </p:nvGrpSpPr>
        <p:grpSpPr>
          <a:xfrm>
            <a:off x="2239871" y="2661807"/>
            <a:ext cx="266892" cy="369974"/>
            <a:chOff x="-38860325" y="3221750"/>
            <a:chExt cx="228425" cy="316650"/>
          </a:xfrm>
        </p:grpSpPr>
        <p:sp>
          <p:nvSpPr>
            <p:cNvPr id="6176" name="Google Shape;6176;p89"/>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9"/>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9"/>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9"/>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89"/>
          <p:cNvGrpSpPr/>
          <p:nvPr/>
        </p:nvGrpSpPr>
        <p:grpSpPr>
          <a:xfrm>
            <a:off x="2190678" y="3123864"/>
            <a:ext cx="380081" cy="367111"/>
            <a:chOff x="-38905225" y="3591875"/>
            <a:chExt cx="325300" cy="314200"/>
          </a:xfrm>
        </p:grpSpPr>
        <p:sp>
          <p:nvSpPr>
            <p:cNvPr id="6181" name="Google Shape;6181;p89"/>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9"/>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9"/>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4" name="Google Shape;6184;p89"/>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5" name="Google Shape;6185;p89"/>
          <p:cNvGrpSpPr/>
          <p:nvPr/>
        </p:nvGrpSpPr>
        <p:grpSpPr>
          <a:xfrm>
            <a:off x="3997427" y="3108944"/>
            <a:ext cx="290815" cy="369740"/>
            <a:chOff x="-37370925" y="3579105"/>
            <a:chExt cx="248900" cy="316450"/>
          </a:xfrm>
        </p:grpSpPr>
        <p:sp>
          <p:nvSpPr>
            <p:cNvPr id="6186" name="Google Shape;6186;p89"/>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9"/>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8" name="Google Shape;6188;p89"/>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9"/>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0" name="Google Shape;6190;p89"/>
          <p:cNvGrpSpPr/>
          <p:nvPr/>
        </p:nvGrpSpPr>
        <p:grpSpPr>
          <a:xfrm>
            <a:off x="1690803" y="2187015"/>
            <a:ext cx="371814" cy="369974"/>
            <a:chOff x="-42259725" y="3951100"/>
            <a:chExt cx="318225" cy="316650"/>
          </a:xfrm>
        </p:grpSpPr>
        <p:sp>
          <p:nvSpPr>
            <p:cNvPr id="6191" name="Google Shape;6191;p89"/>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9"/>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89"/>
          <p:cNvGrpSpPr/>
          <p:nvPr/>
        </p:nvGrpSpPr>
        <p:grpSpPr>
          <a:xfrm>
            <a:off x="3889164" y="1366036"/>
            <a:ext cx="370879" cy="337755"/>
            <a:chOff x="-40378075" y="3267450"/>
            <a:chExt cx="317425" cy="289075"/>
          </a:xfrm>
        </p:grpSpPr>
        <p:sp>
          <p:nvSpPr>
            <p:cNvPr id="6194" name="Google Shape;6194;p89"/>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9"/>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9"/>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9"/>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8" name="Google Shape;6198;p89"/>
          <p:cNvGrpSpPr/>
          <p:nvPr/>
        </p:nvGrpSpPr>
        <p:grpSpPr>
          <a:xfrm>
            <a:off x="3892830" y="1767304"/>
            <a:ext cx="363548" cy="369974"/>
            <a:chOff x="-40372575" y="3604550"/>
            <a:chExt cx="311150" cy="316650"/>
          </a:xfrm>
        </p:grpSpPr>
        <p:sp>
          <p:nvSpPr>
            <p:cNvPr id="6199" name="Google Shape;6199;p89"/>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9"/>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9"/>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2" name="Google Shape;6202;p89"/>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3" name="Google Shape;6203;p89"/>
          <p:cNvGrpSpPr/>
          <p:nvPr/>
        </p:nvGrpSpPr>
        <p:grpSpPr>
          <a:xfrm>
            <a:off x="2616780" y="2659967"/>
            <a:ext cx="399038" cy="372165"/>
            <a:chOff x="-38542250" y="3220175"/>
            <a:chExt cx="341525" cy="318525"/>
          </a:xfrm>
        </p:grpSpPr>
        <p:sp>
          <p:nvSpPr>
            <p:cNvPr id="6204" name="Google Shape;6204;p89"/>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9"/>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9"/>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89"/>
          <p:cNvGrpSpPr/>
          <p:nvPr/>
        </p:nvGrpSpPr>
        <p:grpSpPr>
          <a:xfrm>
            <a:off x="2638712" y="3119337"/>
            <a:ext cx="369974" cy="369068"/>
            <a:chOff x="-38537400" y="3588000"/>
            <a:chExt cx="316650" cy="315875"/>
          </a:xfrm>
        </p:grpSpPr>
        <p:sp>
          <p:nvSpPr>
            <p:cNvPr id="6208" name="Google Shape;6208;p89"/>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9"/>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9"/>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9"/>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2" name="Google Shape;6212;p89"/>
          <p:cNvGrpSpPr/>
          <p:nvPr/>
        </p:nvGrpSpPr>
        <p:grpSpPr>
          <a:xfrm>
            <a:off x="2637792" y="3576866"/>
            <a:ext cx="371814" cy="369974"/>
            <a:chOff x="-38538975" y="3954250"/>
            <a:chExt cx="318225" cy="316650"/>
          </a:xfrm>
        </p:grpSpPr>
        <p:sp>
          <p:nvSpPr>
            <p:cNvPr id="6213" name="Google Shape;6213;p89"/>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9"/>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5" name="Google Shape;6215;p89"/>
          <p:cNvGrpSpPr/>
          <p:nvPr/>
        </p:nvGrpSpPr>
        <p:grpSpPr>
          <a:xfrm>
            <a:off x="3955104" y="3571793"/>
            <a:ext cx="375465" cy="371814"/>
            <a:chOff x="-37385100" y="3949908"/>
            <a:chExt cx="321350" cy="318225"/>
          </a:xfrm>
        </p:grpSpPr>
        <p:sp>
          <p:nvSpPr>
            <p:cNvPr id="6216" name="Google Shape;6216;p89"/>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9"/>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8" name="Google Shape;6218;p89"/>
          <p:cNvGrpSpPr/>
          <p:nvPr/>
        </p:nvGrpSpPr>
        <p:grpSpPr>
          <a:xfrm>
            <a:off x="2130763" y="1307353"/>
            <a:ext cx="370909" cy="370675"/>
            <a:chOff x="-41895050" y="3217225"/>
            <a:chExt cx="317450" cy="317250"/>
          </a:xfrm>
        </p:grpSpPr>
        <p:sp>
          <p:nvSpPr>
            <p:cNvPr id="6219" name="Google Shape;6219;p89"/>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9"/>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9"/>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9"/>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9"/>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4" name="Google Shape;6224;p89"/>
          <p:cNvGrpSpPr/>
          <p:nvPr/>
        </p:nvGrpSpPr>
        <p:grpSpPr>
          <a:xfrm>
            <a:off x="2130310" y="1744287"/>
            <a:ext cx="371814" cy="369974"/>
            <a:chOff x="-41893475" y="3584850"/>
            <a:chExt cx="318225" cy="316650"/>
          </a:xfrm>
        </p:grpSpPr>
        <p:sp>
          <p:nvSpPr>
            <p:cNvPr id="6225" name="Google Shape;6225;p89"/>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9"/>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9"/>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9"/>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29" name="Google Shape;6229;p89"/>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9"/>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1" name="Google Shape;6231;p89"/>
          <p:cNvGrpSpPr/>
          <p:nvPr/>
        </p:nvGrpSpPr>
        <p:grpSpPr>
          <a:xfrm>
            <a:off x="900338" y="3139579"/>
            <a:ext cx="337522" cy="370909"/>
            <a:chOff x="-39998250" y="3605325"/>
            <a:chExt cx="288875" cy="317450"/>
          </a:xfrm>
        </p:grpSpPr>
        <p:sp>
          <p:nvSpPr>
            <p:cNvPr id="6232" name="Google Shape;6232;p89"/>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9"/>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4" name="Google Shape;6234;p89"/>
          <p:cNvGrpSpPr/>
          <p:nvPr/>
        </p:nvGrpSpPr>
        <p:grpSpPr>
          <a:xfrm>
            <a:off x="884112" y="3598043"/>
            <a:ext cx="369974" cy="369945"/>
            <a:chOff x="-40011050" y="3972375"/>
            <a:chExt cx="316650" cy="316625"/>
          </a:xfrm>
        </p:grpSpPr>
        <p:sp>
          <p:nvSpPr>
            <p:cNvPr id="6235" name="Google Shape;6235;p89"/>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9"/>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7" name="Google Shape;6237;p89"/>
          <p:cNvGrpSpPr/>
          <p:nvPr/>
        </p:nvGrpSpPr>
        <p:grpSpPr>
          <a:xfrm>
            <a:off x="3116043" y="2662742"/>
            <a:ext cx="266921" cy="369039"/>
            <a:chOff x="-38129425" y="3222550"/>
            <a:chExt cx="228450" cy="315850"/>
          </a:xfrm>
        </p:grpSpPr>
        <p:sp>
          <p:nvSpPr>
            <p:cNvPr id="6238" name="Google Shape;6238;p89"/>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9"/>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0" name="Google Shape;6240;p89"/>
          <p:cNvGrpSpPr/>
          <p:nvPr/>
        </p:nvGrpSpPr>
        <p:grpSpPr>
          <a:xfrm>
            <a:off x="3071012" y="3119337"/>
            <a:ext cx="371785" cy="369974"/>
            <a:chOff x="-38172725" y="3588000"/>
            <a:chExt cx="318200" cy="316650"/>
          </a:xfrm>
        </p:grpSpPr>
        <p:sp>
          <p:nvSpPr>
            <p:cNvPr id="6241" name="Google Shape;6241;p89"/>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9"/>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9"/>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9"/>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9"/>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9"/>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9"/>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9"/>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9" name="Google Shape;6249;p89"/>
          <p:cNvGrpSpPr/>
          <p:nvPr/>
        </p:nvGrpSpPr>
        <p:grpSpPr>
          <a:xfrm>
            <a:off x="3146914" y="3577772"/>
            <a:ext cx="219981" cy="369974"/>
            <a:chOff x="-38109725" y="3955025"/>
            <a:chExt cx="188275" cy="316650"/>
          </a:xfrm>
        </p:grpSpPr>
        <p:sp>
          <p:nvSpPr>
            <p:cNvPr id="6250" name="Google Shape;6250;p89"/>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9"/>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2" name="Google Shape;6252;p89"/>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3" name="Google Shape;6253;p89"/>
          <p:cNvGrpSpPr/>
          <p:nvPr/>
        </p:nvGrpSpPr>
        <p:grpSpPr>
          <a:xfrm>
            <a:off x="2562313" y="1309193"/>
            <a:ext cx="373654" cy="369068"/>
            <a:chOff x="-41530375" y="3218800"/>
            <a:chExt cx="319800" cy="315875"/>
          </a:xfrm>
        </p:grpSpPr>
        <p:sp>
          <p:nvSpPr>
            <p:cNvPr id="6254" name="Google Shape;6254;p89"/>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9"/>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89"/>
          <p:cNvGrpSpPr/>
          <p:nvPr/>
        </p:nvGrpSpPr>
        <p:grpSpPr>
          <a:xfrm>
            <a:off x="2564607" y="1824351"/>
            <a:ext cx="369068" cy="289004"/>
            <a:chOff x="-41526450" y="3653375"/>
            <a:chExt cx="315875" cy="247350"/>
          </a:xfrm>
        </p:grpSpPr>
        <p:sp>
          <p:nvSpPr>
            <p:cNvPr id="6257" name="Google Shape;6257;p89"/>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9"/>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89"/>
          <p:cNvGrpSpPr/>
          <p:nvPr/>
        </p:nvGrpSpPr>
        <p:grpSpPr>
          <a:xfrm>
            <a:off x="2565994" y="2187015"/>
            <a:ext cx="366293" cy="369974"/>
            <a:chOff x="-41526450" y="3951100"/>
            <a:chExt cx="313500" cy="316650"/>
          </a:xfrm>
        </p:grpSpPr>
        <p:sp>
          <p:nvSpPr>
            <p:cNvPr id="6260" name="Google Shape;6260;p89"/>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9"/>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9"/>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3" name="Google Shape;6263;p89"/>
          <p:cNvGrpSpPr/>
          <p:nvPr/>
        </p:nvGrpSpPr>
        <p:grpSpPr>
          <a:xfrm>
            <a:off x="1331249" y="2681144"/>
            <a:ext cx="339595" cy="371814"/>
            <a:chOff x="-39625900" y="3238300"/>
            <a:chExt cx="290650" cy="318225"/>
          </a:xfrm>
        </p:grpSpPr>
        <p:sp>
          <p:nvSpPr>
            <p:cNvPr id="6264" name="Google Shape;6264;p89"/>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9"/>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6" name="Google Shape;6266;p89"/>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7" name="Google Shape;6267;p89"/>
          <p:cNvGrpSpPr/>
          <p:nvPr/>
        </p:nvGrpSpPr>
        <p:grpSpPr>
          <a:xfrm>
            <a:off x="1325300" y="3597605"/>
            <a:ext cx="366293" cy="370441"/>
            <a:chOff x="-39647175" y="3972000"/>
            <a:chExt cx="313500" cy="317050"/>
          </a:xfrm>
        </p:grpSpPr>
        <p:sp>
          <p:nvSpPr>
            <p:cNvPr id="6268" name="Google Shape;6268;p89"/>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9"/>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9"/>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1" name="Google Shape;6271;p89"/>
          <p:cNvGrpSpPr/>
          <p:nvPr/>
        </p:nvGrpSpPr>
        <p:grpSpPr>
          <a:xfrm>
            <a:off x="3494427" y="2661603"/>
            <a:ext cx="375495" cy="370879"/>
            <a:chOff x="-37808850" y="3221575"/>
            <a:chExt cx="321375" cy="317425"/>
          </a:xfrm>
        </p:grpSpPr>
        <p:sp>
          <p:nvSpPr>
            <p:cNvPr id="6272" name="Google Shape;6272;p89"/>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9"/>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4" name="Google Shape;6274;p89"/>
          <p:cNvGrpSpPr/>
          <p:nvPr/>
        </p:nvGrpSpPr>
        <p:grpSpPr>
          <a:xfrm>
            <a:off x="3503201" y="3183634"/>
            <a:ext cx="372749" cy="241158"/>
            <a:chOff x="-37806500" y="3643030"/>
            <a:chExt cx="319025" cy="206400"/>
          </a:xfrm>
        </p:grpSpPr>
        <p:sp>
          <p:nvSpPr>
            <p:cNvPr id="6275" name="Google Shape;6275;p89"/>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9"/>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7" name="Google Shape;6277;p89"/>
          <p:cNvGrpSpPr/>
          <p:nvPr/>
        </p:nvGrpSpPr>
        <p:grpSpPr>
          <a:xfrm>
            <a:off x="3505508" y="3575931"/>
            <a:ext cx="368134" cy="371814"/>
            <a:chOff x="-37804925" y="3953450"/>
            <a:chExt cx="315075" cy="318225"/>
          </a:xfrm>
        </p:grpSpPr>
        <p:sp>
          <p:nvSpPr>
            <p:cNvPr id="6278" name="Google Shape;6278;p89"/>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9"/>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9"/>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1" name="Google Shape;6281;p89"/>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2" name="Google Shape;6282;p89"/>
          <p:cNvGrpSpPr/>
          <p:nvPr/>
        </p:nvGrpSpPr>
        <p:grpSpPr>
          <a:xfrm>
            <a:off x="4860977" y="1328538"/>
            <a:ext cx="355663" cy="308725"/>
            <a:chOff x="-28462125" y="3199700"/>
            <a:chExt cx="298550" cy="259150"/>
          </a:xfrm>
        </p:grpSpPr>
        <p:sp>
          <p:nvSpPr>
            <p:cNvPr id="6283" name="Google Shape;6283;p89"/>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9"/>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9"/>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6" name="Google Shape;6286;p89"/>
          <p:cNvGrpSpPr/>
          <p:nvPr/>
        </p:nvGrpSpPr>
        <p:grpSpPr>
          <a:xfrm>
            <a:off x="4861930" y="1763228"/>
            <a:ext cx="353757" cy="352833"/>
            <a:chOff x="-28461325" y="3545475"/>
            <a:chExt cx="296950" cy="296175"/>
          </a:xfrm>
        </p:grpSpPr>
        <p:sp>
          <p:nvSpPr>
            <p:cNvPr id="6287" name="Google Shape;6287;p89"/>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9"/>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9"/>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9"/>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9"/>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9"/>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3" name="Google Shape;6293;p89"/>
          <p:cNvGrpSpPr/>
          <p:nvPr/>
        </p:nvGrpSpPr>
        <p:grpSpPr>
          <a:xfrm>
            <a:off x="4858162" y="2213272"/>
            <a:ext cx="361292" cy="352803"/>
            <a:chOff x="-28463700" y="3914875"/>
            <a:chExt cx="303275" cy="296150"/>
          </a:xfrm>
        </p:grpSpPr>
        <p:sp>
          <p:nvSpPr>
            <p:cNvPr id="6294" name="Google Shape;6294;p89"/>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9"/>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6" name="Google Shape;6296;p89"/>
          <p:cNvGrpSpPr/>
          <p:nvPr/>
        </p:nvGrpSpPr>
        <p:grpSpPr>
          <a:xfrm>
            <a:off x="7092947" y="1369355"/>
            <a:ext cx="351880" cy="227092"/>
            <a:chOff x="-26573400" y="3224125"/>
            <a:chExt cx="295375" cy="190625"/>
          </a:xfrm>
        </p:grpSpPr>
        <p:sp>
          <p:nvSpPr>
            <p:cNvPr id="6297" name="Google Shape;6297;p89"/>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9"/>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9" name="Google Shape;6299;p89"/>
          <p:cNvGrpSpPr/>
          <p:nvPr/>
        </p:nvGrpSpPr>
        <p:grpSpPr>
          <a:xfrm>
            <a:off x="7092947" y="1763690"/>
            <a:ext cx="351880" cy="351910"/>
            <a:chOff x="-26573400" y="3546250"/>
            <a:chExt cx="295375" cy="295400"/>
          </a:xfrm>
        </p:grpSpPr>
        <p:sp>
          <p:nvSpPr>
            <p:cNvPr id="6300" name="Google Shape;6300;p89"/>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9"/>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9"/>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9"/>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9"/>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5" name="Google Shape;6305;p89"/>
          <p:cNvGrpSpPr/>
          <p:nvPr/>
        </p:nvGrpSpPr>
        <p:grpSpPr>
          <a:xfrm>
            <a:off x="7081228" y="2213599"/>
            <a:ext cx="375319" cy="352148"/>
            <a:chOff x="-26583625" y="3917025"/>
            <a:chExt cx="315050" cy="295600"/>
          </a:xfrm>
        </p:grpSpPr>
        <p:sp>
          <p:nvSpPr>
            <p:cNvPr id="6306" name="Google Shape;6306;p89"/>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9"/>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9"/>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9"/>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0" name="Google Shape;6310;p89"/>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11" name="Google Shape;6311;p89"/>
          <p:cNvGrpSpPr/>
          <p:nvPr/>
        </p:nvGrpSpPr>
        <p:grpSpPr>
          <a:xfrm>
            <a:off x="5779742" y="3172629"/>
            <a:ext cx="289039" cy="352833"/>
            <a:chOff x="-24694925" y="3518700"/>
            <a:chExt cx="242625" cy="296175"/>
          </a:xfrm>
        </p:grpSpPr>
        <p:sp>
          <p:nvSpPr>
            <p:cNvPr id="6312" name="Google Shape;6312;p89"/>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9"/>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9"/>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9"/>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6" name="Google Shape;6316;p89"/>
          <p:cNvGrpSpPr/>
          <p:nvPr/>
        </p:nvGrpSpPr>
        <p:grpSpPr>
          <a:xfrm>
            <a:off x="5779280" y="3622657"/>
            <a:ext cx="289962" cy="352833"/>
            <a:chOff x="-24709100" y="3888875"/>
            <a:chExt cx="243400" cy="296175"/>
          </a:xfrm>
        </p:grpSpPr>
        <p:sp>
          <p:nvSpPr>
            <p:cNvPr id="6317" name="Google Shape;6317;p89"/>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9"/>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9"/>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0" name="Google Shape;6320;p89"/>
          <p:cNvGrpSpPr/>
          <p:nvPr/>
        </p:nvGrpSpPr>
        <p:grpSpPr>
          <a:xfrm>
            <a:off x="7979280" y="2695320"/>
            <a:ext cx="356556" cy="349557"/>
            <a:chOff x="-22863675" y="3131775"/>
            <a:chExt cx="299300" cy="293425"/>
          </a:xfrm>
        </p:grpSpPr>
        <p:sp>
          <p:nvSpPr>
            <p:cNvPr id="6321" name="Google Shape;6321;p8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89"/>
          <p:cNvGrpSpPr/>
          <p:nvPr/>
        </p:nvGrpSpPr>
        <p:grpSpPr>
          <a:xfrm>
            <a:off x="5322144" y="1306499"/>
            <a:ext cx="310602" cy="352803"/>
            <a:chOff x="-28069875" y="3175300"/>
            <a:chExt cx="260725" cy="296150"/>
          </a:xfrm>
        </p:grpSpPr>
        <p:sp>
          <p:nvSpPr>
            <p:cNvPr id="6325" name="Google Shape;6325;p89"/>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9"/>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9"/>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9"/>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9"/>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9"/>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9"/>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9"/>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9"/>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4" name="Google Shape;6334;p89"/>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5" name="Google Shape;6335;p89"/>
          <p:cNvGrpSpPr/>
          <p:nvPr/>
        </p:nvGrpSpPr>
        <p:grpSpPr>
          <a:xfrm>
            <a:off x="5363423" y="2213733"/>
            <a:ext cx="228045" cy="351880"/>
            <a:chOff x="-28032075" y="3916450"/>
            <a:chExt cx="191425" cy="295375"/>
          </a:xfrm>
        </p:grpSpPr>
        <p:sp>
          <p:nvSpPr>
            <p:cNvPr id="6336" name="Google Shape;6336;p89"/>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9"/>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9"/>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89"/>
          <p:cNvGrpSpPr/>
          <p:nvPr/>
        </p:nvGrpSpPr>
        <p:grpSpPr>
          <a:xfrm>
            <a:off x="7528769" y="1306484"/>
            <a:ext cx="352833" cy="352833"/>
            <a:chOff x="-26201650" y="3176075"/>
            <a:chExt cx="296175" cy="296175"/>
          </a:xfrm>
        </p:grpSpPr>
        <p:sp>
          <p:nvSpPr>
            <p:cNvPr id="6340" name="Google Shape;6340;p89"/>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9"/>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89"/>
          <p:cNvGrpSpPr/>
          <p:nvPr/>
        </p:nvGrpSpPr>
        <p:grpSpPr>
          <a:xfrm>
            <a:off x="7528293" y="1763705"/>
            <a:ext cx="353786" cy="351880"/>
            <a:chOff x="-26204800" y="3547050"/>
            <a:chExt cx="296975" cy="295375"/>
          </a:xfrm>
        </p:grpSpPr>
        <p:sp>
          <p:nvSpPr>
            <p:cNvPr id="6343" name="Google Shape;6343;p89"/>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9"/>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5" name="Google Shape;6345;p89"/>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6" name="Google Shape;6346;p89"/>
          <p:cNvGrpSpPr/>
          <p:nvPr/>
        </p:nvGrpSpPr>
        <p:grpSpPr>
          <a:xfrm>
            <a:off x="6199548" y="2693683"/>
            <a:ext cx="345328" cy="352833"/>
            <a:chOff x="-24353875" y="3147725"/>
            <a:chExt cx="289875" cy="296175"/>
          </a:xfrm>
        </p:grpSpPr>
        <p:sp>
          <p:nvSpPr>
            <p:cNvPr id="6347" name="Google Shape;6347;p89"/>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9"/>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9" name="Google Shape;6349;p89"/>
          <p:cNvGrpSpPr/>
          <p:nvPr/>
        </p:nvGrpSpPr>
        <p:grpSpPr>
          <a:xfrm>
            <a:off x="6207530" y="3173090"/>
            <a:ext cx="329365" cy="351910"/>
            <a:chOff x="-24344425" y="3519475"/>
            <a:chExt cx="276475" cy="295400"/>
          </a:xfrm>
        </p:grpSpPr>
        <p:sp>
          <p:nvSpPr>
            <p:cNvPr id="6350" name="Google Shape;6350;p89"/>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9"/>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2" name="Google Shape;6352;p89"/>
          <p:cNvGrpSpPr/>
          <p:nvPr/>
        </p:nvGrpSpPr>
        <p:grpSpPr>
          <a:xfrm>
            <a:off x="6197210" y="3625010"/>
            <a:ext cx="350004" cy="348128"/>
            <a:chOff x="-24353075" y="3891250"/>
            <a:chExt cx="293800" cy="292225"/>
          </a:xfrm>
        </p:grpSpPr>
        <p:sp>
          <p:nvSpPr>
            <p:cNvPr id="6353" name="Google Shape;6353;p89"/>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9"/>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5" name="Google Shape;6355;p89"/>
          <p:cNvGrpSpPr/>
          <p:nvPr/>
        </p:nvGrpSpPr>
        <p:grpSpPr>
          <a:xfrm>
            <a:off x="7980681" y="3173313"/>
            <a:ext cx="353757" cy="351463"/>
            <a:chOff x="-22845575" y="3504075"/>
            <a:chExt cx="296950" cy="295025"/>
          </a:xfrm>
        </p:grpSpPr>
        <p:sp>
          <p:nvSpPr>
            <p:cNvPr id="6356" name="Google Shape;6356;p89"/>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9"/>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89"/>
          <p:cNvGrpSpPr/>
          <p:nvPr/>
        </p:nvGrpSpPr>
        <p:grpSpPr>
          <a:xfrm>
            <a:off x="5773862" y="1306961"/>
            <a:ext cx="299344" cy="351880"/>
            <a:chOff x="-27691025" y="3175300"/>
            <a:chExt cx="251275" cy="295375"/>
          </a:xfrm>
        </p:grpSpPr>
        <p:sp>
          <p:nvSpPr>
            <p:cNvPr id="6359" name="Google Shape;6359;p89"/>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9"/>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9"/>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9"/>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89"/>
          <p:cNvGrpSpPr/>
          <p:nvPr/>
        </p:nvGrpSpPr>
        <p:grpSpPr>
          <a:xfrm>
            <a:off x="5746179" y="1825637"/>
            <a:ext cx="354710" cy="228015"/>
            <a:chOff x="-27721750" y="3598250"/>
            <a:chExt cx="297750" cy="191400"/>
          </a:xfrm>
        </p:grpSpPr>
        <p:sp>
          <p:nvSpPr>
            <p:cNvPr id="6364" name="Google Shape;6364;p89"/>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9"/>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6" name="Google Shape;6366;p89"/>
          <p:cNvGrpSpPr/>
          <p:nvPr/>
        </p:nvGrpSpPr>
        <p:grpSpPr>
          <a:xfrm>
            <a:off x="5747579" y="2219183"/>
            <a:ext cx="351910" cy="340980"/>
            <a:chOff x="-27719400" y="3925600"/>
            <a:chExt cx="295400" cy="286225"/>
          </a:xfrm>
        </p:grpSpPr>
        <p:sp>
          <p:nvSpPr>
            <p:cNvPr id="6367" name="Google Shape;6367;p89"/>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9"/>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89"/>
          <p:cNvGrpSpPr/>
          <p:nvPr/>
        </p:nvGrpSpPr>
        <p:grpSpPr>
          <a:xfrm>
            <a:off x="7968851" y="1306023"/>
            <a:ext cx="353757" cy="353757"/>
            <a:chOff x="-25834600" y="3176875"/>
            <a:chExt cx="296950" cy="296950"/>
          </a:xfrm>
        </p:grpSpPr>
        <p:sp>
          <p:nvSpPr>
            <p:cNvPr id="6370" name="Google Shape;6370;p89"/>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9"/>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9"/>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9"/>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9"/>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89"/>
          <p:cNvGrpSpPr/>
          <p:nvPr/>
        </p:nvGrpSpPr>
        <p:grpSpPr>
          <a:xfrm>
            <a:off x="7968851" y="1774024"/>
            <a:ext cx="353757" cy="331241"/>
            <a:chOff x="-25834600" y="3564375"/>
            <a:chExt cx="296950" cy="278050"/>
          </a:xfrm>
        </p:grpSpPr>
        <p:sp>
          <p:nvSpPr>
            <p:cNvPr id="6376" name="Google Shape;6376;p89"/>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9"/>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9"/>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9"/>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9"/>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9"/>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9"/>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9"/>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89"/>
          <p:cNvGrpSpPr/>
          <p:nvPr/>
        </p:nvGrpSpPr>
        <p:grpSpPr>
          <a:xfrm>
            <a:off x="7966974" y="2213376"/>
            <a:ext cx="357509" cy="352595"/>
            <a:chOff x="-25834600" y="3915850"/>
            <a:chExt cx="300100" cy="295975"/>
          </a:xfrm>
        </p:grpSpPr>
        <p:sp>
          <p:nvSpPr>
            <p:cNvPr id="6385" name="Google Shape;6385;p89"/>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9"/>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9"/>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8" name="Google Shape;6388;p89"/>
          <p:cNvGrpSpPr/>
          <p:nvPr/>
        </p:nvGrpSpPr>
        <p:grpSpPr>
          <a:xfrm>
            <a:off x="6702402" y="2694606"/>
            <a:ext cx="228968" cy="350987"/>
            <a:chOff x="-23930925" y="3149300"/>
            <a:chExt cx="192200" cy="294625"/>
          </a:xfrm>
        </p:grpSpPr>
        <p:sp>
          <p:nvSpPr>
            <p:cNvPr id="6389" name="Google Shape;6389;p89"/>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9"/>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9"/>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9"/>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89"/>
          <p:cNvGrpSpPr/>
          <p:nvPr/>
        </p:nvGrpSpPr>
        <p:grpSpPr>
          <a:xfrm>
            <a:off x="6659232" y="3173090"/>
            <a:ext cx="315307" cy="351910"/>
            <a:chOff x="-23962425" y="3519475"/>
            <a:chExt cx="264675" cy="295400"/>
          </a:xfrm>
        </p:grpSpPr>
        <p:sp>
          <p:nvSpPr>
            <p:cNvPr id="6394" name="Google Shape;6394;p89"/>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9"/>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96" name="Google Shape;6396;p89"/>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7" name="Google Shape;6397;p89"/>
          <p:cNvGrpSpPr/>
          <p:nvPr/>
        </p:nvGrpSpPr>
        <p:grpSpPr>
          <a:xfrm>
            <a:off x="8037908" y="3623134"/>
            <a:ext cx="239302" cy="351880"/>
            <a:chOff x="-22788075" y="3904625"/>
            <a:chExt cx="200875" cy="295375"/>
          </a:xfrm>
        </p:grpSpPr>
        <p:sp>
          <p:nvSpPr>
            <p:cNvPr id="6398" name="Google Shape;6398;p89"/>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9"/>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9"/>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9"/>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89"/>
          <p:cNvGrpSpPr/>
          <p:nvPr/>
        </p:nvGrpSpPr>
        <p:grpSpPr>
          <a:xfrm>
            <a:off x="6193206" y="1306499"/>
            <a:ext cx="354710" cy="352803"/>
            <a:chOff x="-27351575" y="3175300"/>
            <a:chExt cx="297750" cy="296150"/>
          </a:xfrm>
        </p:grpSpPr>
        <p:sp>
          <p:nvSpPr>
            <p:cNvPr id="6403" name="Google Shape;6403;p89"/>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9"/>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9"/>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9"/>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7" name="Google Shape;6407;p89"/>
          <p:cNvGrpSpPr/>
          <p:nvPr/>
        </p:nvGrpSpPr>
        <p:grpSpPr>
          <a:xfrm>
            <a:off x="6235914" y="1763109"/>
            <a:ext cx="269293" cy="353072"/>
            <a:chOff x="-27313750" y="3545275"/>
            <a:chExt cx="226050" cy="296375"/>
          </a:xfrm>
        </p:grpSpPr>
        <p:sp>
          <p:nvSpPr>
            <p:cNvPr id="6408" name="Google Shape;6408;p89"/>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9"/>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9"/>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1" name="Google Shape;6411;p89"/>
          <p:cNvGrpSpPr/>
          <p:nvPr/>
        </p:nvGrpSpPr>
        <p:grpSpPr>
          <a:xfrm>
            <a:off x="6193206" y="2211380"/>
            <a:ext cx="354710" cy="356586"/>
            <a:chOff x="-27351575" y="3915650"/>
            <a:chExt cx="297750" cy="299325"/>
          </a:xfrm>
        </p:grpSpPr>
        <p:sp>
          <p:nvSpPr>
            <p:cNvPr id="6412" name="Google Shape;6412;p89"/>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9"/>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4" name="Google Shape;6414;p89"/>
          <p:cNvGrpSpPr/>
          <p:nvPr/>
        </p:nvGrpSpPr>
        <p:grpSpPr>
          <a:xfrm>
            <a:off x="4880696" y="2693579"/>
            <a:ext cx="319060" cy="353042"/>
            <a:chOff x="-25445525" y="3175900"/>
            <a:chExt cx="267825" cy="296350"/>
          </a:xfrm>
        </p:grpSpPr>
        <p:sp>
          <p:nvSpPr>
            <p:cNvPr id="6415" name="Google Shape;6415;p89"/>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9"/>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9"/>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8" name="Google Shape;6418;p89"/>
          <p:cNvGrpSpPr/>
          <p:nvPr/>
        </p:nvGrpSpPr>
        <p:grpSpPr>
          <a:xfrm>
            <a:off x="4862410" y="3183902"/>
            <a:ext cx="355633" cy="330288"/>
            <a:chOff x="-25465200" y="3565175"/>
            <a:chExt cx="298525" cy="277250"/>
          </a:xfrm>
        </p:grpSpPr>
        <p:sp>
          <p:nvSpPr>
            <p:cNvPr id="6419" name="Google Shape;6419;p89"/>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9"/>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1" name="Google Shape;6421;p89"/>
          <p:cNvGrpSpPr/>
          <p:nvPr/>
        </p:nvGrpSpPr>
        <p:grpSpPr>
          <a:xfrm>
            <a:off x="4861948" y="3623432"/>
            <a:ext cx="356556" cy="351285"/>
            <a:chOff x="-25465200" y="3916150"/>
            <a:chExt cx="299300" cy="294875"/>
          </a:xfrm>
        </p:grpSpPr>
        <p:sp>
          <p:nvSpPr>
            <p:cNvPr id="6422" name="Google Shape;6422;p89"/>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9"/>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4" name="Google Shape;6424;p89"/>
          <p:cNvGrpSpPr/>
          <p:nvPr/>
        </p:nvGrpSpPr>
        <p:grpSpPr>
          <a:xfrm>
            <a:off x="7089388" y="2693698"/>
            <a:ext cx="351880" cy="352803"/>
            <a:chOff x="-23615075" y="3148525"/>
            <a:chExt cx="295375" cy="296150"/>
          </a:xfrm>
        </p:grpSpPr>
        <p:sp>
          <p:nvSpPr>
            <p:cNvPr id="6425" name="Google Shape;6425;p89"/>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9"/>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9"/>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9"/>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9" name="Google Shape;6429;p89"/>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0" name="Google Shape;6430;p89"/>
          <p:cNvGrpSpPr/>
          <p:nvPr/>
        </p:nvGrpSpPr>
        <p:grpSpPr>
          <a:xfrm>
            <a:off x="7088911" y="3632977"/>
            <a:ext cx="352833" cy="332194"/>
            <a:chOff x="-23615075" y="3906200"/>
            <a:chExt cx="296175" cy="278850"/>
          </a:xfrm>
        </p:grpSpPr>
        <p:sp>
          <p:nvSpPr>
            <p:cNvPr id="6431" name="Google Shape;6431;p89"/>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9"/>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9"/>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4" name="Google Shape;6434;p89"/>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5" name="Google Shape;6435;p89"/>
          <p:cNvGrpSpPr/>
          <p:nvPr/>
        </p:nvGrpSpPr>
        <p:grpSpPr>
          <a:xfrm>
            <a:off x="6637880" y="1306618"/>
            <a:ext cx="353757" cy="352565"/>
            <a:chOff x="-26980600" y="3175500"/>
            <a:chExt cx="296950" cy="295950"/>
          </a:xfrm>
        </p:grpSpPr>
        <p:sp>
          <p:nvSpPr>
            <p:cNvPr id="6436" name="Google Shape;6436;p89"/>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9"/>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9"/>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9" name="Google Shape;6439;p89"/>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0" name="Google Shape;6440;p89"/>
          <p:cNvGrpSpPr/>
          <p:nvPr/>
        </p:nvGrpSpPr>
        <p:grpSpPr>
          <a:xfrm>
            <a:off x="6638357" y="2245154"/>
            <a:ext cx="352803" cy="289039"/>
            <a:chOff x="-26981375" y="3951875"/>
            <a:chExt cx="296150" cy="242625"/>
          </a:xfrm>
        </p:grpSpPr>
        <p:sp>
          <p:nvSpPr>
            <p:cNvPr id="6441" name="Google Shape;6441;p89"/>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9"/>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9"/>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4" name="Google Shape;6444;p89"/>
          <p:cNvGrpSpPr/>
          <p:nvPr/>
        </p:nvGrpSpPr>
        <p:grpSpPr>
          <a:xfrm>
            <a:off x="5303399" y="2692745"/>
            <a:ext cx="351910" cy="354710"/>
            <a:chOff x="-25094250" y="3176075"/>
            <a:chExt cx="295400" cy="297750"/>
          </a:xfrm>
        </p:grpSpPr>
        <p:sp>
          <p:nvSpPr>
            <p:cNvPr id="6445" name="Google Shape;6445;p89"/>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9"/>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9"/>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8" name="Google Shape;6448;p89"/>
          <p:cNvGrpSpPr/>
          <p:nvPr/>
        </p:nvGrpSpPr>
        <p:grpSpPr>
          <a:xfrm>
            <a:off x="5303399" y="3173106"/>
            <a:ext cx="351910" cy="351880"/>
            <a:chOff x="-25094250" y="3547050"/>
            <a:chExt cx="295400" cy="295375"/>
          </a:xfrm>
        </p:grpSpPr>
        <p:sp>
          <p:nvSpPr>
            <p:cNvPr id="6449" name="Google Shape;6449;p89"/>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9"/>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9"/>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9"/>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9"/>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4" name="Google Shape;6454;p89"/>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55" name="Google Shape;6455;p89"/>
          <p:cNvGrpSpPr/>
          <p:nvPr/>
        </p:nvGrpSpPr>
        <p:grpSpPr>
          <a:xfrm>
            <a:off x="7535476" y="2693698"/>
            <a:ext cx="352803" cy="352803"/>
            <a:chOff x="-23245675" y="3148525"/>
            <a:chExt cx="296150" cy="296150"/>
          </a:xfrm>
        </p:grpSpPr>
        <p:sp>
          <p:nvSpPr>
            <p:cNvPr id="6456" name="Google Shape;6456;p89"/>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9"/>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9"/>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9" name="Google Shape;6459;p89"/>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60" name="Google Shape;6460;p89"/>
          <p:cNvGrpSpPr/>
          <p:nvPr/>
        </p:nvGrpSpPr>
        <p:grpSpPr>
          <a:xfrm>
            <a:off x="7535938" y="3622672"/>
            <a:ext cx="351880" cy="352803"/>
            <a:chOff x="-23244900" y="3888100"/>
            <a:chExt cx="295375" cy="296150"/>
          </a:xfrm>
        </p:grpSpPr>
        <p:sp>
          <p:nvSpPr>
            <p:cNvPr id="6461" name="Google Shape;6461;p89"/>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9"/>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9"/>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9"/>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9"/>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9"/>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9"/>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9"/>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9"/>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9"/>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9"/>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2" name="Google Shape;6472;p89"/>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9"/>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6474" name="Google Shape;6474;p89"/>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6478"/>
        <p:cNvGrpSpPr/>
        <p:nvPr/>
      </p:nvGrpSpPr>
      <p:grpSpPr>
        <a:xfrm>
          <a:off x="0" y="0"/>
          <a:ext cx="0" cy="0"/>
          <a:chOff x="0" y="0"/>
          <a:chExt cx="0" cy="0"/>
        </a:xfrm>
      </p:grpSpPr>
      <p:sp>
        <p:nvSpPr>
          <p:cNvPr id="6479" name="Google Shape;6479;p90"/>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0" name="Google Shape;6480;p90"/>
          <p:cNvGrpSpPr/>
          <p:nvPr/>
        </p:nvGrpSpPr>
        <p:grpSpPr>
          <a:xfrm>
            <a:off x="850004" y="1823018"/>
            <a:ext cx="367261" cy="367261"/>
            <a:chOff x="-65145700" y="3727425"/>
            <a:chExt cx="317425" cy="317425"/>
          </a:xfrm>
        </p:grpSpPr>
        <p:sp>
          <p:nvSpPr>
            <p:cNvPr id="6481" name="Google Shape;6481;p90"/>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0"/>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3" name="Google Shape;6483;p90"/>
          <p:cNvGrpSpPr/>
          <p:nvPr/>
        </p:nvGrpSpPr>
        <p:grpSpPr>
          <a:xfrm>
            <a:off x="853201" y="2251933"/>
            <a:ext cx="360868" cy="367261"/>
            <a:chOff x="-65144125" y="4094450"/>
            <a:chExt cx="311900" cy="317425"/>
          </a:xfrm>
        </p:grpSpPr>
        <p:sp>
          <p:nvSpPr>
            <p:cNvPr id="6484" name="Google Shape;6484;p90"/>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0"/>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0"/>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7" name="Google Shape;6487;p90"/>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8" name="Google Shape;6488;p90"/>
          <p:cNvGrpSpPr/>
          <p:nvPr/>
        </p:nvGrpSpPr>
        <p:grpSpPr>
          <a:xfrm>
            <a:off x="3056770" y="1822628"/>
            <a:ext cx="370645" cy="368042"/>
            <a:chOff x="-63250675" y="3744075"/>
            <a:chExt cx="320350" cy="318100"/>
          </a:xfrm>
        </p:grpSpPr>
        <p:sp>
          <p:nvSpPr>
            <p:cNvPr id="6489" name="Google Shape;6489;p90"/>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0"/>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0"/>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2" name="Google Shape;6492;p90"/>
          <p:cNvGrpSpPr/>
          <p:nvPr/>
        </p:nvGrpSpPr>
        <p:grpSpPr>
          <a:xfrm>
            <a:off x="3058462" y="2251933"/>
            <a:ext cx="367261" cy="367261"/>
            <a:chOff x="-63250675" y="4110200"/>
            <a:chExt cx="317425" cy="317425"/>
          </a:xfrm>
        </p:grpSpPr>
        <p:sp>
          <p:nvSpPr>
            <p:cNvPr id="6493" name="Google Shape;6493;p90"/>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0"/>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0"/>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0"/>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0"/>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0"/>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0"/>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0"/>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0"/>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2" name="Google Shape;6502;p90"/>
          <p:cNvGrpSpPr/>
          <p:nvPr/>
        </p:nvGrpSpPr>
        <p:grpSpPr>
          <a:xfrm>
            <a:off x="1737509" y="2749028"/>
            <a:ext cx="359075" cy="358844"/>
            <a:chOff x="-61351725" y="3372400"/>
            <a:chExt cx="310350" cy="310150"/>
          </a:xfrm>
        </p:grpSpPr>
        <p:sp>
          <p:nvSpPr>
            <p:cNvPr id="6503" name="Google Shape;6503;p90"/>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0"/>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0"/>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6" name="Google Shape;6506;p90"/>
          <p:cNvGrpSpPr/>
          <p:nvPr/>
        </p:nvGrpSpPr>
        <p:grpSpPr>
          <a:xfrm>
            <a:off x="1733864" y="3212084"/>
            <a:ext cx="366364" cy="333534"/>
            <a:chOff x="-61354875" y="3751050"/>
            <a:chExt cx="316650" cy="288275"/>
          </a:xfrm>
        </p:grpSpPr>
        <p:sp>
          <p:nvSpPr>
            <p:cNvPr id="6507" name="Google Shape;6507;p90"/>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0"/>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0"/>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0" name="Google Shape;6510;p90"/>
          <p:cNvGrpSpPr/>
          <p:nvPr/>
        </p:nvGrpSpPr>
        <p:grpSpPr>
          <a:xfrm>
            <a:off x="1733864" y="3653724"/>
            <a:ext cx="366364" cy="367290"/>
            <a:chOff x="-61354875" y="4101525"/>
            <a:chExt cx="316650" cy="317450"/>
          </a:xfrm>
        </p:grpSpPr>
        <p:sp>
          <p:nvSpPr>
            <p:cNvPr id="6511" name="Google Shape;6511;p90"/>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0"/>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90"/>
          <p:cNvGrpSpPr/>
          <p:nvPr/>
        </p:nvGrpSpPr>
        <p:grpSpPr>
          <a:xfrm>
            <a:off x="3950299" y="2745600"/>
            <a:ext cx="368157" cy="365699"/>
            <a:chOff x="-59470075" y="3308975"/>
            <a:chExt cx="318200" cy="316075"/>
          </a:xfrm>
        </p:grpSpPr>
        <p:sp>
          <p:nvSpPr>
            <p:cNvPr id="6514" name="Google Shape;6514;p90"/>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0"/>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0"/>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0"/>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0"/>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0"/>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0"/>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0"/>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0"/>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90"/>
          <p:cNvGrpSpPr/>
          <p:nvPr/>
        </p:nvGrpSpPr>
        <p:grpSpPr>
          <a:xfrm>
            <a:off x="1295729" y="1381305"/>
            <a:ext cx="367261" cy="364686"/>
            <a:chOff x="-64781025" y="3361050"/>
            <a:chExt cx="317425" cy="315200"/>
          </a:xfrm>
        </p:grpSpPr>
        <p:sp>
          <p:nvSpPr>
            <p:cNvPr id="6524" name="Google Shape;6524;p90"/>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0"/>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0"/>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0"/>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8" name="Google Shape;6528;p90"/>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0"/>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0"/>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1" name="Google Shape;6531;p90"/>
          <p:cNvGrpSpPr/>
          <p:nvPr/>
        </p:nvGrpSpPr>
        <p:grpSpPr>
          <a:xfrm>
            <a:off x="3500129" y="1822744"/>
            <a:ext cx="382765" cy="367810"/>
            <a:chOff x="-62890750" y="3747425"/>
            <a:chExt cx="330825" cy="317900"/>
          </a:xfrm>
        </p:grpSpPr>
        <p:sp>
          <p:nvSpPr>
            <p:cNvPr id="6532" name="Google Shape;6532;p90"/>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0"/>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0"/>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0"/>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0"/>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0"/>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0"/>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0"/>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0"/>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0"/>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0"/>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0"/>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0"/>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0"/>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6" name="Google Shape;6546;p90"/>
          <p:cNvGrpSpPr/>
          <p:nvPr/>
        </p:nvGrpSpPr>
        <p:grpSpPr>
          <a:xfrm>
            <a:off x="3507881" y="2252381"/>
            <a:ext cx="367261" cy="366364"/>
            <a:chOff x="-62884425" y="4111775"/>
            <a:chExt cx="317425" cy="316650"/>
          </a:xfrm>
        </p:grpSpPr>
        <p:sp>
          <p:nvSpPr>
            <p:cNvPr id="6547" name="Google Shape;6547;p90"/>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0"/>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9" name="Google Shape;6549;p90"/>
          <p:cNvGrpSpPr/>
          <p:nvPr/>
        </p:nvGrpSpPr>
        <p:grpSpPr>
          <a:xfrm>
            <a:off x="2180515" y="2748450"/>
            <a:ext cx="365438" cy="360001"/>
            <a:chOff x="-60991775" y="3376900"/>
            <a:chExt cx="315850" cy="311150"/>
          </a:xfrm>
        </p:grpSpPr>
        <p:sp>
          <p:nvSpPr>
            <p:cNvPr id="6550" name="Google Shape;6550;p90"/>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0"/>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0"/>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3" name="Google Shape;6553;p90"/>
          <p:cNvGrpSpPr/>
          <p:nvPr/>
        </p:nvGrpSpPr>
        <p:grpSpPr>
          <a:xfrm>
            <a:off x="2180052" y="3199314"/>
            <a:ext cx="366364" cy="359075"/>
            <a:chOff x="-60988625" y="3740800"/>
            <a:chExt cx="316650" cy="310350"/>
          </a:xfrm>
        </p:grpSpPr>
        <p:sp>
          <p:nvSpPr>
            <p:cNvPr id="6554" name="Google Shape;6554;p90"/>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0"/>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0"/>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7" name="Google Shape;6557;p90"/>
          <p:cNvGrpSpPr/>
          <p:nvPr/>
        </p:nvGrpSpPr>
        <p:grpSpPr>
          <a:xfrm>
            <a:off x="2180052" y="3654765"/>
            <a:ext cx="366364" cy="365207"/>
            <a:chOff x="-60987850" y="4100950"/>
            <a:chExt cx="316650" cy="315650"/>
          </a:xfrm>
        </p:grpSpPr>
        <p:sp>
          <p:nvSpPr>
            <p:cNvPr id="6558" name="Google Shape;6558;p90"/>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0"/>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0"/>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0"/>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0"/>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3" name="Google Shape;6563;p90"/>
          <p:cNvGrpSpPr/>
          <p:nvPr/>
        </p:nvGrpSpPr>
        <p:grpSpPr>
          <a:xfrm>
            <a:off x="3949836" y="3200225"/>
            <a:ext cx="369083" cy="357253"/>
            <a:chOff x="-59447250" y="3706150"/>
            <a:chExt cx="319000" cy="308775"/>
          </a:xfrm>
        </p:grpSpPr>
        <p:sp>
          <p:nvSpPr>
            <p:cNvPr id="6564" name="Google Shape;6564;p90"/>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0"/>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0"/>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0"/>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8" name="Google Shape;6568;p90"/>
          <p:cNvGrpSpPr/>
          <p:nvPr/>
        </p:nvGrpSpPr>
        <p:grpSpPr>
          <a:xfrm>
            <a:off x="1738564" y="1381536"/>
            <a:ext cx="368186" cy="364224"/>
            <a:chOff x="-64406125" y="3362225"/>
            <a:chExt cx="318225" cy="314800"/>
          </a:xfrm>
        </p:grpSpPr>
        <p:sp>
          <p:nvSpPr>
            <p:cNvPr id="6569" name="Google Shape;6569;p90"/>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0"/>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1" name="Google Shape;6571;p90"/>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2" name="Google Shape;6572;p90"/>
          <p:cNvGrpSpPr/>
          <p:nvPr/>
        </p:nvGrpSpPr>
        <p:grpSpPr>
          <a:xfrm>
            <a:off x="1739027" y="2252381"/>
            <a:ext cx="367261" cy="366364"/>
            <a:chOff x="-64410850" y="4094450"/>
            <a:chExt cx="317425" cy="316650"/>
          </a:xfrm>
        </p:grpSpPr>
        <p:sp>
          <p:nvSpPr>
            <p:cNvPr id="6573" name="Google Shape;6573;p90"/>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0"/>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0"/>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6" name="Google Shape;6576;p90"/>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7" name="Google Shape;6577;p90"/>
          <p:cNvGrpSpPr/>
          <p:nvPr/>
        </p:nvGrpSpPr>
        <p:grpSpPr>
          <a:xfrm>
            <a:off x="3960575" y="1822454"/>
            <a:ext cx="365467" cy="368389"/>
            <a:chOff x="-62516625" y="3743175"/>
            <a:chExt cx="315875" cy="318400"/>
          </a:xfrm>
        </p:grpSpPr>
        <p:sp>
          <p:nvSpPr>
            <p:cNvPr id="6578" name="Google Shape;6578;p90"/>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0"/>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0" name="Google Shape;6580;p90"/>
          <p:cNvGrpSpPr/>
          <p:nvPr/>
        </p:nvGrpSpPr>
        <p:grpSpPr>
          <a:xfrm>
            <a:off x="3967415" y="2272426"/>
            <a:ext cx="351786" cy="326274"/>
            <a:chOff x="-62511900" y="4129100"/>
            <a:chExt cx="304050" cy="282000"/>
          </a:xfrm>
        </p:grpSpPr>
        <p:sp>
          <p:nvSpPr>
            <p:cNvPr id="6581" name="Google Shape;6581;p90"/>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0"/>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0"/>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0"/>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0"/>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6" name="Google Shape;6586;p90"/>
          <p:cNvGrpSpPr/>
          <p:nvPr/>
        </p:nvGrpSpPr>
        <p:grpSpPr>
          <a:xfrm>
            <a:off x="2645537" y="2744820"/>
            <a:ext cx="310770" cy="367261"/>
            <a:chOff x="-60597975" y="3367475"/>
            <a:chExt cx="268600" cy="317425"/>
          </a:xfrm>
        </p:grpSpPr>
        <p:sp>
          <p:nvSpPr>
            <p:cNvPr id="6587" name="Google Shape;6587;p90"/>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0"/>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0"/>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0"/>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0"/>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2" name="Google Shape;6592;p90"/>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3" name="Google Shape;6593;p90"/>
          <p:cNvGrpSpPr/>
          <p:nvPr/>
        </p:nvGrpSpPr>
        <p:grpSpPr>
          <a:xfrm>
            <a:off x="2617740" y="3706136"/>
            <a:ext cx="366364" cy="262465"/>
            <a:chOff x="-60621600" y="4145650"/>
            <a:chExt cx="316650" cy="226850"/>
          </a:xfrm>
        </p:grpSpPr>
        <p:sp>
          <p:nvSpPr>
            <p:cNvPr id="6594" name="Google Shape;6594;p90"/>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0"/>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0"/>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7" name="Google Shape;6597;p90"/>
          <p:cNvGrpSpPr/>
          <p:nvPr/>
        </p:nvGrpSpPr>
        <p:grpSpPr>
          <a:xfrm>
            <a:off x="3954392" y="3654635"/>
            <a:ext cx="359972" cy="365467"/>
            <a:chOff x="-59400775" y="4084200"/>
            <a:chExt cx="311125" cy="315875"/>
          </a:xfrm>
        </p:grpSpPr>
        <p:sp>
          <p:nvSpPr>
            <p:cNvPr id="6598" name="Google Shape;6598;p90"/>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0"/>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0"/>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0"/>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0"/>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0"/>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4" name="Google Shape;6604;p90"/>
          <p:cNvGrpSpPr/>
          <p:nvPr/>
        </p:nvGrpSpPr>
        <p:grpSpPr>
          <a:xfrm>
            <a:off x="2178486" y="1380466"/>
            <a:ext cx="365438" cy="366364"/>
            <a:chOff x="-64044600" y="3360375"/>
            <a:chExt cx="315850" cy="316650"/>
          </a:xfrm>
        </p:grpSpPr>
        <p:sp>
          <p:nvSpPr>
            <p:cNvPr id="6605" name="Google Shape;6605;p90"/>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0"/>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0"/>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8" name="Google Shape;6608;p90"/>
          <p:cNvGrpSpPr/>
          <p:nvPr/>
        </p:nvGrpSpPr>
        <p:grpSpPr>
          <a:xfrm>
            <a:off x="2204909" y="1823018"/>
            <a:ext cx="312592" cy="367261"/>
            <a:chOff x="-64022550" y="3727425"/>
            <a:chExt cx="270175" cy="317425"/>
          </a:xfrm>
        </p:grpSpPr>
        <p:sp>
          <p:nvSpPr>
            <p:cNvPr id="6609" name="Google Shape;6609;p90"/>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0"/>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0"/>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90"/>
          <p:cNvGrpSpPr/>
          <p:nvPr/>
        </p:nvGrpSpPr>
        <p:grpSpPr>
          <a:xfrm>
            <a:off x="2229047" y="2251918"/>
            <a:ext cx="264317" cy="367290"/>
            <a:chOff x="-64001300" y="4093650"/>
            <a:chExt cx="228450" cy="317450"/>
          </a:xfrm>
        </p:grpSpPr>
        <p:sp>
          <p:nvSpPr>
            <p:cNvPr id="6613" name="Google Shape;6613;p90"/>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0"/>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0"/>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0"/>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7" name="Google Shape;6617;p90"/>
          <p:cNvGrpSpPr/>
          <p:nvPr/>
        </p:nvGrpSpPr>
        <p:grpSpPr>
          <a:xfrm>
            <a:off x="848051" y="2745210"/>
            <a:ext cx="359972" cy="366480"/>
            <a:chOff x="-62148800" y="3377700"/>
            <a:chExt cx="311125" cy="316750"/>
          </a:xfrm>
        </p:grpSpPr>
        <p:sp>
          <p:nvSpPr>
            <p:cNvPr id="6618" name="Google Shape;6618;p90"/>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0"/>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0" name="Google Shape;6620;p90"/>
          <p:cNvGrpSpPr/>
          <p:nvPr/>
        </p:nvGrpSpPr>
        <p:grpSpPr>
          <a:xfrm>
            <a:off x="843958" y="3195207"/>
            <a:ext cx="368157" cy="367290"/>
            <a:chOff x="-62154300" y="3743950"/>
            <a:chExt cx="318200" cy="317450"/>
          </a:xfrm>
        </p:grpSpPr>
        <p:sp>
          <p:nvSpPr>
            <p:cNvPr id="6621" name="Google Shape;6621;p90"/>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0"/>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3" name="Google Shape;6623;p90"/>
          <p:cNvGrpSpPr/>
          <p:nvPr/>
        </p:nvGrpSpPr>
        <p:grpSpPr>
          <a:xfrm>
            <a:off x="843944" y="3654187"/>
            <a:ext cx="368186" cy="366364"/>
            <a:chOff x="-62151950" y="4111775"/>
            <a:chExt cx="318225" cy="316650"/>
          </a:xfrm>
        </p:grpSpPr>
        <p:sp>
          <p:nvSpPr>
            <p:cNvPr id="6624" name="Google Shape;6624;p90"/>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0"/>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0"/>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0"/>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8" name="Google Shape;6628;p90"/>
          <p:cNvGrpSpPr/>
          <p:nvPr/>
        </p:nvGrpSpPr>
        <p:grpSpPr>
          <a:xfrm>
            <a:off x="3062568" y="2744733"/>
            <a:ext cx="368157" cy="367434"/>
            <a:chOff x="-60254550" y="3367325"/>
            <a:chExt cx="318200" cy="317575"/>
          </a:xfrm>
        </p:grpSpPr>
        <p:sp>
          <p:nvSpPr>
            <p:cNvPr id="6629" name="Google Shape;6629;p90"/>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0"/>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0"/>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0"/>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3" name="Google Shape;6633;p90"/>
          <p:cNvGrpSpPr/>
          <p:nvPr/>
        </p:nvGrpSpPr>
        <p:grpSpPr>
          <a:xfrm>
            <a:off x="3063465" y="3195727"/>
            <a:ext cx="366364" cy="366248"/>
            <a:chOff x="-60255350" y="3733825"/>
            <a:chExt cx="316650" cy="316550"/>
          </a:xfrm>
        </p:grpSpPr>
        <p:sp>
          <p:nvSpPr>
            <p:cNvPr id="6634" name="Google Shape;6634;p90"/>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0"/>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0"/>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0"/>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0"/>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0"/>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0"/>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1" name="Google Shape;6641;p90"/>
          <p:cNvGrpSpPr/>
          <p:nvPr/>
        </p:nvGrpSpPr>
        <p:grpSpPr>
          <a:xfrm>
            <a:off x="3091262" y="3654635"/>
            <a:ext cx="310770" cy="365467"/>
            <a:chOff x="-60232500" y="4101525"/>
            <a:chExt cx="268600" cy="315875"/>
          </a:xfrm>
        </p:grpSpPr>
        <p:sp>
          <p:nvSpPr>
            <p:cNvPr id="6642" name="Google Shape;6642;p90"/>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0"/>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4" name="Google Shape;6644;p90"/>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5" name="Google Shape;6645;p90"/>
          <p:cNvGrpSpPr/>
          <p:nvPr/>
        </p:nvGrpSpPr>
        <p:grpSpPr>
          <a:xfrm>
            <a:off x="2624262" y="1380466"/>
            <a:ext cx="368186" cy="366364"/>
            <a:chOff x="-63679950" y="3360375"/>
            <a:chExt cx="318225" cy="316650"/>
          </a:xfrm>
        </p:grpSpPr>
        <p:sp>
          <p:nvSpPr>
            <p:cNvPr id="6646" name="Google Shape;6646;p90"/>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0"/>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0"/>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0"/>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0" name="Google Shape;6650;p90"/>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1" name="Google Shape;6651;p90"/>
          <p:cNvGrpSpPr/>
          <p:nvPr/>
        </p:nvGrpSpPr>
        <p:grpSpPr>
          <a:xfrm>
            <a:off x="2622889" y="2251803"/>
            <a:ext cx="370934" cy="367521"/>
            <a:chOff x="-63679950" y="4093450"/>
            <a:chExt cx="320600" cy="317650"/>
          </a:xfrm>
        </p:grpSpPr>
        <p:sp>
          <p:nvSpPr>
            <p:cNvPr id="6652" name="Google Shape;6652;p90"/>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0"/>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0"/>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5" name="Google Shape;6655;p90"/>
          <p:cNvGrpSpPr/>
          <p:nvPr/>
        </p:nvGrpSpPr>
        <p:grpSpPr>
          <a:xfrm>
            <a:off x="1283006" y="2744805"/>
            <a:ext cx="366364" cy="367290"/>
            <a:chOff x="-61784125" y="3377700"/>
            <a:chExt cx="316650" cy="317450"/>
          </a:xfrm>
        </p:grpSpPr>
        <p:sp>
          <p:nvSpPr>
            <p:cNvPr id="6656" name="Google Shape;6656;p90"/>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0"/>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0"/>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0"/>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0"/>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0"/>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0"/>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3" name="Google Shape;6663;p90"/>
          <p:cNvGrpSpPr/>
          <p:nvPr/>
        </p:nvGrpSpPr>
        <p:grpSpPr>
          <a:xfrm>
            <a:off x="1283006" y="3195207"/>
            <a:ext cx="366364" cy="367290"/>
            <a:chOff x="-61783350" y="3743950"/>
            <a:chExt cx="316650" cy="317450"/>
          </a:xfrm>
        </p:grpSpPr>
        <p:sp>
          <p:nvSpPr>
            <p:cNvPr id="6664" name="Google Shape;6664;p90"/>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0"/>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6" name="Google Shape;6666;p90"/>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0"/>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0"/>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9" name="Google Shape;6669;p90"/>
          <p:cNvGrpSpPr/>
          <p:nvPr/>
        </p:nvGrpSpPr>
        <p:grpSpPr>
          <a:xfrm>
            <a:off x="3504430" y="3655040"/>
            <a:ext cx="369112" cy="364657"/>
            <a:chOff x="-59869425" y="4102225"/>
            <a:chExt cx="319025" cy="315175"/>
          </a:xfrm>
        </p:grpSpPr>
        <p:sp>
          <p:nvSpPr>
            <p:cNvPr id="6670" name="Google Shape;6670;p90"/>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0"/>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0"/>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0"/>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4" name="Google Shape;6674;p90"/>
          <p:cNvGrpSpPr/>
          <p:nvPr/>
        </p:nvGrpSpPr>
        <p:grpSpPr>
          <a:xfrm>
            <a:off x="2623233" y="4123862"/>
            <a:ext cx="366364" cy="365467"/>
            <a:chOff x="-59029025" y="3711650"/>
            <a:chExt cx="316650" cy="315875"/>
          </a:xfrm>
        </p:grpSpPr>
        <p:sp>
          <p:nvSpPr>
            <p:cNvPr id="6675" name="Google Shape;6675;p90"/>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0"/>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0"/>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0"/>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0"/>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0"/>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0"/>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2" name="Google Shape;6682;p90"/>
          <p:cNvGrpSpPr/>
          <p:nvPr/>
        </p:nvGrpSpPr>
        <p:grpSpPr>
          <a:xfrm>
            <a:off x="4859311" y="1379917"/>
            <a:ext cx="351940" cy="348188"/>
            <a:chOff x="581525" y="3254850"/>
            <a:chExt cx="297750" cy="294575"/>
          </a:xfrm>
        </p:grpSpPr>
        <p:sp>
          <p:nvSpPr>
            <p:cNvPr id="6683" name="Google Shape;6683;p90"/>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0"/>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0"/>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90"/>
          <p:cNvGrpSpPr/>
          <p:nvPr/>
        </p:nvGrpSpPr>
        <p:grpSpPr>
          <a:xfrm>
            <a:off x="4858380" y="1818853"/>
            <a:ext cx="353802" cy="351497"/>
            <a:chOff x="580725" y="3617925"/>
            <a:chExt cx="299325" cy="297375"/>
          </a:xfrm>
        </p:grpSpPr>
        <p:sp>
          <p:nvSpPr>
            <p:cNvPr id="6687" name="Google Shape;6687;p90"/>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0"/>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0"/>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0"/>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0"/>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90"/>
          <p:cNvGrpSpPr/>
          <p:nvPr/>
        </p:nvGrpSpPr>
        <p:grpSpPr>
          <a:xfrm>
            <a:off x="4860242" y="2266043"/>
            <a:ext cx="350079" cy="350079"/>
            <a:chOff x="583100" y="3982600"/>
            <a:chExt cx="296175" cy="296175"/>
          </a:xfrm>
        </p:grpSpPr>
        <p:sp>
          <p:nvSpPr>
            <p:cNvPr id="6693" name="Google Shape;6693;p90"/>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0"/>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0"/>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0"/>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0"/>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0"/>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0"/>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0" name="Google Shape;6700;p90"/>
          <p:cNvGrpSpPr/>
          <p:nvPr/>
        </p:nvGrpSpPr>
        <p:grpSpPr>
          <a:xfrm>
            <a:off x="7092856" y="1379667"/>
            <a:ext cx="307231" cy="348690"/>
            <a:chOff x="2423775" y="3226875"/>
            <a:chExt cx="259925" cy="295000"/>
          </a:xfrm>
        </p:grpSpPr>
        <p:sp>
          <p:nvSpPr>
            <p:cNvPr id="6701" name="Google Shape;6701;p90"/>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0"/>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0"/>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90"/>
          <p:cNvGrpSpPr/>
          <p:nvPr/>
        </p:nvGrpSpPr>
        <p:grpSpPr>
          <a:xfrm>
            <a:off x="7070043" y="1820952"/>
            <a:ext cx="352857" cy="347301"/>
            <a:chOff x="2404875" y="3592725"/>
            <a:chExt cx="298525" cy="293825"/>
          </a:xfrm>
        </p:grpSpPr>
        <p:sp>
          <p:nvSpPr>
            <p:cNvPr id="6705" name="Google Shape;6705;p90"/>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0"/>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0"/>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8" name="Google Shape;6708;p90"/>
          <p:cNvGrpSpPr/>
          <p:nvPr/>
        </p:nvGrpSpPr>
        <p:grpSpPr>
          <a:xfrm>
            <a:off x="7070974" y="2266517"/>
            <a:ext cx="350995" cy="349133"/>
            <a:chOff x="2404875" y="3955825"/>
            <a:chExt cx="296950" cy="295375"/>
          </a:xfrm>
        </p:grpSpPr>
        <p:sp>
          <p:nvSpPr>
            <p:cNvPr id="6709" name="Google Shape;6709;p90"/>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0"/>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0"/>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0"/>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3" name="Google Shape;6713;p90"/>
          <p:cNvGrpSpPr/>
          <p:nvPr/>
        </p:nvGrpSpPr>
        <p:grpSpPr>
          <a:xfrm>
            <a:off x="5764954" y="2730711"/>
            <a:ext cx="349163" cy="350079"/>
            <a:chOff x="4263650" y="3235150"/>
            <a:chExt cx="295400" cy="296175"/>
          </a:xfrm>
        </p:grpSpPr>
        <p:sp>
          <p:nvSpPr>
            <p:cNvPr id="6714" name="Google Shape;6714;p90"/>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0"/>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0"/>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0"/>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0"/>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9" name="Google Shape;6719;p90"/>
          <p:cNvGrpSpPr/>
          <p:nvPr/>
        </p:nvGrpSpPr>
        <p:grpSpPr>
          <a:xfrm>
            <a:off x="5762634" y="3189872"/>
            <a:ext cx="353802" cy="327739"/>
            <a:chOff x="4266025" y="3609275"/>
            <a:chExt cx="299325" cy="277275"/>
          </a:xfrm>
        </p:grpSpPr>
        <p:sp>
          <p:nvSpPr>
            <p:cNvPr id="6720" name="Google Shape;6720;p90"/>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0"/>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2" name="Google Shape;6722;p90"/>
          <p:cNvGrpSpPr/>
          <p:nvPr/>
        </p:nvGrpSpPr>
        <p:grpSpPr>
          <a:xfrm>
            <a:off x="5763092" y="3655259"/>
            <a:ext cx="352886" cy="349133"/>
            <a:chOff x="4263650" y="3963700"/>
            <a:chExt cx="298550" cy="295375"/>
          </a:xfrm>
        </p:grpSpPr>
        <p:sp>
          <p:nvSpPr>
            <p:cNvPr id="6723" name="Google Shape;6723;p90"/>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0"/>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0"/>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0"/>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0"/>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0"/>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0"/>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0" name="Google Shape;6730;p90"/>
          <p:cNvGrpSpPr/>
          <p:nvPr/>
        </p:nvGrpSpPr>
        <p:grpSpPr>
          <a:xfrm>
            <a:off x="8041429" y="2730711"/>
            <a:ext cx="226264" cy="350079"/>
            <a:chOff x="6164975" y="3211525"/>
            <a:chExt cx="191425" cy="296175"/>
          </a:xfrm>
        </p:grpSpPr>
        <p:sp>
          <p:nvSpPr>
            <p:cNvPr id="6731" name="Google Shape;6731;p90"/>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0"/>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0"/>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0"/>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0"/>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0"/>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0"/>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8" name="Google Shape;6738;p90"/>
          <p:cNvGrpSpPr/>
          <p:nvPr/>
        </p:nvGrpSpPr>
        <p:grpSpPr>
          <a:xfrm>
            <a:off x="5303466" y="1378987"/>
            <a:ext cx="352886" cy="350049"/>
            <a:chOff x="946175" y="3253275"/>
            <a:chExt cx="298550" cy="296150"/>
          </a:xfrm>
        </p:grpSpPr>
        <p:sp>
          <p:nvSpPr>
            <p:cNvPr id="6739" name="Google Shape;6739;p90"/>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0"/>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0"/>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0"/>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0"/>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90"/>
          <p:cNvGrpSpPr/>
          <p:nvPr/>
        </p:nvGrpSpPr>
        <p:grpSpPr>
          <a:xfrm>
            <a:off x="5304397" y="1820951"/>
            <a:ext cx="351024" cy="347301"/>
            <a:chOff x="946175" y="3619500"/>
            <a:chExt cx="296975" cy="293825"/>
          </a:xfrm>
        </p:grpSpPr>
        <p:sp>
          <p:nvSpPr>
            <p:cNvPr id="6745" name="Google Shape;6745;p90"/>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0"/>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0"/>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0"/>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0"/>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0"/>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90"/>
          <p:cNvGrpSpPr/>
          <p:nvPr/>
        </p:nvGrpSpPr>
        <p:grpSpPr>
          <a:xfrm>
            <a:off x="5303939" y="2265585"/>
            <a:ext cx="351940" cy="350995"/>
            <a:chOff x="944600" y="3981825"/>
            <a:chExt cx="297750" cy="296950"/>
          </a:xfrm>
        </p:grpSpPr>
        <p:sp>
          <p:nvSpPr>
            <p:cNvPr id="6752" name="Google Shape;6752;p90"/>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0"/>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0"/>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0"/>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6" name="Google Shape;6756;p90"/>
          <p:cNvGrpSpPr/>
          <p:nvPr/>
        </p:nvGrpSpPr>
        <p:grpSpPr>
          <a:xfrm>
            <a:off x="7520875" y="1379445"/>
            <a:ext cx="350079" cy="349133"/>
            <a:chOff x="2768750" y="3227275"/>
            <a:chExt cx="296175" cy="295375"/>
          </a:xfrm>
        </p:grpSpPr>
        <p:sp>
          <p:nvSpPr>
            <p:cNvPr id="6757" name="Google Shape;6757;p90"/>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0"/>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0"/>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0"/>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0"/>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0"/>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0"/>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0"/>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5" name="Google Shape;6765;p90"/>
          <p:cNvGrpSpPr/>
          <p:nvPr/>
        </p:nvGrpSpPr>
        <p:grpSpPr>
          <a:xfrm>
            <a:off x="7541826" y="1820317"/>
            <a:ext cx="308177" cy="348572"/>
            <a:chOff x="2786075" y="3591800"/>
            <a:chExt cx="260725" cy="294900"/>
          </a:xfrm>
        </p:grpSpPr>
        <p:sp>
          <p:nvSpPr>
            <p:cNvPr id="6766" name="Google Shape;6766;p90"/>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0"/>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0"/>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0"/>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0"/>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1" name="Google Shape;6771;p90"/>
          <p:cNvGrpSpPr/>
          <p:nvPr/>
        </p:nvGrpSpPr>
        <p:grpSpPr>
          <a:xfrm>
            <a:off x="7582324" y="2266044"/>
            <a:ext cx="227180" cy="350079"/>
            <a:chOff x="2819150" y="3955025"/>
            <a:chExt cx="192200" cy="296175"/>
          </a:xfrm>
        </p:grpSpPr>
        <p:sp>
          <p:nvSpPr>
            <p:cNvPr id="6772" name="Google Shape;6772;p90"/>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0"/>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0"/>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0"/>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90"/>
          <p:cNvGrpSpPr/>
          <p:nvPr/>
        </p:nvGrpSpPr>
        <p:grpSpPr>
          <a:xfrm>
            <a:off x="6206097" y="2731642"/>
            <a:ext cx="349133" cy="348217"/>
            <a:chOff x="4629125" y="3235150"/>
            <a:chExt cx="295375" cy="294600"/>
          </a:xfrm>
        </p:grpSpPr>
        <p:sp>
          <p:nvSpPr>
            <p:cNvPr id="6777" name="Google Shape;6777;p90"/>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0"/>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0"/>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0"/>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0"/>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90"/>
          <p:cNvGrpSpPr/>
          <p:nvPr/>
        </p:nvGrpSpPr>
        <p:grpSpPr>
          <a:xfrm>
            <a:off x="6206082" y="3179175"/>
            <a:ext cx="349163" cy="349133"/>
            <a:chOff x="4628325" y="3599825"/>
            <a:chExt cx="295400" cy="295375"/>
          </a:xfrm>
        </p:grpSpPr>
        <p:sp>
          <p:nvSpPr>
            <p:cNvPr id="6783" name="Google Shape;6783;p90"/>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0"/>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0"/>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0"/>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0"/>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0"/>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0"/>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0"/>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0"/>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0"/>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0"/>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0"/>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5" name="Google Shape;6795;p90"/>
          <p:cNvGrpSpPr/>
          <p:nvPr/>
        </p:nvGrpSpPr>
        <p:grpSpPr>
          <a:xfrm>
            <a:off x="6227033" y="3654786"/>
            <a:ext cx="307261" cy="350079"/>
            <a:chOff x="4645650" y="3962900"/>
            <a:chExt cx="259950" cy="296175"/>
          </a:xfrm>
        </p:grpSpPr>
        <p:sp>
          <p:nvSpPr>
            <p:cNvPr id="6796" name="Google Shape;6796;p90"/>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0"/>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0"/>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0"/>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0"/>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0"/>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90"/>
          <p:cNvGrpSpPr/>
          <p:nvPr/>
        </p:nvGrpSpPr>
        <p:grpSpPr>
          <a:xfrm>
            <a:off x="7979994" y="3179648"/>
            <a:ext cx="349133" cy="348188"/>
            <a:chOff x="6143725" y="3582500"/>
            <a:chExt cx="295375" cy="294575"/>
          </a:xfrm>
        </p:grpSpPr>
        <p:sp>
          <p:nvSpPr>
            <p:cNvPr id="6803" name="Google Shape;6803;p90"/>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0"/>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0"/>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0"/>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0"/>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0"/>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0"/>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0" name="Google Shape;6810;p90"/>
          <p:cNvGrpSpPr/>
          <p:nvPr/>
        </p:nvGrpSpPr>
        <p:grpSpPr>
          <a:xfrm>
            <a:off x="5748820" y="1378987"/>
            <a:ext cx="350995" cy="350049"/>
            <a:chOff x="1310075" y="3253275"/>
            <a:chExt cx="296950" cy="296150"/>
          </a:xfrm>
        </p:grpSpPr>
        <p:sp>
          <p:nvSpPr>
            <p:cNvPr id="6811" name="Google Shape;6811;p90"/>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0"/>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0"/>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4" name="Google Shape;6814;p90"/>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5" name="Google Shape;6815;p90"/>
          <p:cNvGrpSpPr/>
          <p:nvPr/>
        </p:nvGrpSpPr>
        <p:grpSpPr>
          <a:xfrm>
            <a:off x="5748347" y="2265246"/>
            <a:ext cx="351941" cy="351675"/>
            <a:chOff x="1310075" y="3980250"/>
            <a:chExt cx="297750" cy="297525"/>
          </a:xfrm>
        </p:grpSpPr>
        <p:sp>
          <p:nvSpPr>
            <p:cNvPr id="6816" name="Google Shape;6816;p90"/>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0"/>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0"/>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0"/>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0" name="Google Shape;6820;p90"/>
          <p:cNvGrpSpPr/>
          <p:nvPr/>
        </p:nvGrpSpPr>
        <p:grpSpPr>
          <a:xfrm>
            <a:off x="8013136" y="1379445"/>
            <a:ext cx="266305" cy="349133"/>
            <a:chOff x="3167275" y="3227275"/>
            <a:chExt cx="225300" cy="295375"/>
          </a:xfrm>
        </p:grpSpPr>
        <p:sp>
          <p:nvSpPr>
            <p:cNvPr id="6821" name="Google Shape;6821;p90"/>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0"/>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0"/>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0"/>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0"/>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6" name="Google Shape;6826;p90"/>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7" name="Google Shape;6827;p90"/>
          <p:cNvGrpSpPr/>
          <p:nvPr/>
        </p:nvGrpSpPr>
        <p:grpSpPr>
          <a:xfrm>
            <a:off x="7970318" y="2266502"/>
            <a:ext cx="351940" cy="349163"/>
            <a:chOff x="3133425" y="3955025"/>
            <a:chExt cx="297750" cy="295400"/>
          </a:xfrm>
        </p:grpSpPr>
        <p:sp>
          <p:nvSpPr>
            <p:cNvPr id="6828" name="Google Shape;6828;p90"/>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0"/>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0"/>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1" name="Google Shape;6831;p90"/>
          <p:cNvGrpSpPr/>
          <p:nvPr/>
        </p:nvGrpSpPr>
        <p:grpSpPr>
          <a:xfrm>
            <a:off x="6650491" y="2730090"/>
            <a:ext cx="350079" cy="351320"/>
            <a:chOff x="4991425" y="3234750"/>
            <a:chExt cx="296175" cy="297225"/>
          </a:xfrm>
        </p:grpSpPr>
        <p:sp>
          <p:nvSpPr>
            <p:cNvPr id="6832" name="Google Shape;6832;p90"/>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0"/>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0"/>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0"/>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0"/>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0"/>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90"/>
          <p:cNvGrpSpPr/>
          <p:nvPr/>
        </p:nvGrpSpPr>
        <p:grpSpPr>
          <a:xfrm>
            <a:off x="6650491" y="3199653"/>
            <a:ext cx="350079" cy="308177"/>
            <a:chOff x="4991425" y="3617150"/>
            <a:chExt cx="296175" cy="260725"/>
          </a:xfrm>
        </p:grpSpPr>
        <p:sp>
          <p:nvSpPr>
            <p:cNvPr id="6839" name="Google Shape;6839;p90"/>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0"/>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0"/>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0"/>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0"/>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0"/>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0"/>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90"/>
          <p:cNvGrpSpPr/>
          <p:nvPr/>
        </p:nvGrpSpPr>
        <p:grpSpPr>
          <a:xfrm>
            <a:off x="6727764" y="3655244"/>
            <a:ext cx="195532" cy="349163"/>
            <a:chOff x="5056800" y="3962900"/>
            <a:chExt cx="165425" cy="295400"/>
          </a:xfrm>
        </p:grpSpPr>
        <p:sp>
          <p:nvSpPr>
            <p:cNvPr id="6847" name="Google Shape;6847;p90"/>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0"/>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0"/>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0" name="Google Shape;6850;p90"/>
          <p:cNvGrpSpPr/>
          <p:nvPr/>
        </p:nvGrpSpPr>
        <p:grpSpPr>
          <a:xfrm>
            <a:off x="7979062" y="3655260"/>
            <a:ext cx="350995" cy="349133"/>
            <a:chOff x="6168925" y="3936925"/>
            <a:chExt cx="296950" cy="295375"/>
          </a:xfrm>
        </p:grpSpPr>
        <p:sp>
          <p:nvSpPr>
            <p:cNvPr id="6851" name="Google Shape;6851;p90"/>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0"/>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0"/>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0"/>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0"/>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0"/>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90"/>
          <p:cNvGrpSpPr/>
          <p:nvPr/>
        </p:nvGrpSpPr>
        <p:grpSpPr>
          <a:xfrm>
            <a:off x="6192781" y="1372332"/>
            <a:ext cx="348188" cy="349133"/>
            <a:chOff x="1674750" y="3254050"/>
            <a:chExt cx="294575" cy="295375"/>
          </a:xfrm>
        </p:grpSpPr>
        <p:sp>
          <p:nvSpPr>
            <p:cNvPr id="6858" name="Google Shape;6858;p90"/>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0"/>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0"/>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90"/>
          <p:cNvGrpSpPr/>
          <p:nvPr/>
        </p:nvGrpSpPr>
        <p:grpSpPr>
          <a:xfrm>
            <a:off x="6207177" y="1820035"/>
            <a:ext cx="319347" cy="349133"/>
            <a:chOff x="1687350" y="3618725"/>
            <a:chExt cx="270175" cy="295375"/>
          </a:xfrm>
        </p:grpSpPr>
        <p:sp>
          <p:nvSpPr>
            <p:cNvPr id="6862" name="Google Shape;6862;p90"/>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0"/>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0"/>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5" name="Google Shape;6865;p90"/>
          <p:cNvGrpSpPr/>
          <p:nvPr/>
        </p:nvGrpSpPr>
        <p:grpSpPr>
          <a:xfrm>
            <a:off x="6190880" y="2266516"/>
            <a:ext cx="351940" cy="349133"/>
            <a:chOff x="1672375" y="3982600"/>
            <a:chExt cx="297750" cy="295375"/>
          </a:xfrm>
        </p:grpSpPr>
        <p:sp>
          <p:nvSpPr>
            <p:cNvPr id="6866" name="Google Shape;6866;p90"/>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0"/>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0"/>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9" name="Google Shape;6869;p90"/>
          <p:cNvGrpSpPr/>
          <p:nvPr/>
        </p:nvGrpSpPr>
        <p:grpSpPr>
          <a:xfrm>
            <a:off x="4882872" y="2730711"/>
            <a:ext cx="350079" cy="350079"/>
            <a:chOff x="3497300" y="3227275"/>
            <a:chExt cx="296175" cy="296175"/>
          </a:xfrm>
        </p:grpSpPr>
        <p:sp>
          <p:nvSpPr>
            <p:cNvPr id="6870" name="Google Shape;6870;p90"/>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0"/>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0"/>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0"/>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0"/>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0"/>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0"/>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0"/>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8" name="Google Shape;6878;p90"/>
          <p:cNvGrpSpPr/>
          <p:nvPr/>
        </p:nvGrpSpPr>
        <p:grpSpPr>
          <a:xfrm>
            <a:off x="4883345" y="3180106"/>
            <a:ext cx="349133" cy="347272"/>
            <a:chOff x="3497300" y="3591950"/>
            <a:chExt cx="295375" cy="293800"/>
          </a:xfrm>
        </p:grpSpPr>
        <p:sp>
          <p:nvSpPr>
            <p:cNvPr id="6879" name="Google Shape;6879;p90"/>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0"/>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0"/>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0"/>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0"/>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0"/>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0"/>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0"/>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7" name="Google Shape;6887;p90"/>
          <p:cNvGrpSpPr/>
          <p:nvPr/>
        </p:nvGrpSpPr>
        <p:grpSpPr>
          <a:xfrm>
            <a:off x="4883345" y="3655244"/>
            <a:ext cx="349133" cy="349163"/>
            <a:chOff x="3497300" y="3955025"/>
            <a:chExt cx="295375" cy="295400"/>
          </a:xfrm>
        </p:grpSpPr>
        <p:sp>
          <p:nvSpPr>
            <p:cNvPr id="6888" name="Google Shape;6888;p90"/>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0"/>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0"/>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1" name="Google Shape;6891;p90"/>
          <p:cNvGrpSpPr/>
          <p:nvPr/>
        </p:nvGrpSpPr>
        <p:grpSpPr>
          <a:xfrm>
            <a:off x="7107917" y="2731435"/>
            <a:ext cx="327739" cy="348631"/>
            <a:chOff x="5364750" y="3235150"/>
            <a:chExt cx="277275" cy="294950"/>
          </a:xfrm>
        </p:grpSpPr>
        <p:sp>
          <p:nvSpPr>
            <p:cNvPr id="6892" name="Google Shape;6892;p90"/>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0"/>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0"/>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0"/>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0"/>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0"/>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0"/>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0"/>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0" name="Google Shape;6900;p90"/>
          <p:cNvGrpSpPr/>
          <p:nvPr/>
        </p:nvGrpSpPr>
        <p:grpSpPr>
          <a:xfrm>
            <a:off x="7096274" y="3177771"/>
            <a:ext cx="351024" cy="351941"/>
            <a:chOff x="5355300" y="3598250"/>
            <a:chExt cx="296975" cy="297750"/>
          </a:xfrm>
        </p:grpSpPr>
        <p:sp>
          <p:nvSpPr>
            <p:cNvPr id="6901" name="Google Shape;6901;p90"/>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0"/>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0"/>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0"/>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0"/>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0"/>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0"/>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0"/>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9" name="Google Shape;6909;p90"/>
          <p:cNvGrpSpPr/>
          <p:nvPr/>
        </p:nvGrpSpPr>
        <p:grpSpPr>
          <a:xfrm>
            <a:off x="7100470" y="3716693"/>
            <a:ext cx="342632" cy="226264"/>
            <a:chOff x="5358450" y="4015675"/>
            <a:chExt cx="289875" cy="191425"/>
          </a:xfrm>
        </p:grpSpPr>
        <p:sp>
          <p:nvSpPr>
            <p:cNvPr id="6910" name="Google Shape;6910;p90"/>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0"/>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0"/>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0"/>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90"/>
          <p:cNvGrpSpPr/>
          <p:nvPr/>
        </p:nvGrpSpPr>
        <p:grpSpPr>
          <a:xfrm>
            <a:off x="6226953" y="4099224"/>
            <a:ext cx="351024" cy="325464"/>
            <a:chOff x="6543825" y="3202075"/>
            <a:chExt cx="296975" cy="275350"/>
          </a:xfrm>
        </p:grpSpPr>
        <p:sp>
          <p:nvSpPr>
            <p:cNvPr id="6915" name="Google Shape;6915;p90"/>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0"/>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0"/>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0"/>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0"/>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0"/>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0"/>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90"/>
          <p:cNvGrpSpPr/>
          <p:nvPr/>
        </p:nvGrpSpPr>
        <p:grpSpPr>
          <a:xfrm>
            <a:off x="6633934" y="1378972"/>
            <a:ext cx="350079" cy="350079"/>
            <a:chOff x="2037825" y="3254050"/>
            <a:chExt cx="296175" cy="296175"/>
          </a:xfrm>
        </p:grpSpPr>
        <p:sp>
          <p:nvSpPr>
            <p:cNvPr id="6923" name="Google Shape;6923;p90"/>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0"/>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0"/>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0"/>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0"/>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0"/>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9" name="Google Shape;6929;p90"/>
          <p:cNvGrpSpPr/>
          <p:nvPr/>
        </p:nvGrpSpPr>
        <p:grpSpPr>
          <a:xfrm>
            <a:off x="6632072" y="1820139"/>
            <a:ext cx="353802" cy="348926"/>
            <a:chOff x="2034675" y="3617925"/>
            <a:chExt cx="299325" cy="295200"/>
          </a:xfrm>
        </p:grpSpPr>
        <p:sp>
          <p:nvSpPr>
            <p:cNvPr id="6930" name="Google Shape;6930;p90"/>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0"/>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0"/>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0"/>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0"/>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5" name="Google Shape;6935;p90"/>
          <p:cNvGrpSpPr/>
          <p:nvPr/>
        </p:nvGrpSpPr>
        <p:grpSpPr>
          <a:xfrm>
            <a:off x="6633934" y="2266516"/>
            <a:ext cx="350079" cy="349133"/>
            <a:chOff x="2037825" y="3981825"/>
            <a:chExt cx="296175" cy="295375"/>
          </a:xfrm>
        </p:grpSpPr>
        <p:sp>
          <p:nvSpPr>
            <p:cNvPr id="6936" name="Google Shape;6936;p90"/>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0"/>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0"/>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9" name="Google Shape;6939;p90"/>
          <p:cNvGrpSpPr/>
          <p:nvPr/>
        </p:nvGrpSpPr>
        <p:grpSpPr>
          <a:xfrm>
            <a:off x="5318952" y="2762832"/>
            <a:ext cx="350079" cy="285837"/>
            <a:chOff x="3860400" y="3254050"/>
            <a:chExt cx="296175" cy="241825"/>
          </a:xfrm>
        </p:grpSpPr>
        <p:sp>
          <p:nvSpPr>
            <p:cNvPr id="6940" name="Google Shape;6940;p90"/>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0"/>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0"/>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0"/>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0"/>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0"/>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0"/>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7" name="Google Shape;6947;p90"/>
          <p:cNvGrpSpPr/>
          <p:nvPr/>
        </p:nvGrpSpPr>
        <p:grpSpPr>
          <a:xfrm>
            <a:off x="5318479" y="3178702"/>
            <a:ext cx="351024" cy="350079"/>
            <a:chOff x="3859600" y="3591950"/>
            <a:chExt cx="296975" cy="296175"/>
          </a:xfrm>
        </p:grpSpPr>
        <p:sp>
          <p:nvSpPr>
            <p:cNvPr id="6948" name="Google Shape;6948;p90"/>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0"/>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0"/>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90"/>
          <p:cNvGrpSpPr/>
          <p:nvPr/>
        </p:nvGrpSpPr>
        <p:grpSpPr>
          <a:xfrm>
            <a:off x="5318952" y="3654786"/>
            <a:ext cx="350079" cy="350079"/>
            <a:chOff x="3860400" y="3955025"/>
            <a:chExt cx="296175" cy="296175"/>
          </a:xfrm>
        </p:grpSpPr>
        <p:sp>
          <p:nvSpPr>
            <p:cNvPr id="6952" name="Google Shape;6952;p90"/>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0"/>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0"/>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0"/>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0"/>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7" name="Google Shape;6957;p90"/>
          <p:cNvGrpSpPr/>
          <p:nvPr/>
        </p:nvGrpSpPr>
        <p:grpSpPr>
          <a:xfrm>
            <a:off x="7534167" y="2731184"/>
            <a:ext cx="355664" cy="349133"/>
            <a:chOff x="5716825" y="3235950"/>
            <a:chExt cx="300900" cy="295375"/>
          </a:xfrm>
        </p:grpSpPr>
        <p:sp>
          <p:nvSpPr>
            <p:cNvPr id="6958" name="Google Shape;6958;p90"/>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0"/>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0"/>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0"/>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2" name="Google Shape;6962;p90"/>
          <p:cNvGrpSpPr/>
          <p:nvPr/>
        </p:nvGrpSpPr>
        <p:grpSpPr>
          <a:xfrm>
            <a:off x="7547199" y="3189872"/>
            <a:ext cx="329601" cy="327739"/>
            <a:chOff x="5727850" y="3609275"/>
            <a:chExt cx="278850" cy="277275"/>
          </a:xfrm>
        </p:grpSpPr>
        <p:sp>
          <p:nvSpPr>
            <p:cNvPr id="6963" name="Google Shape;6963;p90"/>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0"/>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0"/>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0"/>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0"/>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90"/>
          <p:cNvGrpSpPr/>
          <p:nvPr/>
        </p:nvGrpSpPr>
        <p:grpSpPr>
          <a:xfrm>
            <a:off x="7558383" y="3655259"/>
            <a:ext cx="307231" cy="349133"/>
            <a:chOff x="5736525" y="3963700"/>
            <a:chExt cx="259925" cy="295375"/>
          </a:xfrm>
        </p:grpSpPr>
        <p:sp>
          <p:nvSpPr>
            <p:cNvPr id="6969" name="Google Shape;6969;p90"/>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0"/>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0"/>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0"/>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0"/>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0"/>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0"/>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6" name="Google Shape;6976;p90"/>
          <p:cNvGrpSpPr/>
          <p:nvPr/>
        </p:nvGrpSpPr>
        <p:grpSpPr>
          <a:xfrm>
            <a:off x="6649963" y="4104585"/>
            <a:ext cx="351024" cy="350079"/>
            <a:chOff x="6553275" y="3604550"/>
            <a:chExt cx="296975" cy="296175"/>
          </a:xfrm>
        </p:grpSpPr>
        <p:sp>
          <p:nvSpPr>
            <p:cNvPr id="6977" name="Google Shape;6977;p90"/>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0"/>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0"/>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0"/>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0"/>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0"/>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3" name="Google Shape;6983;p90"/>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6984" name="Google Shape;6984;p90"/>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6988"/>
        <p:cNvGrpSpPr/>
        <p:nvPr/>
      </p:nvGrpSpPr>
      <p:grpSpPr>
        <a:xfrm>
          <a:off x="0" y="0"/>
          <a:ext cx="0" cy="0"/>
          <a:chOff x="0" y="0"/>
          <a:chExt cx="0" cy="0"/>
        </a:xfrm>
      </p:grpSpPr>
      <p:grpSp>
        <p:nvGrpSpPr>
          <p:cNvPr id="6989" name="Google Shape;6989;p91"/>
          <p:cNvGrpSpPr/>
          <p:nvPr/>
        </p:nvGrpSpPr>
        <p:grpSpPr>
          <a:xfrm>
            <a:off x="877057" y="1380546"/>
            <a:ext cx="294401" cy="353645"/>
            <a:chOff x="-35814600" y="3202075"/>
            <a:chExt cx="242625" cy="291450"/>
          </a:xfrm>
        </p:grpSpPr>
        <p:sp>
          <p:nvSpPr>
            <p:cNvPr id="6990" name="Google Shape;6990;p91"/>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1"/>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1"/>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1"/>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1"/>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1"/>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1"/>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91"/>
          <p:cNvGrpSpPr/>
          <p:nvPr/>
        </p:nvGrpSpPr>
        <p:grpSpPr>
          <a:xfrm>
            <a:off x="847435" y="1821466"/>
            <a:ext cx="353645" cy="353888"/>
            <a:chOff x="-35839800" y="3561025"/>
            <a:chExt cx="291450" cy="291650"/>
          </a:xfrm>
        </p:grpSpPr>
        <p:sp>
          <p:nvSpPr>
            <p:cNvPr id="6998" name="Google Shape;6998;p91"/>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1"/>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1"/>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1"/>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1"/>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1"/>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1"/>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05" name="Google Shape;7005;p91"/>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6" name="Google Shape;7006;p91"/>
          <p:cNvGrpSpPr/>
          <p:nvPr/>
        </p:nvGrpSpPr>
        <p:grpSpPr>
          <a:xfrm>
            <a:off x="3084980" y="1380546"/>
            <a:ext cx="353645" cy="353645"/>
            <a:chOff x="-34003850" y="3227275"/>
            <a:chExt cx="291450" cy="291450"/>
          </a:xfrm>
        </p:grpSpPr>
        <p:sp>
          <p:nvSpPr>
            <p:cNvPr id="7007" name="Google Shape;7007;p91"/>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1"/>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1"/>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1"/>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1"/>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2" name="Google Shape;7012;p91"/>
          <p:cNvGrpSpPr/>
          <p:nvPr/>
        </p:nvGrpSpPr>
        <p:grpSpPr>
          <a:xfrm>
            <a:off x="3084510" y="1821238"/>
            <a:ext cx="354586" cy="354343"/>
            <a:chOff x="-34004625" y="3585850"/>
            <a:chExt cx="292225" cy="292025"/>
          </a:xfrm>
        </p:grpSpPr>
        <p:sp>
          <p:nvSpPr>
            <p:cNvPr id="7013" name="Google Shape;7013;p91"/>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1"/>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1"/>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1"/>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1"/>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8" name="Google Shape;7018;p91"/>
          <p:cNvGrpSpPr/>
          <p:nvPr/>
        </p:nvGrpSpPr>
        <p:grpSpPr>
          <a:xfrm>
            <a:off x="3084025" y="2256439"/>
            <a:ext cx="355557" cy="354616"/>
            <a:chOff x="-34005425" y="3945575"/>
            <a:chExt cx="293025" cy="292250"/>
          </a:xfrm>
        </p:grpSpPr>
        <p:sp>
          <p:nvSpPr>
            <p:cNvPr id="7019" name="Google Shape;7019;p91"/>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1"/>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1"/>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2" name="Google Shape;7022;p91"/>
          <p:cNvGrpSpPr/>
          <p:nvPr/>
        </p:nvGrpSpPr>
        <p:grpSpPr>
          <a:xfrm>
            <a:off x="1731124" y="2729615"/>
            <a:ext cx="358408" cy="355557"/>
            <a:chOff x="-32174975" y="3192625"/>
            <a:chExt cx="295375" cy="293025"/>
          </a:xfrm>
        </p:grpSpPr>
        <p:sp>
          <p:nvSpPr>
            <p:cNvPr id="7023" name="Google Shape;7023;p91"/>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1"/>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1"/>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1"/>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7" name="Google Shape;7027;p91"/>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1"/>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9" name="Google Shape;7029;p91"/>
          <p:cNvGrpSpPr/>
          <p:nvPr/>
        </p:nvGrpSpPr>
        <p:grpSpPr>
          <a:xfrm>
            <a:off x="3970274" y="2730570"/>
            <a:ext cx="354586" cy="353645"/>
            <a:chOff x="-30345325" y="3184750"/>
            <a:chExt cx="292225" cy="291450"/>
          </a:xfrm>
        </p:grpSpPr>
        <p:sp>
          <p:nvSpPr>
            <p:cNvPr id="7030" name="Google Shape;7030;p91"/>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1"/>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1"/>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1"/>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1"/>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91"/>
          <p:cNvGrpSpPr/>
          <p:nvPr/>
        </p:nvGrpSpPr>
        <p:grpSpPr>
          <a:xfrm>
            <a:off x="1295026" y="1380546"/>
            <a:ext cx="353645" cy="353645"/>
            <a:chOff x="-35481425" y="3202075"/>
            <a:chExt cx="291450" cy="291450"/>
          </a:xfrm>
        </p:grpSpPr>
        <p:sp>
          <p:nvSpPr>
            <p:cNvPr id="7036" name="Google Shape;7036;p91"/>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1"/>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1"/>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1"/>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1"/>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1"/>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1"/>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3" name="Google Shape;7043;p91"/>
          <p:cNvGrpSpPr/>
          <p:nvPr/>
        </p:nvGrpSpPr>
        <p:grpSpPr>
          <a:xfrm>
            <a:off x="1294556" y="1822072"/>
            <a:ext cx="354586" cy="352675"/>
            <a:chOff x="-35482200" y="3561225"/>
            <a:chExt cx="292225" cy="290650"/>
          </a:xfrm>
        </p:grpSpPr>
        <p:sp>
          <p:nvSpPr>
            <p:cNvPr id="7044" name="Google Shape;7044;p91"/>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1"/>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1"/>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91"/>
          <p:cNvGrpSpPr/>
          <p:nvPr/>
        </p:nvGrpSpPr>
        <p:grpSpPr>
          <a:xfrm>
            <a:off x="1295026" y="2256940"/>
            <a:ext cx="353645" cy="353615"/>
            <a:chOff x="-35481425" y="3919600"/>
            <a:chExt cx="291450" cy="291425"/>
          </a:xfrm>
        </p:grpSpPr>
        <p:sp>
          <p:nvSpPr>
            <p:cNvPr id="7048" name="Google Shape;7048;p91"/>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1"/>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1"/>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1"/>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1"/>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1"/>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1"/>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1"/>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6" name="Google Shape;7056;p91"/>
          <p:cNvGrpSpPr/>
          <p:nvPr/>
        </p:nvGrpSpPr>
        <p:grpSpPr>
          <a:xfrm>
            <a:off x="3530661" y="1381031"/>
            <a:ext cx="357468" cy="352675"/>
            <a:chOff x="-33645475" y="3228075"/>
            <a:chExt cx="294600" cy="290650"/>
          </a:xfrm>
        </p:grpSpPr>
        <p:sp>
          <p:nvSpPr>
            <p:cNvPr id="7057" name="Google Shape;7057;p91"/>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1"/>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1"/>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1"/>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1"/>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1"/>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1"/>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91"/>
          <p:cNvGrpSpPr/>
          <p:nvPr/>
        </p:nvGrpSpPr>
        <p:grpSpPr>
          <a:xfrm>
            <a:off x="3531631" y="1821116"/>
            <a:ext cx="355526" cy="354586"/>
            <a:chOff x="-33646250" y="3586425"/>
            <a:chExt cx="293000" cy="292225"/>
          </a:xfrm>
        </p:grpSpPr>
        <p:sp>
          <p:nvSpPr>
            <p:cNvPr id="7065" name="Google Shape;7065;p91"/>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1"/>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7" name="Google Shape;7067;p91"/>
          <p:cNvGrpSpPr/>
          <p:nvPr/>
        </p:nvGrpSpPr>
        <p:grpSpPr>
          <a:xfrm>
            <a:off x="3532101" y="2255969"/>
            <a:ext cx="354586" cy="355557"/>
            <a:chOff x="-33645475" y="3944800"/>
            <a:chExt cx="292225" cy="293025"/>
          </a:xfrm>
        </p:grpSpPr>
        <p:sp>
          <p:nvSpPr>
            <p:cNvPr id="7068" name="Google Shape;7068;p91"/>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1"/>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1"/>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1"/>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1"/>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1"/>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1"/>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1"/>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1"/>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1"/>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8" name="Google Shape;7078;p91"/>
          <p:cNvGrpSpPr/>
          <p:nvPr/>
        </p:nvGrpSpPr>
        <p:grpSpPr>
          <a:xfrm>
            <a:off x="2185320" y="2729706"/>
            <a:ext cx="352675" cy="355375"/>
            <a:chOff x="-31809525" y="3192625"/>
            <a:chExt cx="290650" cy="292875"/>
          </a:xfrm>
        </p:grpSpPr>
        <p:sp>
          <p:nvSpPr>
            <p:cNvPr id="7079" name="Google Shape;7079;p91"/>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1"/>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1"/>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1"/>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91"/>
          <p:cNvGrpSpPr/>
          <p:nvPr/>
        </p:nvGrpSpPr>
        <p:grpSpPr>
          <a:xfrm>
            <a:off x="2184835" y="3200258"/>
            <a:ext cx="353645" cy="355557"/>
            <a:chOff x="-31811100" y="3550975"/>
            <a:chExt cx="291450" cy="293025"/>
          </a:xfrm>
        </p:grpSpPr>
        <p:sp>
          <p:nvSpPr>
            <p:cNvPr id="7084" name="Google Shape;7084;p91"/>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1"/>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1"/>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1"/>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1"/>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1"/>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1"/>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91"/>
          <p:cNvGrpSpPr/>
          <p:nvPr/>
        </p:nvGrpSpPr>
        <p:grpSpPr>
          <a:xfrm>
            <a:off x="2178631" y="3664562"/>
            <a:ext cx="366052" cy="356831"/>
            <a:chOff x="-31817400" y="3910025"/>
            <a:chExt cx="301675" cy="294075"/>
          </a:xfrm>
        </p:grpSpPr>
        <p:sp>
          <p:nvSpPr>
            <p:cNvPr id="7092" name="Google Shape;7092;p91"/>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1"/>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1"/>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5" name="Google Shape;7095;p91"/>
          <p:cNvGrpSpPr/>
          <p:nvPr/>
        </p:nvGrpSpPr>
        <p:grpSpPr>
          <a:xfrm>
            <a:off x="3970259" y="3200743"/>
            <a:ext cx="354616" cy="354586"/>
            <a:chOff x="-30354000" y="3569100"/>
            <a:chExt cx="292250" cy="292225"/>
          </a:xfrm>
        </p:grpSpPr>
        <p:sp>
          <p:nvSpPr>
            <p:cNvPr id="7096" name="Google Shape;7096;p91"/>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1"/>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1"/>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1"/>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1"/>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1"/>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2" name="Google Shape;7102;p91"/>
          <p:cNvGrpSpPr/>
          <p:nvPr/>
        </p:nvGrpSpPr>
        <p:grpSpPr>
          <a:xfrm>
            <a:off x="1748837" y="1380546"/>
            <a:ext cx="342148" cy="353645"/>
            <a:chOff x="-35118325" y="3202075"/>
            <a:chExt cx="281975" cy="291450"/>
          </a:xfrm>
        </p:grpSpPr>
        <p:sp>
          <p:nvSpPr>
            <p:cNvPr id="7103" name="Google Shape;7103;p91"/>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1"/>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1"/>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1"/>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7" name="Google Shape;7107;p91"/>
          <p:cNvGrpSpPr/>
          <p:nvPr/>
        </p:nvGrpSpPr>
        <p:grpSpPr>
          <a:xfrm>
            <a:off x="1742618" y="1821799"/>
            <a:ext cx="354586" cy="353221"/>
            <a:chOff x="-35123050" y="3561225"/>
            <a:chExt cx="292225" cy="291100"/>
          </a:xfrm>
        </p:grpSpPr>
        <p:sp>
          <p:nvSpPr>
            <p:cNvPr id="7108" name="Google Shape;7108;p91"/>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1"/>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0" name="Google Shape;7110;p91"/>
          <p:cNvGrpSpPr/>
          <p:nvPr/>
        </p:nvGrpSpPr>
        <p:grpSpPr>
          <a:xfrm>
            <a:off x="1784677" y="2256940"/>
            <a:ext cx="270467" cy="353615"/>
            <a:chOff x="-35089175" y="3919600"/>
            <a:chExt cx="222900" cy="291425"/>
          </a:xfrm>
        </p:grpSpPr>
        <p:sp>
          <p:nvSpPr>
            <p:cNvPr id="7111" name="Google Shape;7111;p91"/>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1"/>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91"/>
          <p:cNvGrpSpPr/>
          <p:nvPr/>
        </p:nvGrpSpPr>
        <p:grpSpPr>
          <a:xfrm>
            <a:off x="3981673" y="1380303"/>
            <a:ext cx="336445" cy="354131"/>
            <a:chOff x="-33277650" y="3226875"/>
            <a:chExt cx="277275" cy="291850"/>
          </a:xfrm>
        </p:grpSpPr>
        <p:sp>
          <p:nvSpPr>
            <p:cNvPr id="7114" name="Google Shape;7114;p91"/>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1"/>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1"/>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1"/>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1"/>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1"/>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1"/>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1" name="Google Shape;7121;p91"/>
          <p:cNvGrpSpPr/>
          <p:nvPr/>
        </p:nvGrpSpPr>
        <p:grpSpPr>
          <a:xfrm>
            <a:off x="3973073" y="1821587"/>
            <a:ext cx="353645" cy="353645"/>
            <a:chOff x="-33286325" y="3586425"/>
            <a:chExt cx="291450" cy="291450"/>
          </a:xfrm>
        </p:grpSpPr>
        <p:sp>
          <p:nvSpPr>
            <p:cNvPr id="7122" name="Google Shape;7122;p91"/>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1"/>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1"/>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1"/>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1"/>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7" name="Google Shape;7127;p91"/>
          <p:cNvGrpSpPr/>
          <p:nvPr/>
        </p:nvGrpSpPr>
        <p:grpSpPr>
          <a:xfrm>
            <a:off x="3973073" y="2255969"/>
            <a:ext cx="353645" cy="355557"/>
            <a:chOff x="-33286325" y="3944800"/>
            <a:chExt cx="291450" cy="293025"/>
          </a:xfrm>
        </p:grpSpPr>
        <p:sp>
          <p:nvSpPr>
            <p:cNvPr id="7128" name="Google Shape;7128;p91"/>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1"/>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1"/>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1"/>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2" name="Google Shape;7132;p91"/>
          <p:cNvGrpSpPr/>
          <p:nvPr/>
        </p:nvGrpSpPr>
        <p:grpSpPr>
          <a:xfrm>
            <a:off x="2631470" y="2729129"/>
            <a:ext cx="353645" cy="356527"/>
            <a:chOff x="-31452725" y="3191825"/>
            <a:chExt cx="291450" cy="293825"/>
          </a:xfrm>
        </p:grpSpPr>
        <p:sp>
          <p:nvSpPr>
            <p:cNvPr id="7133" name="Google Shape;7133;p91"/>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1"/>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1"/>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1"/>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91"/>
          <p:cNvGrpSpPr/>
          <p:nvPr/>
        </p:nvGrpSpPr>
        <p:grpSpPr>
          <a:xfrm>
            <a:off x="2631000" y="3200744"/>
            <a:ext cx="354586" cy="354586"/>
            <a:chOff x="-31452725" y="3551775"/>
            <a:chExt cx="292225" cy="292225"/>
          </a:xfrm>
        </p:grpSpPr>
        <p:sp>
          <p:nvSpPr>
            <p:cNvPr id="7138" name="Google Shape;7138;p91"/>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1"/>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1"/>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1"/>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2" name="Google Shape;7142;p91"/>
          <p:cNvGrpSpPr/>
          <p:nvPr/>
        </p:nvGrpSpPr>
        <p:grpSpPr>
          <a:xfrm>
            <a:off x="2629559" y="3664729"/>
            <a:ext cx="357468" cy="356497"/>
            <a:chOff x="-31455100" y="3909350"/>
            <a:chExt cx="294600" cy="293800"/>
          </a:xfrm>
        </p:grpSpPr>
        <p:sp>
          <p:nvSpPr>
            <p:cNvPr id="7143" name="Google Shape;7143;p91"/>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1"/>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5" name="Google Shape;7145;p91"/>
          <p:cNvGrpSpPr/>
          <p:nvPr/>
        </p:nvGrpSpPr>
        <p:grpSpPr>
          <a:xfrm>
            <a:off x="3970744" y="3665684"/>
            <a:ext cx="353645" cy="354586"/>
            <a:chOff x="-30345325" y="3918800"/>
            <a:chExt cx="291450" cy="292225"/>
          </a:xfrm>
        </p:grpSpPr>
        <p:sp>
          <p:nvSpPr>
            <p:cNvPr id="7146" name="Google Shape;7146;p91"/>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1"/>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1"/>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1"/>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1"/>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91"/>
          <p:cNvGrpSpPr/>
          <p:nvPr/>
        </p:nvGrpSpPr>
        <p:grpSpPr>
          <a:xfrm>
            <a:off x="2190209" y="1821587"/>
            <a:ext cx="353645" cy="353645"/>
            <a:chOff x="-34763900" y="3561225"/>
            <a:chExt cx="291450" cy="291450"/>
          </a:xfrm>
        </p:grpSpPr>
        <p:sp>
          <p:nvSpPr>
            <p:cNvPr id="7152" name="Google Shape;7152;p91"/>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1"/>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1"/>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55" name="Google Shape;7155;p91"/>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6" name="Google Shape;7156;p91"/>
          <p:cNvGrpSpPr/>
          <p:nvPr/>
        </p:nvGrpSpPr>
        <p:grpSpPr>
          <a:xfrm>
            <a:off x="845106" y="2730099"/>
            <a:ext cx="354586" cy="354586"/>
            <a:chOff x="-32927950" y="3227275"/>
            <a:chExt cx="292225" cy="292225"/>
          </a:xfrm>
        </p:grpSpPr>
        <p:sp>
          <p:nvSpPr>
            <p:cNvPr id="7157" name="Google Shape;7157;p91"/>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1"/>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1"/>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1"/>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1"/>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2" name="Google Shape;7162;p91"/>
          <p:cNvGrpSpPr/>
          <p:nvPr/>
        </p:nvGrpSpPr>
        <p:grpSpPr>
          <a:xfrm>
            <a:off x="844621" y="3201213"/>
            <a:ext cx="355557" cy="353645"/>
            <a:chOff x="-32927950" y="3586425"/>
            <a:chExt cx="293025" cy="291450"/>
          </a:xfrm>
        </p:grpSpPr>
        <p:sp>
          <p:nvSpPr>
            <p:cNvPr id="7163" name="Google Shape;7163;p91"/>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1"/>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1"/>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1"/>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1"/>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8" name="Google Shape;7168;p91"/>
          <p:cNvGrpSpPr/>
          <p:nvPr/>
        </p:nvGrpSpPr>
        <p:grpSpPr>
          <a:xfrm>
            <a:off x="845106" y="3665198"/>
            <a:ext cx="354586" cy="355557"/>
            <a:chOff x="-32927950" y="3944800"/>
            <a:chExt cx="292225" cy="293025"/>
          </a:xfrm>
        </p:grpSpPr>
        <p:sp>
          <p:nvSpPr>
            <p:cNvPr id="7169" name="Google Shape;7169;p91"/>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1"/>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1"/>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1"/>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1"/>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1"/>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1"/>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1"/>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1"/>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8" name="Google Shape;7178;p91"/>
          <p:cNvGrpSpPr/>
          <p:nvPr/>
        </p:nvGrpSpPr>
        <p:grpSpPr>
          <a:xfrm>
            <a:off x="3073898" y="2730449"/>
            <a:ext cx="354586" cy="353888"/>
            <a:chOff x="-31094350" y="3194000"/>
            <a:chExt cx="292225" cy="291650"/>
          </a:xfrm>
        </p:grpSpPr>
        <p:sp>
          <p:nvSpPr>
            <p:cNvPr id="7179" name="Google Shape;7179;p91"/>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1"/>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1"/>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1"/>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1"/>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1"/>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1"/>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1"/>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7" name="Google Shape;7187;p91"/>
          <p:cNvGrpSpPr/>
          <p:nvPr/>
        </p:nvGrpSpPr>
        <p:grpSpPr>
          <a:xfrm>
            <a:off x="3074368" y="3200941"/>
            <a:ext cx="353645" cy="354191"/>
            <a:chOff x="-31093575" y="3552550"/>
            <a:chExt cx="291450" cy="291900"/>
          </a:xfrm>
        </p:grpSpPr>
        <p:sp>
          <p:nvSpPr>
            <p:cNvPr id="7188" name="Google Shape;7188;p91"/>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1"/>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1"/>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1"/>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91"/>
          <p:cNvGrpSpPr/>
          <p:nvPr/>
        </p:nvGrpSpPr>
        <p:grpSpPr>
          <a:xfrm>
            <a:off x="2200736" y="1380546"/>
            <a:ext cx="332593" cy="353645"/>
            <a:chOff x="-34755225" y="3202075"/>
            <a:chExt cx="274100" cy="291450"/>
          </a:xfrm>
        </p:grpSpPr>
        <p:sp>
          <p:nvSpPr>
            <p:cNvPr id="7193" name="Google Shape;7193;p91"/>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1"/>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1"/>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1"/>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1"/>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1"/>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1"/>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0" name="Google Shape;7200;p91"/>
          <p:cNvGrpSpPr/>
          <p:nvPr/>
        </p:nvGrpSpPr>
        <p:grpSpPr>
          <a:xfrm>
            <a:off x="3074368" y="3666169"/>
            <a:ext cx="353645" cy="353615"/>
            <a:chOff x="-31093575" y="3911725"/>
            <a:chExt cx="291450" cy="291425"/>
          </a:xfrm>
        </p:grpSpPr>
        <p:sp>
          <p:nvSpPr>
            <p:cNvPr id="7201" name="Google Shape;7201;p91"/>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1"/>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3" name="Google Shape;7203;p91"/>
          <p:cNvGrpSpPr/>
          <p:nvPr/>
        </p:nvGrpSpPr>
        <p:grpSpPr>
          <a:xfrm>
            <a:off x="2183798" y="4123136"/>
            <a:ext cx="356497" cy="354586"/>
            <a:chOff x="-29946000" y="3183175"/>
            <a:chExt cx="293800" cy="292225"/>
          </a:xfrm>
        </p:grpSpPr>
        <p:sp>
          <p:nvSpPr>
            <p:cNvPr id="7204" name="Google Shape;7204;p91"/>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1"/>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1"/>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1"/>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1"/>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1"/>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0" name="Google Shape;7210;p91"/>
          <p:cNvGrpSpPr/>
          <p:nvPr/>
        </p:nvGrpSpPr>
        <p:grpSpPr>
          <a:xfrm>
            <a:off x="2628330" y="1380289"/>
            <a:ext cx="358408" cy="354161"/>
            <a:chOff x="-34408675" y="3202075"/>
            <a:chExt cx="295375" cy="291875"/>
          </a:xfrm>
        </p:grpSpPr>
        <p:sp>
          <p:nvSpPr>
            <p:cNvPr id="7211" name="Google Shape;7211;p91"/>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1"/>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1"/>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1"/>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5" name="Google Shape;7215;p91"/>
          <p:cNvGrpSpPr/>
          <p:nvPr/>
        </p:nvGrpSpPr>
        <p:grpSpPr>
          <a:xfrm>
            <a:off x="2630241" y="1820283"/>
            <a:ext cx="354586" cy="356254"/>
            <a:chOff x="-34405525" y="3558075"/>
            <a:chExt cx="292225" cy="293600"/>
          </a:xfrm>
        </p:grpSpPr>
        <p:sp>
          <p:nvSpPr>
            <p:cNvPr id="7216" name="Google Shape;7216;p91"/>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1"/>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1"/>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91"/>
          <p:cNvGrpSpPr/>
          <p:nvPr/>
        </p:nvGrpSpPr>
        <p:grpSpPr>
          <a:xfrm>
            <a:off x="2629755" y="2256940"/>
            <a:ext cx="355557" cy="353615"/>
            <a:chOff x="-34406325" y="3919600"/>
            <a:chExt cx="293025" cy="291425"/>
          </a:xfrm>
        </p:grpSpPr>
        <p:sp>
          <p:nvSpPr>
            <p:cNvPr id="7220" name="Google Shape;7220;p91"/>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1"/>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1"/>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1"/>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1"/>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1"/>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1"/>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91"/>
          <p:cNvGrpSpPr/>
          <p:nvPr/>
        </p:nvGrpSpPr>
        <p:grpSpPr>
          <a:xfrm>
            <a:off x="1293653" y="2736303"/>
            <a:ext cx="353645" cy="342179"/>
            <a:chOff x="-32568800" y="3232000"/>
            <a:chExt cx="291450" cy="282000"/>
          </a:xfrm>
        </p:grpSpPr>
        <p:sp>
          <p:nvSpPr>
            <p:cNvPr id="7228" name="Google Shape;7228;p91"/>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1"/>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0" name="Google Shape;7230;p91"/>
          <p:cNvGrpSpPr/>
          <p:nvPr/>
        </p:nvGrpSpPr>
        <p:grpSpPr>
          <a:xfrm>
            <a:off x="1293183" y="3201213"/>
            <a:ext cx="354586" cy="353645"/>
            <a:chOff x="-32569575" y="3586425"/>
            <a:chExt cx="292225" cy="291450"/>
          </a:xfrm>
        </p:grpSpPr>
        <p:sp>
          <p:nvSpPr>
            <p:cNvPr id="7231" name="Google Shape;7231;p91"/>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1"/>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3" name="Google Shape;7233;p91"/>
          <p:cNvGrpSpPr/>
          <p:nvPr/>
        </p:nvGrpSpPr>
        <p:grpSpPr>
          <a:xfrm>
            <a:off x="1284098" y="3665805"/>
            <a:ext cx="372756" cy="354343"/>
            <a:chOff x="-32576675" y="3944600"/>
            <a:chExt cx="307200" cy="292025"/>
          </a:xfrm>
        </p:grpSpPr>
        <p:sp>
          <p:nvSpPr>
            <p:cNvPr id="7234" name="Google Shape;7234;p91"/>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1"/>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6" name="Google Shape;7236;p91"/>
          <p:cNvGrpSpPr/>
          <p:nvPr/>
        </p:nvGrpSpPr>
        <p:grpSpPr>
          <a:xfrm>
            <a:off x="3529065" y="2730100"/>
            <a:ext cx="354586" cy="354586"/>
            <a:chOff x="-30735200" y="3192625"/>
            <a:chExt cx="292225" cy="292225"/>
          </a:xfrm>
        </p:grpSpPr>
        <p:sp>
          <p:nvSpPr>
            <p:cNvPr id="7237" name="Google Shape;7237;p91"/>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1"/>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1"/>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1"/>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1"/>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1"/>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1"/>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4" name="Google Shape;7244;p91"/>
          <p:cNvGrpSpPr/>
          <p:nvPr/>
        </p:nvGrpSpPr>
        <p:grpSpPr>
          <a:xfrm>
            <a:off x="3529065" y="3201532"/>
            <a:ext cx="354586" cy="353008"/>
            <a:chOff x="-30735200" y="3552550"/>
            <a:chExt cx="292225" cy="290925"/>
          </a:xfrm>
        </p:grpSpPr>
        <p:sp>
          <p:nvSpPr>
            <p:cNvPr id="7245" name="Google Shape;7245;p91"/>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1"/>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91"/>
          <p:cNvGrpSpPr/>
          <p:nvPr/>
        </p:nvGrpSpPr>
        <p:grpSpPr>
          <a:xfrm>
            <a:off x="3529065" y="3666154"/>
            <a:ext cx="354586" cy="353645"/>
            <a:chOff x="-30735200" y="3910925"/>
            <a:chExt cx="292225" cy="291450"/>
          </a:xfrm>
        </p:grpSpPr>
        <p:sp>
          <p:nvSpPr>
            <p:cNvPr id="7248" name="Google Shape;7248;p91"/>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1"/>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0" name="Google Shape;7250;p91"/>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1" name="Google Shape;7251;p91"/>
          <p:cNvGrpSpPr/>
          <p:nvPr/>
        </p:nvGrpSpPr>
        <p:grpSpPr>
          <a:xfrm>
            <a:off x="4882910" y="1379021"/>
            <a:ext cx="358971" cy="359224"/>
            <a:chOff x="-57956275" y="3197925"/>
            <a:chExt cx="319000" cy="319225"/>
          </a:xfrm>
        </p:grpSpPr>
        <p:sp>
          <p:nvSpPr>
            <p:cNvPr id="7252" name="Google Shape;7252;p91"/>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1"/>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1"/>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1"/>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1"/>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1"/>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1"/>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9" name="Google Shape;7259;p91"/>
          <p:cNvGrpSpPr/>
          <p:nvPr/>
        </p:nvGrpSpPr>
        <p:grpSpPr>
          <a:xfrm>
            <a:off x="4905064" y="1835446"/>
            <a:ext cx="314662" cy="358971"/>
            <a:chOff x="-57940525" y="3590375"/>
            <a:chExt cx="279625" cy="319000"/>
          </a:xfrm>
        </p:grpSpPr>
        <p:sp>
          <p:nvSpPr>
            <p:cNvPr id="7260" name="Google Shape;7260;p91"/>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1"/>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1"/>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1"/>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1"/>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5" name="Google Shape;7265;p91"/>
          <p:cNvGrpSpPr/>
          <p:nvPr/>
        </p:nvGrpSpPr>
        <p:grpSpPr>
          <a:xfrm>
            <a:off x="4875945" y="2276817"/>
            <a:ext cx="358099" cy="358999"/>
            <a:chOff x="-57959425" y="3982600"/>
            <a:chExt cx="318225" cy="319025"/>
          </a:xfrm>
        </p:grpSpPr>
        <p:sp>
          <p:nvSpPr>
            <p:cNvPr id="7266" name="Google Shape;7266;p91"/>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1"/>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1"/>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1"/>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91"/>
          <p:cNvGrpSpPr/>
          <p:nvPr/>
        </p:nvGrpSpPr>
        <p:grpSpPr>
          <a:xfrm>
            <a:off x="7076112" y="1380146"/>
            <a:ext cx="357226" cy="357226"/>
            <a:chOff x="-55987225" y="3198925"/>
            <a:chExt cx="317450" cy="317450"/>
          </a:xfrm>
        </p:grpSpPr>
        <p:sp>
          <p:nvSpPr>
            <p:cNvPr id="7271" name="Google Shape;7271;p91"/>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1"/>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1"/>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1"/>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5" name="Google Shape;7275;p91"/>
          <p:cNvGrpSpPr/>
          <p:nvPr/>
        </p:nvGrpSpPr>
        <p:grpSpPr>
          <a:xfrm>
            <a:off x="7076112" y="1836178"/>
            <a:ext cx="357226" cy="357367"/>
            <a:chOff x="-55987225" y="3591025"/>
            <a:chExt cx="317450" cy="317575"/>
          </a:xfrm>
        </p:grpSpPr>
        <p:sp>
          <p:nvSpPr>
            <p:cNvPr id="7276" name="Google Shape;7276;p91"/>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1"/>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1"/>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1"/>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1"/>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1" name="Google Shape;7281;p91"/>
          <p:cNvGrpSpPr/>
          <p:nvPr/>
        </p:nvGrpSpPr>
        <p:grpSpPr>
          <a:xfrm>
            <a:off x="7090027" y="2276817"/>
            <a:ext cx="358999" cy="358999"/>
            <a:chOff x="-55988800" y="3982600"/>
            <a:chExt cx="319025" cy="319025"/>
          </a:xfrm>
        </p:grpSpPr>
        <p:sp>
          <p:nvSpPr>
            <p:cNvPr id="7282" name="Google Shape;7282;p91"/>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1"/>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1"/>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1"/>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1"/>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91"/>
          <p:cNvGrpSpPr/>
          <p:nvPr/>
        </p:nvGrpSpPr>
        <p:grpSpPr>
          <a:xfrm>
            <a:off x="5748546" y="2734774"/>
            <a:ext cx="356326" cy="358971"/>
            <a:chOff x="-54026025" y="3192625"/>
            <a:chExt cx="316650" cy="319000"/>
          </a:xfrm>
        </p:grpSpPr>
        <p:sp>
          <p:nvSpPr>
            <p:cNvPr id="7288" name="Google Shape;7288;p91"/>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1"/>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1"/>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1"/>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1"/>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1"/>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1"/>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1"/>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6" name="Google Shape;7296;p91"/>
          <p:cNvGrpSpPr/>
          <p:nvPr/>
        </p:nvGrpSpPr>
        <p:grpSpPr>
          <a:xfrm>
            <a:off x="5768492" y="3205748"/>
            <a:ext cx="316434" cy="358099"/>
            <a:chOff x="-54007925" y="3584850"/>
            <a:chExt cx="281200" cy="318225"/>
          </a:xfrm>
        </p:grpSpPr>
        <p:sp>
          <p:nvSpPr>
            <p:cNvPr id="7297" name="Google Shape;7297;p91"/>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1"/>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1"/>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1"/>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1"/>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1"/>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91"/>
          <p:cNvGrpSpPr/>
          <p:nvPr/>
        </p:nvGrpSpPr>
        <p:grpSpPr>
          <a:xfrm>
            <a:off x="5768492" y="3667633"/>
            <a:ext cx="316434" cy="358914"/>
            <a:chOff x="-54007925" y="3975575"/>
            <a:chExt cx="281200" cy="318950"/>
          </a:xfrm>
        </p:grpSpPr>
        <p:sp>
          <p:nvSpPr>
            <p:cNvPr id="7304" name="Google Shape;7304;p91"/>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1"/>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1"/>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1"/>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91"/>
          <p:cNvGrpSpPr/>
          <p:nvPr/>
        </p:nvGrpSpPr>
        <p:grpSpPr>
          <a:xfrm>
            <a:off x="8003359" y="2752104"/>
            <a:ext cx="274770" cy="358492"/>
            <a:chOff x="-52005775" y="3208025"/>
            <a:chExt cx="244175" cy="318575"/>
          </a:xfrm>
        </p:grpSpPr>
        <p:sp>
          <p:nvSpPr>
            <p:cNvPr id="7309" name="Google Shape;7309;p91"/>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1"/>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1"/>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1"/>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1"/>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1"/>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1"/>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1"/>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1"/>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1"/>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1"/>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0" name="Google Shape;7320;p91"/>
          <p:cNvGrpSpPr/>
          <p:nvPr/>
        </p:nvGrpSpPr>
        <p:grpSpPr>
          <a:xfrm>
            <a:off x="5309825" y="1380146"/>
            <a:ext cx="358099" cy="358099"/>
            <a:chOff x="-57568775" y="3198925"/>
            <a:chExt cx="318225" cy="318225"/>
          </a:xfrm>
        </p:grpSpPr>
        <p:sp>
          <p:nvSpPr>
            <p:cNvPr id="7321" name="Google Shape;7321;p91"/>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1"/>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1"/>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1"/>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1"/>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1"/>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91"/>
          <p:cNvGrpSpPr/>
          <p:nvPr/>
        </p:nvGrpSpPr>
        <p:grpSpPr>
          <a:xfrm>
            <a:off x="5331543" y="1835446"/>
            <a:ext cx="314662" cy="358099"/>
            <a:chOff x="-57549075" y="3590375"/>
            <a:chExt cx="279625" cy="318225"/>
          </a:xfrm>
        </p:grpSpPr>
        <p:sp>
          <p:nvSpPr>
            <p:cNvPr id="7328" name="Google Shape;7328;p91"/>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1"/>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1"/>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1"/>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2" name="Google Shape;7332;p91"/>
          <p:cNvGrpSpPr/>
          <p:nvPr/>
        </p:nvGrpSpPr>
        <p:grpSpPr>
          <a:xfrm>
            <a:off x="5323740" y="2276817"/>
            <a:ext cx="359871" cy="359871"/>
            <a:chOff x="-57570350" y="3982600"/>
            <a:chExt cx="319800" cy="319800"/>
          </a:xfrm>
        </p:grpSpPr>
        <p:sp>
          <p:nvSpPr>
            <p:cNvPr id="7333" name="Google Shape;7333;p91"/>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1"/>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1"/>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1"/>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7" name="Google Shape;7337;p91"/>
          <p:cNvGrpSpPr/>
          <p:nvPr/>
        </p:nvGrpSpPr>
        <p:grpSpPr>
          <a:xfrm>
            <a:off x="7538779" y="1379246"/>
            <a:ext cx="314662" cy="358999"/>
            <a:chOff x="-55576850" y="3198125"/>
            <a:chExt cx="279625" cy="319025"/>
          </a:xfrm>
        </p:grpSpPr>
        <p:sp>
          <p:nvSpPr>
            <p:cNvPr id="7338" name="Google Shape;7338;p91"/>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1"/>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1"/>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1"/>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91"/>
          <p:cNvGrpSpPr/>
          <p:nvPr/>
        </p:nvGrpSpPr>
        <p:grpSpPr>
          <a:xfrm>
            <a:off x="7516174" y="1835221"/>
            <a:ext cx="359871" cy="358324"/>
            <a:chOff x="-55596550" y="3590175"/>
            <a:chExt cx="319800" cy="318425"/>
          </a:xfrm>
        </p:grpSpPr>
        <p:sp>
          <p:nvSpPr>
            <p:cNvPr id="7343" name="Google Shape;7343;p91"/>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1"/>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1"/>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1"/>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7" name="Google Shape;7347;p91"/>
          <p:cNvGrpSpPr/>
          <p:nvPr/>
        </p:nvGrpSpPr>
        <p:grpSpPr>
          <a:xfrm>
            <a:off x="7531412" y="2276564"/>
            <a:ext cx="358999" cy="359252"/>
            <a:chOff x="-55595775" y="3982375"/>
            <a:chExt cx="319025" cy="319250"/>
          </a:xfrm>
        </p:grpSpPr>
        <p:sp>
          <p:nvSpPr>
            <p:cNvPr id="7348" name="Google Shape;7348;p91"/>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1"/>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1"/>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1"/>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1"/>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1"/>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4" name="Google Shape;7354;p91"/>
          <p:cNvGrpSpPr/>
          <p:nvPr/>
        </p:nvGrpSpPr>
        <p:grpSpPr>
          <a:xfrm>
            <a:off x="6188595" y="2734774"/>
            <a:ext cx="358999" cy="358099"/>
            <a:chOff x="-53635375" y="3192625"/>
            <a:chExt cx="319025" cy="318225"/>
          </a:xfrm>
        </p:grpSpPr>
        <p:sp>
          <p:nvSpPr>
            <p:cNvPr id="7355" name="Google Shape;7355;p91"/>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1"/>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1"/>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8" name="Google Shape;7358;p91"/>
          <p:cNvGrpSpPr/>
          <p:nvPr/>
        </p:nvGrpSpPr>
        <p:grpSpPr>
          <a:xfrm>
            <a:off x="6210763" y="3205748"/>
            <a:ext cx="314662" cy="358999"/>
            <a:chOff x="-53615675" y="3584850"/>
            <a:chExt cx="279625" cy="319025"/>
          </a:xfrm>
        </p:grpSpPr>
        <p:sp>
          <p:nvSpPr>
            <p:cNvPr id="7359" name="Google Shape;7359;p91"/>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1"/>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1"/>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2" name="Google Shape;7362;p91"/>
          <p:cNvGrpSpPr/>
          <p:nvPr/>
        </p:nvGrpSpPr>
        <p:grpSpPr>
          <a:xfrm>
            <a:off x="6188609" y="3668674"/>
            <a:ext cx="358971" cy="357874"/>
            <a:chOff x="-53634575" y="3976500"/>
            <a:chExt cx="319000" cy="318025"/>
          </a:xfrm>
        </p:grpSpPr>
        <p:sp>
          <p:nvSpPr>
            <p:cNvPr id="7363" name="Google Shape;7363;p91"/>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1"/>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1"/>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1"/>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1"/>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1"/>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1"/>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1"/>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91"/>
          <p:cNvGrpSpPr/>
          <p:nvPr/>
        </p:nvGrpSpPr>
        <p:grpSpPr>
          <a:xfrm>
            <a:off x="7983413" y="3211628"/>
            <a:ext cx="314662" cy="358436"/>
            <a:chOff x="-52023900" y="3590075"/>
            <a:chExt cx="279625" cy="318525"/>
          </a:xfrm>
        </p:grpSpPr>
        <p:sp>
          <p:nvSpPr>
            <p:cNvPr id="7372" name="Google Shape;7372;p91"/>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1"/>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1"/>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1"/>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1"/>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1"/>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1"/>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9" name="Google Shape;7379;p91"/>
          <p:cNvGrpSpPr/>
          <p:nvPr/>
        </p:nvGrpSpPr>
        <p:grpSpPr>
          <a:xfrm>
            <a:off x="5746654" y="1380146"/>
            <a:ext cx="358971" cy="358971"/>
            <a:chOff x="-57173375" y="3198925"/>
            <a:chExt cx="319000" cy="319000"/>
          </a:xfrm>
        </p:grpSpPr>
        <p:sp>
          <p:nvSpPr>
            <p:cNvPr id="7380" name="Google Shape;7380;p91"/>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1"/>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1"/>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1"/>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4" name="Google Shape;7384;p91"/>
          <p:cNvGrpSpPr/>
          <p:nvPr/>
        </p:nvGrpSpPr>
        <p:grpSpPr>
          <a:xfrm>
            <a:off x="5747541" y="1857587"/>
            <a:ext cx="357198" cy="314690"/>
            <a:chOff x="-57176525" y="3610050"/>
            <a:chExt cx="317425" cy="279650"/>
          </a:xfrm>
        </p:grpSpPr>
        <p:sp>
          <p:nvSpPr>
            <p:cNvPr id="7385" name="Google Shape;7385;p91"/>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1"/>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1"/>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1"/>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1"/>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0" name="Google Shape;7390;p91"/>
          <p:cNvGrpSpPr/>
          <p:nvPr/>
        </p:nvGrpSpPr>
        <p:grpSpPr>
          <a:xfrm>
            <a:off x="7957995" y="1380146"/>
            <a:ext cx="358099" cy="356326"/>
            <a:chOff x="-55202750" y="3198925"/>
            <a:chExt cx="318225" cy="316650"/>
          </a:xfrm>
        </p:grpSpPr>
        <p:sp>
          <p:nvSpPr>
            <p:cNvPr id="7391" name="Google Shape;7391;p91"/>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1"/>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3" name="Google Shape;7393;p91"/>
          <p:cNvGrpSpPr/>
          <p:nvPr/>
        </p:nvGrpSpPr>
        <p:grpSpPr>
          <a:xfrm>
            <a:off x="7968629" y="1835446"/>
            <a:ext cx="336830" cy="358099"/>
            <a:chOff x="-55194875" y="3590375"/>
            <a:chExt cx="299325" cy="318225"/>
          </a:xfrm>
        </p:grpSpPr>
        <p:sp>
          <p:nvSpPr>
            <p:cNvPr id="7394" name="Google Shape;7394;p91"/>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1"/>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1"/>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1"/>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1"/>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91"/>
          <p:cNvGrpSpPr/>
          <p:nvPr/>
        </p:nvGrpSpPr>
        <p:grpSpPr>
          <a:xfrm>
            <a:off x="7973247" y="2277717"/>
            <a:ext cx="357198" cy="357198"/>
            <a:chOff x="-55203525" y="3983400"/>
            <a:chExt cx="317425" cy="317425"/>
          </a:xfrm>
        </p:grpSpPr>
        <p:sp>
          <p:nvSpPr>
            <p:cNvPr id="7400" name="Google Shape;7400;p91"/>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1"/>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1"/>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3" name="Google Shape;7403;p91"/>
          <p:cNvGrpSpPr/>
          <p:nvPr/>
        </p:nvGrpSpPr>
        <p:grpSpPr>
          <a:xfrm>
            <a:off x="6639727" y="2734774"/>
            <a:ext cx="335930" cy="358971"/>
            <a:chOff x="-53232900" y="3192625"/>
            <a:chExt cx="298525" cy="319000"/>
          </a:xfrm>
        </p:grpSpPr>
        <p:sp>
          <p:nvSpPr>
            <p:cNvPr id="7404" name="Google Shape;7404;p91"/>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1"/>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1"/>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1"/>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1"/>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1"/>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1"/>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1"/>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91"/>
          <p:cNvGrpSpPr/>
          <p:nvPr/>
        </p:nvGrpSpPr>
        <p:grpSpPr>
          <a:xfrm>
            <a:off x="6629093" y="3205748"/>
            <a:ext cx="357198" cy="356326"/>
            <a:chOff x="-53242350" y="3584850"/>
            <a:chExt cx="317425" cy="316650"/>
          </a:xfrm>
        </p:grpSpPr>
        <p:sp>
          <p:nvSpPr>
            <p:cNvPr id="7413" name="Google Shape;7413;p91"/>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1"/>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1"/>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1"/>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1"/>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8" name="Google Shape;7418;p91"/>
          <p:cNvGrpSpPr/>
          <p:nvPr/>
        </p:nvGrpSpPr>
        <p:grpSpPr>
          <a:xfrm>
            <a:off x="6650362" y="3668449"/>
            <a:ext cx="314662" cy="358999"/>
            <a:chOff x="-53224225" y="3976300"/>
            <a:chExt cx="279625" cy="319025"/>
          </a:xfrm>
        </p:grpSpPr>
        <p:sp>
          <p:nvSpPr>
            <p:cNvPr id="7419" name="Google Shape;7419;p91"/>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1"/>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1"/>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1"/>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1"/>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1"/>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1"/>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6" name="Google Shape;7426;p91"/>
          <p:cNvGrpSpPr/>
          <p:nvPr/>
        </p:nvGrpSpPr>
        <p:grpSpPr>
          <a:xfrm>
            <a:off x="7961258" y="3676129"/>
            <a:ext cx="358971" cy="358408"/>
            <a:chOff x="-52043575" y="3983125"/>
            <a:chExt cx="319000" cy="318500"/>
          </a:xfrm>
        </p:grpSpPr>
        <p:sp>
          <p:nvSpPr>
            <p:cNvPr id="7427" name="Google Shape;7427;p91"/>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1"/>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1"/>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1"/>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1"/>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1"/>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1"/>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1"/>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1"/>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91"/>
          <p:cNvGrpSpPr/>
          <p:nvPr/>
        </p:nvGrpSpPr>
        <p:grpSpPr>
          <a:xfrm>
            <a:off x="6215199" y="1380146"/>
            <a:ext cx="314662" cy="358971"/>
            <a:chOff x="-56766175" y="3198925"/>
            <a:chExt cx="279625" cy="319000"/>
          </a:xfrm>
        </p:grpSpPr>
        <p:sp>
          <p:nvSpPr>
            <p:cNvPr id="7437" name="Google Shape;7437;p91"/>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1"/>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1"/>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1"/>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1"/>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1"/>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1"/>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4" name="Google Shape;7444;p91"/>
          <p:cNvGrpSpPr/>
          <p:nvPr/>
        </p:nvGrpSpPr>
        <p:grpSpPr>
          <a:xfrm>
            <a:off x="6214313" y="1835446"/>
            <a:ext cx="316434" cy="358099"/>
            <a:chOff x="-56766175" y="3590375"/>
            <a:chExt cx="281200" cy="318225"/>
          </a:xfrm>
        </p:grpSpPr>
        <p:sp>
          <p:nvSpPr>
            <p:cNvPr id="7445" name="Google Shape;7445;p91"/>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1"/>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1"/>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1"/>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9" name="Google Shape;7449;p91"/>
          <p:cNvGrpSpPr/>
          <p:nvPr/>
        </p:nvGrpSpPr>
        <p:grpSpPr>
          <a:xfrm>
            <a:off x="6251269" y="2276817"/>
            <a:ext cx="272126" cy="358099"/>
            <a:chOff x="-56747275" y="3982600"/>
            <a:chExt cx="241825" cy="318225"/>
          </a:xfrm>
        </p:grpSpPr>
        <p:sp>
          <p:nvSpPr>
            <p:cNvPr id="7450" name="Google Shape;7450;p91"/>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1"/>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1"/>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1"/>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1"/>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1"/>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1"/>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91"/>
          <p:cNvGrpSpPr/>
          <p:nvPr/>
        </p:nvGrpSpPr>
        <p:grpSpPr>
          <a:xfrm>
            <a:off x="4859020" y="3219055"/>
            <a:ext cx="358999" cy="342991"/>
            <a:chOff x="-54812875" y="3596675"/>
            <a:chExt cx="319025" cy="304800"/>
          </a:xfrm>
        </p:grpSpPr>
        <p:sp>
          <p:nvSpPr>
            <p:cNvPr id="7458" name="Google Shape;7458;p91"/>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1"/>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1"/>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1"/>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1"/>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1"/>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1"/>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65" name="Google Shape;7465;p91"/>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1"/>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7" name="Google Shape;7467;p91"/>
          <p:cNvGrpSpPr/>
          <p:nvPr/>
        </p:nvGrpSpPr>
        <p:grpSpPr>
          <a:xfrm>
            <a:off x="4881188" y="3675538"/>
            <a:ext cx="314662" cy="358099"/>
            <a:chOff x="-54793175" y="3982600"/>
            <a:chExt cx="279625" cy="318225"/>
          </a:xfrm>
        </p:grpSpPr>
        <p:sp>
          <p:nvSpPr>
            <p:cNvPr id="7468" name="Google Shape;7468;p91"/>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1"/>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1"/>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1"/>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1"/>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1"/>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1"/>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91"/>
          <p:cNvGrpSpPr/>
          <p:nvPr/>
        </p:nvGrpSpPr>
        <p:grpSpPr>
          <a:xfrm>
            <a:off x="7092647" y="2734774"/>
            <a:ext cx="314662" cy="358099"/>
            <a:chOff x="-52832000" y="3192625"/>
            <a:chExt cx="279625" cy="318225"/>
          </a:xfrm>
        </p:grpSpPr>
        <p:sp>
          <p:nvSpPr>
            <p:cNvPr id="7476" name="Google Shape;7476;p91"/>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1"/>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1"/>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1"/>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1"/>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1"/>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1"/>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1"/>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4" name="Google Shape;7484;p91"/>
          <p:cNvGrpSpPr/>
          <p:nvPr/>
        </p:nvGrpSpPr>
        <p:grpSpPr>
          <a:xfrm>
            <a:off x="5779179" y="2276142"/>
            <a:ext cx="323524" cy="358774"/>
            <a:chOff x="-57162350" y="3982000"/>
            <a:chExt cx="287500" cy="318825"/>
          </a:xfrm>
        </p:grpSpPr>
        <p:sp>
          <p:nvSpPr>
            <p:cNvPr id="7485" name="Google Shape;7485;p91"/>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1"/>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1"/>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1"/>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1"/>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1"/>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1"/>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1"/>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91"/>
          <p:cNvGrpSpPr/>
          <p:nvPr/>
        </p:nvGrpSpPr>
        <p:grpSpPr>
          <a:xfrm>
            <a:off x="7070492" y="3206648"/>
            <a:ext cx="358971" cy="357198"/>
            <a:chOff x="-52851675" y="3585650"/>
            <a:chExt cx="319000" cy="317425"/>
          </a:xfrm>
        </p:grpSpPr>
        <p:sp>
          <p:nvSpPr>
            <p:cNvPr id="7494" name="Google Shape;7494;p91"/>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1"/>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1"/>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1"/>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1"/>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1"/>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0" name="Google Shape;7500;p91"/>
          <p:cNvGrpSpPr/>
          <p:nvPr/>
        </p:nvGrpSpPr>
        <p:grpSpPr>
          <a:xfrm>
            <a:off x="7092647" y="3668449"/>
            <a:ext cx="314662" cy="358999"/>
            <a:chOff x="-52832000" y="3976300"/>
            <a:chExt cx="279625" cy="319025"/>
          </a:xfrm>
        </p:grpSpPr>
        <p:sp>
          <p:nvSpPr>
            <p:cNvPr id="7501" name="Google Shape;7501;p91"/>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1"/>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1"/>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1"/>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1"/>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91"/>
          <p:cNvGrpSpPr/>
          <p:nvPr/>
        </p:nvGrpSpPr>
        <p:grpSpPr>
          <a:xfrm>
            <a:off x="6209853" y="4123097"/>
            <a:ext cx="316434" cy="358099"/>
            <a:chOff x="-51633225" y="3198925"/>
            <a:chExt cx="281200" cy="318225"/>
          </a:xfrm>
        </p:grpSpPr>
        <p:sp>
          <p:nvSpPr>
            <p:cNvPr id="7507" name="Google Shape;7507;p91"/>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1"/>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1"/>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1"/>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1"/>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1"/>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1"/>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4" name="Google Shape;7514;p91"/>
          <p:cNvGrpSpPr/>
          <p:nvPr/>
        </p:nvGrpSpPr>
        <p:grpSpPr>
          <a:xfrm>
            <a:off x="6628676" y="1381018"/>
            <a:ext cx="365188" cy="357226"/>
            <a:chOff x="-56396775" y="3199700"/>
            <a:chExt cx="324525" cy="317450"/>
          </a:xfrm>
        </p:grpSpPr>
        <p:sp>
          <p:nvSpPr>
            <p:cNvPr id="7515" name="Google Shape;7515;p91"/>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1"/>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1"/>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1"/>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1"/>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1"/>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1" name="Google Shape;7521;p91"/>
          <p:cNvGrpSpPr/>
          <p:nvPr/>
        </p:nvGrpSpPr>
        <p:grpSpPr>
          <a:xfrm>
            <a:off x="6631771" y="1846953"/>
            <a:ext cx="358999" cy="335958"/>
            <a:chOff x="-56394425" y="3600600"/>
            <a:chExt cx="319025" cy="298550"/>
          </a:xfrm>
        </p:grpSpPr>
        <p:sp>
          <p:nvSpPr>
            <p:cNvPr id="7522" name="Google Shape;7522;p91"/>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1"/>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1"/>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91"/>
          <p:cNvGrpSpPr/>
          <p:nvPr/>
        </p:nvGrpSpPr>
        <p:grpSpPr>
          <a:xfrm>
            <a:off x="6662538" y="2277717"/>
            <a:ext cx="327068" cy="357198"/>
            <a:chOff x="-56379450" y="3983400"/>
            <a:chExt cx="290650" cy="317425"/>
          </a:xfrm>
        </p:grpSpPr>
        <p:sp>
          <p:nvSpPr>
            <p:cNvPr id="7526" name="Google Shape;7526;p91"/>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1"/>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1"/>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1"/>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1"/>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1"/>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1"/>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1"/>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4" name="Google Shape;7534;p91"/>
          <p:cNvGrpSpPr/>
          <p:nvPr/>
        </p:nvGrpSpPr>
        <p:grpSpPr>
          <a:xfrm>
            <a:off x="5326242" y="2741864"/>
            <a:ext cx="316434" cy="358971"/>
            <a:chOff x="-54401725" y="3198925"/>
            <a:chExt cx="281200" cy="319000"/>
          </a:xfrm>
        </p:grpSpPr>
        <p:sp>
          <p:nvSpPr>
            <p:cNvPr id="7535" name="Google Shape;7535;p91"/>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1"/>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1"/>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1"/>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1"/>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1"/>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1"/>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1"/>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1"/>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1"/>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1"/>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6" name="Google Shape;7546;p91"/>
          <p:cNvGrpSpPr/>
          <p:nvPr/>
        </p:nvGrpSpPr>
        <p:grpSpPr>
          <a:xfrm>
            <a:off x="5327128" y="3211965"/>
            <a:ext cx="314662" cy="358099"/>
            <a:chOff x="-54401725" y="3590375"/>
            <a:chExt cx="279625" cy="318225"/>
          </a:xfrm>
        </p:grpSpPr>
        <p:sp>
          <p:nvSpPr>
            <p:cNvPr id="7547" name="Google Shape;7547;p91"/>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1"/>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1"/>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1"/>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1"/>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1"/>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3" name="Google Shape;7553;p91"/>
          <p:cNvGrpSpPr/>
          <p:nvPr/>
        </p:nvGrpSpPr>
        <p:grpSpPr>
          <a:xfrm>
            <a:off x="5324920" y="3675538"/>
            <a:ext cx="319079" cy="358099"/>
            <a:chOff x="-54403300" y="3982600"/>
            <a:chExt cx="283550" cy="318225"/>
          </a:xfrm>
        </p:grpSpPr>
        <p:sp>
          <p:nvSpPr>
            <p:cNvPr id="7554" name="Google Shape;7554;p91"/>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1"/>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1"/>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1"/>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1"/>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9" name="Google Shape;7559;p91"/>
          <p:cNvGrpSpPr/>
          <p:nvPr/>
        </p:nvGrpSpPr>
        <p:grpSpPr>
          <a:xfrm>
            <a:off x="7512313" y="2736772"/>
            <a:ext cx="356298" cy="356973"/>
            <a:chOff x="-52458650" y="3194400"/>
            <a:chExt cx="316625" cy="317225"/>
          </a:xfrm>
        </p:grpSpPr>
        <p:sp>
          <p:nvSpPr>
            <p:cNvPr id="7560" name="Google Shape;7560;p91"/>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1"/>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1"/>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1"/>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1"/>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1"/>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1"/>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1"/>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91"/>
          <p:cNvGrpSpPr/>
          <p:nvPr/>
        </p:nvGrpSpPr>
        <p:grpSpPr>
          <a:xfrm>
            <a:off x="4881188" y="2741864"/>
            <a:ext cx="314662" cy="358971"/>
            <a:chOff x="-54793175" y="3198925"/>
            <a:chExt cx="279625" cy="319000"/>
          </a:xfrm>
        </p:grpSpPr>
        <p:sp>
          <p:nvSpPr>
            <p:cNvPr id="7569" name="Google Shape;7569;p91"/>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1"/>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1"/>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1"/>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1"/>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1"/>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1"/>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6" name="Google Shape;7576;p91"/>
          <p:cNvGrpSpPr/>
          <p:nvPr/>
        </p:nvGrpSpPr>
        <p:grpSpPr>
          <a:xfrm>
            <a:off x="7521611" y="3205748"/>
            <a:ext cx="337703" cy="357845"/>
            <a:chOff x="-52450000" y="3584850"/>
            <a:chExt cx="300100" cy="318000"/>
          </a:xfrm>
        </p:grpSpPr>
        <p:sp>
          <p:nvSpPr>
            <p:cNvPr id="7577" name="Google Shape;7577;p91"/>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1"/>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1"/>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1"/>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1"/>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1"/>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1"/>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4" name="Google Shape;7584;p91"/>
          <p:cNvGrpSpPr/>
          <p:nvPr/>
        </p:nvGrpSpPr>
        <p:grpSpPr>
          <a:xfrm>
            <a:off x="7533131" y="3670221"/>
            <a:ext cx="314662" cy="357226"/>
            <a:chOff x="-52440550" y="3977875"/>
            <a:chExt cx="279625" cy="317450"/>
          </a:xfrm>
        </p:grpSpPr>
        <p:sp>
          <p:nvSpPr>
            <p:cNvPr id="7585" name="Google Shape;7585;p91"/>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1"/>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1"/>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1"/>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1"/>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1"/>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1"/>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1"/>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91"/>
          <p:cNvGrpSpPr/>
          <p:nvPr/>
        </p:nvGrpSpPr>
        <p:grpSpPr>
          <a:xfrm>
            <a:off x="6645066" y="4126427"/>
            <a:ext cx="314662" cy="358999"/>
            <a:chOff x="-51623775" y="3584850"/>
            <a:chExt cx="279625" cy="319025"/>
          </a:xfrm>
        </p:grpSpPr>
        <p:sp>
          <p:nvSpPr>
            <p:cNvPr id="7594" name="Google Shape;7594;p91"/>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1"/>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1"/>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1"/>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1"/>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1"/>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1"/>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1"/>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1"/>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3" name="Google Shape;7603;p91"/>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604" name="Google Shape;7604;p91"/>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7608"/>
        <p:cNvGrpSpPr/>
        <p:nvPr/>
      </p:nvGrpSpPr>
      <p:grpSpPr>
        <a:xfrm>
          <a:off x="0" y="0"/>
          <a:ext cx="0" cy="0"/>
          <a:chOff x="0" y="0"/>
          <a:chExt cx="0" cy="0"/>
        </a:xfrm>
      </p:grpSpPr>
      <p:grpSp>
        <p:nvGrpSpPr>
          <p:cNvPr id="7609" name="Google Shape;7609;p92"/>
          <p:cNvGrpSpPr/>
          <p:nvPr/>
        </p:nvGrpSpPr>
        <p:grpSpPr>
          <a:xfrm>
            <a:off x="885675" y="1386849"/>
            <a:ext cx="276003" cy="357300"/>
            <a:chOff x="-50469125" y="3183175"/>
            <a:chExt cx="233150" cy="301825"/>
          </a:xfrm>
        </p:grpSpPr>
        <p:sp>
          <p:nvSpPr>
            <p:cNvPr id="7610" name="Google Shape;7610;p92"/>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2"/>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2"/>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3" name="Google Shape;7613;p92"/>
          <p:cNvGrpSpPr/>
          <p:nvPr/>
        </p:nvGrpSpPr>
        <p:grpSpPr>
          <a:xfrm>
            <a:off x="845574" y="1822251"/>
            <a:ext cx="356205" cy="355288"/>
            <a:chOff x="-50504575" y="3550975"/>
            <a:chExt cx="300900" cy="300125"/>
          </a:xfrm>
        </p:grpSpPr>
        <p:sp>
          <p:nvSpPr>
            <p:cNvPr id="7614" name="Google Shape;7614;p92"/>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2"/>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2"/>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2"/>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8" name="Google Shape;7618;p92"/>
          <p:cNvGrpSpPr/>
          <p:nvPr/>
        </p:nvGrpSpPr>
        <p:grpSpPr>
          <a:xfrm>
            <a:off x="845574" y="2260493"/>
            <a:ext cx="356205" cy="354341"/>
            <a:chOff x="-50503000" y="3921175"/>
            <a:chExt cx="300900" cy="299325"/>
          </a:xfrm>
        </p:grpSpPr>
        <p:sp>
          <p:nvSpPr>
            <p:cNvPr id="7619" name="Google Shape;7619;p92"/>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2"/>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2"/>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2"/>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2"/>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4" name="Google Shape;7624;p92"/>
          <p:cNvGrpSpPr/>
          <p:nvPr/>
        </p:nvGrpSpPr>
        <p:grpSpPr>
          <a:xfrm>
            <a:off x="3049627" y="1406411"/>
            <a:ext cx="355258" cy="356205"/>
            <a:chOff x="-48630025" y="3199700"/>
            <a:chExt cx="300100" cy="300900"/>
          </a:xfrm>
        </p:grpSpPr>
        <p:sp>
          <p:nvSpPr>
            <p:cNvPr id="7625" name="Google Shape;7625;p92"/>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2"/>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2"/>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92"/>
          <p:cNvGrpSpPr/>
          <p:nvPr/>
        </p:nvGrpSpPr>
        <p:grpSpPr>
          <a:xfrm>
            <a:off x="3049627" y="1843707"/>
            <a:ext cx="355258" cy="355258"/>
            <a:chOff x="-48630025" y="3569100"/>
            <a:chExt cx="300100" cy="300100"/>
          </a:xfrm>
        </p:grpSpPr>
        <p:sp>
          <p:nvSpPr>
            <p:cNvPr id="7629" name="Google Shape;7629;p92"/>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2"/>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2"/>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2"/>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2"/>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2"/>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2"/>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2"/>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2"/>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2"/>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9" name="Google Shape;7639;p92"/>
          <p:cNvGrpSpPr/>
          <p:nvPr/>
        </p:nvGrpSpPr>
        <p:grpSpPr>
          <a:xfrm>
            <a:off x="3050101" y="2281003"/>
            <a:ext cx="354311" cy="353394"/>
            <a:chOff x="-48629225" y="3938500"/>
            <a:chExt cx="299300" cy="298525"/>
          </a:xfrm>
        </p:grpSpPr>
        <p:sp>
          <p:nvSpPr>
            <p:cNvPr id="7640" name="Google Shape;7640;p92"/>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2"/>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2"/>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2"/>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4" name="Google Shape;7644;p92"/>
          <p:cNvGrpSpPr/>
          <p:nvPr/>
        </p:nvGrpSpPr>
        <p:grpSpPr>
          <a:xfrm>
            <a:off x="1785504" y="2752344"/>
            <a:ext cx="311458" cy="354341"/>
            <a:chOff x="-46762575" y="3200500"/>
            <a:chExt cx="263100" cy="299325"/>
          </a:xfrm>
        </p:grpSpPr>
        <p:sp>
          <p:nvSpPr>
            <p:cNvPr id="7645" name="Google Shape;7645;p92"/>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2"/>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2"/>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2"/>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2"/>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0" name="Google Shape;7650;p92"/>
          <p:cNvGrpSpPr/>
          <p:nvPr/>
        </p:nvGrpSpPr>
        <p:grpSpPr>
          <a:xfrm>
            <a:off x="1763589" y="3211066"/>
            <a:ext cx="355288" cy="312375"/>
            <a:chOff x="-46779900" y="3588000"/>
            <a:chExt cx="300125" cy="263875"/>
          </a:xfrm>
        </p:grpSpPr>
        <p:sp>
          <p:nvSpPr>
            <p:cNvPr id="7651" name="Google Shape;7651;p92"/>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2"/>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2"/>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2"/>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5" name="Google Shape;7655;p92"/>
          <p:cNvGrpSpPr/>
          <p:nvPr/>
        </p:nvGrpSpPr>
        <p:grpSpPr>
          <a:xfrm>
            <a:off x="1764062" y="3625988"/>
            <a:ext cx="354341" cy="353394"/>
            <a:chOff x="-46779100" y="3938500"/>
            <a:chExt cx="299325" cy="298525"/>
          </a:xfrm>
        </p:grpSpPr>
        <p:sp>
          <p:nvSpPr>
            <p:cNvPr id="7656" name="Google Shape;7656;p92"/>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2"/>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8" name="Google Shape;7658;p92"/>
          <p:cNvGrpSpPr/>
          <p:nvPr/>
        </p:nvGrpSpPr>
        <p:grpSpPr>
          <a:xfrm>
            <a:off x="3971800" y="2758855"/>
            <a:ext cx="355258" cy="355288"/>
            <a:chOff x="-44924250" y="3206000"/>
            <a:chExt cx="300100" cy="300125"/>
          </a:xfrm>
        </p:grpSpPr>
        <p:sp>
          <p:nvSpPr>
            <p:cNvPr id="7659" name="Google Shape;7659;p92"/>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2"/>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2"/>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2"/>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2"/>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92"/>
          <p:cNvGrpSpPr/>
          <p:nvPr/>
        </p:nvGrpSpPr>
        <p:grpSpPr>
          <a:xfrm>
            <a:off x="1286286" y="1386849"/>
            <a:ext cx="355258" cy="355258"/>
            <a:chOff x="-50134375" y="3183175"/>
            <a:chExt cx="300100" cy="300100"/>
          </a:xfrm>
        </p:grpSpPr>
        <p:sp>
          <p:nvSpPr>
            <p:cNvPr id="7665" name="Google Shape;7665;p92"/>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2"/>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2"/>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2"/>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2"/>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2"/>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2"/>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2"/>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2"/>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2"/>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5" name="Google Shape;7675;p92"/>
          <p:cNvGrpSpPr/>
          <p:nvPr/>
        </p:nvGrpSpPr>
        <p:grpSpPr>
          <a:xfrm>
            <a:off x="1286286" y="1822251"/>
            <a:ext cx="355258" cy="355288"/>
            <a:chOff x="-50134375" y="3550975"/>
            <a:chExt cx="300100" cy="300125"/>
          </a:xfrm>
        </p:grpSpPr>
        <p:sp>
          <p:nvSpPr>
            <p:cNvPr id="7676" name="Google Shape;7676;p92"/>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2"/>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8" name="Google Shape;7678;p92"/>
          <p:cNvGrpSpPr/>
          <p:nvPr/>
        </p:nvGrpSpPr>
        <p:grpSpPr>
          <a:xfrm>
            <a:off x="1286286" y="2259783"/>
            <a:ext cx="355258" cy="355051"/>
            <a:chOff x="-50134375" y="3920575"/>
            <a:chExt cx="300100" cy="299925"/>
          </a:xfrm>
        </p:grpSpPr>
        <p:sp>
          <p:nvSpPr>
            <p:cNvPr id="7679" name="Google Shape;7679;p92"/>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2"/>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2"/>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92"/>
          <p:cNvGrpSpPr/>
          <p:nvPr/>
        </p:nvGrpSpPr>
        <p:grpSpPr>
          <a:xfrm>
            <a:off x="3497010" y="1407358"/>
            <a:ext cx="357123" cy="355258"/>
            <a:chOff x="-48262200" y="3200500"/>
            <a:chExt cx="301675" cy="300100"/>
          </a:xfrm>
        </p:grpSpPr>
        <p:sp>
          <p:nvSpPr>
            <p:cNvPr id="7683" name="Google Shape;7683;p92"/>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2"/>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2"/>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2"/>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2"/>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2"/>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2"/>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2"/>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2"/>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2" name="Google Shape;7692;p92"/>
          <p:cNvGrpSpPr/>
          <p:nvPr/>
        </p:nvGrpSpPr>
        <p:grpSpPr>
          <a:xfrm>
            <a:off x="3526383" y="1844447"/>
            <a:ext cx="298377" cy="354519"/>
            <a:chOff x="-48233050" y="3569725"/>
            <a:chExt cx="252050" cy="299475"/>
          </a:xfrm>
        </p:grpSpPr>
        <p:sp>
          <p:nvSpPr>
            <p:cNvPr id="7693" name="Google Shape;7693;p92"/>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2"/>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2"/>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6" name="Google Shape;7696;p92"/>
          <p:cNvGrpSpPr/>
          <p:nvPr/>
        </p:nvGrpSpPr>
        <p:grpSpPr>
          <a:xfrm>
            <a:off x="3550148" y="2278191"/>
            <a:ext cx="250847" cy="358070"/>
            <a:chOff x="-48216525" y="3936125"/>
            <a:chExt cx="211900" cy="302475"/>
          </a:xfrm>
        </p:grpSpPr>
        <p:sp>
          <p:nvSpPr>
            <p:cNvPr id="7697" name="Google Shape;7697;p92"/>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2"/>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2"/>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2"/>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1" name="Google Shape;7701;p92"/>
          <p:cNvGrpSpPr/>
          <p:nvPr/>
        </p:nvGrpSpPr>
        <p:grpSpPr>
          <a:xfrm>
            <a:off x="2205866" y="2753261"/>
            <a:ext cx="355258" cy="355288"/>
            <a:chOff x="-46410500" y="3201275"/>
            <a:chExt cx="300100" cy="300125"/>
          </a:xfrm>
        </p:grpSpPr>
        <p:sp>
          <p:nvSpPr>
            <p:cNvPr id="7702" name="Google Shape;7702;p92"/>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2"/>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2"/>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2"/>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2"/>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7" name="Google Shape;7707;p92"/>
          <p:cNvGrpSpPr/>
          <p:nvPr/>
        </p:nvGrpSpPr>
        <p:grpSpPr>
          <a:xfrm>
            <a:off x="2205866" y="3188692"/>
            <a:ext cx="355258" cy="356205"/>
            <a:chOff x="-46409700" y="3569100"/>
            <a:chExt cx="300100" cy="300900"/>
          </a:xfrm>
        </p:grpSpPr>
        <p:sp>
          <p:nvSpPr>
            <p:cNvPr id="7708" name="Google Shape;7708;p92"/>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2"/>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2"/>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2"/>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2"/>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92"/>
          <p:cNvGrpSpPr/>
          <p:nvPr/>
        </p:nvGrpSpPr>
        <p:grpSpPr>
          <a:xfrm>
            <a:off x="2193747" y="3624124"/>
            <a:ext cx="379497" cy="358070"/>
            <a:chOff x="-46422300" y="3936925"/>
            <a:chExt cx="320575" cy="302475"/>
          </a:xfrm>
        </p:grpSpPr>
        <p:sp>
          <p:nvSpPr>
            <p:cNvPr id="7714" name="Google Shape;7714;p92"/>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2"/>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6" name="Google Shape;7716;p92"/>
          <p:cNvGrpSpPr/>
          <p:nvPr/>
        </p:nvGrpSpPr>
        <p:grpSpPr>
          <a:xfrm>
            <a:off x="3971326" y="3178452"/>
            <a:ext cx="356205" cy="355258"/>
            <a:chOff x="-44914800" y="3560450"/>
            <a:chExt cx="300900" cy="300100"/>
          </a:xfrm>
        </p:grpSpPr>
        <p:sp>
          <p:nvSpPr>
            <p:cNvPr id="7717" name="Google Shape;7717;p92"/>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2"/>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2"/>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2"/>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2"/>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2" name="Google Shape;7722;p92"/>
          <p:cNvGrpSpPr/>
          <p:nvPr/>
        </p:nvGrpSpPr>
        <p:grpSpPr>
          <a:xfrm>
            <a:off x="1726378" y="1387086"/>
            <a:ext cx="354311" cy="354104"/>
            <a:chOff x="-49764975" y="3183375"/>
            <a:chExt cx="299300" cy="299125"/>
          </a:xfrm>
        </p:grpSpPr>
        <p:sp>
          <p:nvSpPr>
            <p:cNvPr id="7723" name="Google Shape;7723;p92"/>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2"/>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2"/>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2"/>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2"/>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2"/>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2"/>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2"/>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2"/>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2" name="Google Shape;7732;p92"/>
          <p:cNvGrpSpPr/>
          <p:nvPr/>
        </p:nvGrpSpPr>
        <p:grpSpPr>
          <a:xfrm>
            <a:off x="1726378" y="1822547"/>
            <a:ext cx="354311" cy="355909"/>
            <a:chOff x="-49764975" y="3551225"/>
            <a:chExt cx="299300" cy="300650"/>
          </a:xfrm>
        </p:grpSpPr>
        <p:sp>
          <p:nvSpPr>
            <p:cNvPr id="7733" name="Google Shape;7733;p92"/>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2"/>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2"/>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2"/>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2"/>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2"/>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2"/>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2"/>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2"/>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2"/>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2"/>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4" name="Google Shape;7744;p92"/>
          <p:cNvGrpSpPr/>
          <p:nvPr/>
        </p:nvGrpSpPr>
        <p:grpSpPr>
          <a:xfrm>
            <a:off x="1724040" y="2259310"/>
            <a:ext cx="358987" cy="355525"/>
            <a:chOff x="-49766550" y="3920175"/>
            <a:chExt cx="303250" cy="300325"/>
          </a:xfrm>
        </p:grpSpPr>
        <p:sp>
          <p:nvSpPr>
            <p:cNvPr id="7745" name="Google Shape;7745;p92"/>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2"/>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2"/>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2"/>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9" name="Google Shape;7749;p92"/>
          <p:cNvGrpSpPr/>
          <p:nvPr/>
        </p:nvGrpSpPr>
        <p:grpSpPr>
          <a:xfrm>
            <a:off x="3939571" y="1407358"/>
            <a:ext cx="357123" cy="354341"/>
            <a:chOff x="-47892800" y="3200500"/>
            <a:chExt cx="301675" cy="299325"/>
          </a:xfrm>
        </p:grpSpPr>
        <p:sp>
          <p:nvSpPr>
            <p:cNvPr id="7750" name="Google Shape;7750;p92"/>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2"/>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2"/>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2"/>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2"/>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2"/>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92"/>
          <p:cNvGrpSpPr/>
          <p:nvPr/>
        </p:nvGrpSpPr>
        <p:grpSpPr>
          <a:xfrm>
            <a:off x="4003437" y="1843707"/>
            <a:ext cx="229391" cy="355258"/>
            <a:chOff x="-47839250" y="3569100"/>
            <a:chExt cx="193775" cy="300100"/>
          </a:xfrm>
        </p:grpSpPr>
        <p:sp>
          <p:nvSpPr>
            <p:cNvPr id="7757" name="Google Shape;7757;p92"/>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2"/>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2"/>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2"/>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2"/>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2"/>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92"/>
          <p:cNvGrpSpPr/>
          <p:nvPr/>
        </p:nvGrpSpPr>
        <p:grpSpPr>
          <a:xfrm>
            <a:off x="3940503" y="2280056"/>
            <a:ext cx="355258" cy="356205"/>
            <a:chOff x="-47892800" y="3937700"/>
            <a:chExt cx="300100" cy="300900"/>
          </a:xfrm>
        </p:grpSpPr>
        <p:sp>
          <p:nvSpPr>
            <p:cNvPr id="7764" name="Google Shape;7764;p92"/>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2"/>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2"/>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2"/>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2"/>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2"/>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2"/>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2"/>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92"/>
          <p:cNvGrpSpPr/>
          <p:nvPr/>
        </p:nvGrpSpPr>
        <p:grpSpPr>
          <a:xfrm>
            <a:off x="2645798" y="2773770"/>
            <a:ext cx="355258" cy="311458"/>
            <a:chOff x="-46042675" y="3218600"/>
            <a:chExt cx="300100" cy="263100"/>
          </a:xfrm>
        </p:grpSpPr>
        <p:sp>
          <p:nvSpPr>
            <p:cNvPr id="7773" name="Google Shape;7773;p92"/>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2"/>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2"/>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2"/>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2"/>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2"/>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9" name="Google Shape;7779;p92"/>
          <p:cNvGrpSpPr/>
          <p:nvPr/>
        </p:nvGrpSpPr>
        <p:grpSpPr>
          <a:xfrm>
            <a:off x="2645798" y="3188219"/>
            <a:ext cx="355258" cy="323118"/>
            <a:chOff x="-46042675" y="3568700"/>
            <a:chExt cx="300100" cy="272950"/>
          </a:xfrm>
        </p:grpSpPr>
        <p:sp>
          <p:nvSpPr>
            <p:cNvPr id="7780" name="Google Shape;7780;p92"/>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2"/>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2"/>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2"/>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4" name="Google Shape;7784;p92"/>
          <p:cNvGrpSpPr/>
          <p:nvPr/>
        </p:nvGrpSpPr>
        <p:grpSpPr>
          <a:xfrm>
            <a:off x="2687749" y="3625189"/>
            <a:ext cx="271357" cy="356057"/>
            <a:chOff x="-46007225" y="3937825"/>
            <a:chExt cx="229225" cy="300775"/>
          </a:xfrm>
        </p:grpSpPr>
        <p:sp>
          <p:nvSpPr>
            <p:cNvPr id="7785" name="Google Shape;7785;p92"/>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2"/>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2"/>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2"/>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2"/>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2"/>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2"/>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2"/>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2"/>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2"/>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5" name="Google Shape;7795;p92"/>
          <p:cNvGrpSpPr/>
          <p:nvPr/>
        </p:nvGrpSpPr>
        <p:grpSpPr>
          <a:xfrm>
            <a:off x="3993241" y="3615275"/>
            <a:ext cx="312375" cy="357596"/>
            <a:chOff x="-44895900" y="3929450"/>
            <a:chExt cx="263875" cy="302075"/>
          </a:xfrm>
        </p:grpSpPr>
        <p:sp>
          <p:nvSpPr>
            <p:cNvPr id="7796" name="Google Shape;7796;p92"/>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2"/>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2"/>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2"/>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2"/>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2"/>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92"/>
          <p:cNvGrpSpPr/>
          <p:nvPr/>
        </p:nvGrpSpPr>
        <p:grpSpPr>
          <a:xfrm>
            <a:off x="2167060" y="1398036"/>
            <a:ext cx="356205" cy="332885"/>
            <a:chOff x="-49397175" y="3192625"/>
            <a:chExt cx="300900" cy="281200"/>
          </a:xfrm>
        </p:grpSpPr>
        <p:sp>
          <p:nvSpPr>
            <p:cNvPr id="7803" name="Google Shape;7803;p92"/>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2"/>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2"/>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2"/>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2"/>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2"/>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2"/>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0" name="Google Shape;7810;p92"/>
          <p:cNvGrpSpPr/>
          <p:nvPr/>
        </p:nvGrpSpPr>
        <p:grpSpPr>
          <a:xfrm>
            <a:off x="2193163" y="1822251"/>
            <a:ext cx="304000" cy="356205"/>
            <a:chOff x="-49375900" y="3550975"/>
            <a:chExt cx="256800" cy="300900"/>
          </a:xfrm>
        </p:grpSpPr>
        <p:sp>
          <p:nvSpPr>
            <p:cNvPr id="7811" name="Google Shape;7811;p92"/>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2"/>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2"/>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2"/>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2"/>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2"/>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2"/>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2"/>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2"/>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2"/>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2"/>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92"/>
          <p:cNvGrpSpPr/>
          <p:nvPr/>
        </p:nvGrpSpPr>
        <p:grpSpPr>
          <a:xfrm>
            <a:off x="2188516" y="2259546"/>
            <a:ext cx="313293" cy="356205"/>
            <a:chOff x="-49378250" y="3920375"/>
            <a:chExt cx="264650" cy="300900"/>
          </a:xfrm>
        </p:grpSpPr>
        <p:sp>
          <p:nvSpPr>
            <p:cNvPr id="7823" name="Google Shape;7823;p92"/>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2"/>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2"/>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2"/>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2"/>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2"/>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2"/>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0" name="Google Shape;7830;p92"/>
          <p:cNvGrpSpPr/>
          <p:nvPr/>
        </p:nvGrpSpPr>
        <p:grpSpPr>
          <a:xfrm>
            <a:off x="907504" y="2752344"/>
            <a:ext cx="312375" cy="357123"/>
            <a:chOff x="-47505300" y="3200500"/>
            <a:chExt cx="263875" cy="301675"/>
          </a:xfrm>
        </p:grpSpPr>
        <p:sp>
          <p:nvSpPr>
            <p:cNvPr id="7831" name="Google Shape;7831;p92"/>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2"/>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2"/>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2"/>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2"/>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2"/>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2"/>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2"/>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2"/>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2"/>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2"/>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2"/>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2"/>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92"/>
          <p:cNvGrpSpPr/>
          <p:nvPr/>
        </p:nvGrpSpPr>
        <p:grpSpPr>
          <a:xfrm>
            <a:off x="885604" y="3188692"/>
            <a:ext cx="356176" cy="355051"/>
            <a:chOff x="-47524975" y="3569100"/>
            <a:chExt cx="300875" cy="299925"/>
          </a:xfrm>
        </p:grpSpPr>
        <p:sp>
          <p:nvSpPr>
            <p:cNvPr id="7845" name="Google Shape;7845;p92"/>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2"/>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2"/>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2"/>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2"/>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0" name="Google Shape;7850;p92"/>
          <p:cNvGrpSpPr/>
          <p:nvPr/>
        </p:nvGrpSpPr>
        <p:grpSpPr>
          <a:xfrm>
            <a:off x="886062" y="3667954"/>
            <a:ext cx="355258" cy="270410"/>
            <a:chOff x="-47523400" y="3973950"/>
            <a:chExt cx="300100" cy="228425"/>
          </a:xfrm>
        </p:grpSpPr>
        <p:sp>
          <p:nvSpPr>
            <p:cNvPr id="7851" name="Google Shape;7851;p92"/>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2"/>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2"/>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2"/>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2"/>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6" name="Google Shape;7856;p92"/>
          <p:cNvGrpSpPr/>
          <p:nvPr/>
        </p:nvGrpSpPr>
        <p:grpSpPr>
          <a:xfrm>
            <a:off x="3091183" y="2750953"/>
            <a:ext cx="354341" cy="357596"/>
            <a:chOff x="-45673275" y="3199325"/>
            <a:chExt cx="299325" cy="302075"/>
          </a:xfrm>
        </p:grpSpPr>
        <p:sp>
          <p:nvSpPr>
            <p:cNvPr id="7857" name="Google Shape;7857;p92"/>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2"/>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2"/>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0" name="Google Shape;7860;p92"/>
          <p:cNvGrpSpPr/>
          <p:nvPr/>
        </p:nvGrpSpPr>
        <p:grpSpPr>
          <a:xfrm>
            <a:off x="3090251" y="3209202"/>
            <a:ext cx="356205" cy="314240"/>
            <a:chOff x="-45674075" y="3586425"/>
            <a:chExt cx="300900" cy="265450"/>
          </a:xfrm>
        </p:grpSpPr>
        <p:sp>
          <p:nvSpPr>
            <p:cNvPr id="7861" name="Google Shape;7861;p92"/>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2"/>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3" name="Google Shape;7863;p92"/>
          <p:cNvGrpSpPr/>
          <p:nvPr/>
        </p:nvGrpSpPr>
        <p:grpSpPr>
          <a:xfrm>
            <a:off x="3091183" y="3625041"/>
            <a:ext cx="354341" cy="356205"/>
            <a:chOff x="-45673275" y="3937700"/>
            <a:chExt cx="299325" cy="300900"/>
          </a:xfrm>
        </p:grpSpPr>
        <p:sp>
          <p:nvSpPr>
            <p:cNvPr id="7864" name="Google Shape;7864;p92"/>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2"/>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2"/>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2"/>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2"/>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2"/>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0" name="Google Shape;7870;p92"/>
          <p:cNvGrpSpPr/>
          <p:nvPr/>
        </p:nvGrpSpPr>
        <p:grpSpPr>
          <a:xfrm>
            <a:off x="2205349" y="4117825"/>
            <a:ext cx="356205" cy="356205"/>
            <a:chOff x="-44512325" y="3176075"/>
            <a:chExt cx="300900" cy="300900"/>
          </a:xfrm>
        </p:grpSpPr>
        <p:sp>
          <p:nvSpPr>
            <p:cNvPr id="7871" name="Google Shape;7871;p92"/>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2"/>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2"/>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92"/>
          <p:cNvGrpSpPr/>
          <p:nvPr/>
        </p:nvGrpSpPr>
        <p:grpSpPr>
          <a:xfrm>
            <a:off x="2608689" y="1386849"/>
            <a:ext cx="354341" cy="354341"/>
            <a:chOff x="-49027775" y="3183175"/>
            <a:chExt cx="299325" cy="299325"/>
          </a:xfrm>
        </p:grpSpPr>
        <p:sp>
          <p:nvSpPr>
            <p:cNvPr id="7875" name="Google Shape;7875;p92"/>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2"/>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2"/>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2"/>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9" name="Google Shape;7879;p92"/>
          <p:cNvGrpSpPr/>
          <p:nvPr/>
        </p:nvGrpSpPr>
        <p:grpSpPr>
          <a:xfrm>
            <a:off x="2608230" y="1822251"/>
            <a:ext cx="355258" cy="357152"/>
            <a:chOff x="-49027775" y="3550975"/>
            <a:chExt cx="300100" cy="301700"/>
          </a:xfrm>
        </p:grpSpPr>
        <p:sp>
          <p:nvSpPr>
            <p:cNvPr id="7880" name="Google Shape;7880;p92"/>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2"/>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2"/>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2"/>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2"/>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2"/>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2"/>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2"/>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2"/>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2"/>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92"/>
          <p:cNvGrpSpPr/>
          <p:nvPr/>
        </p:nvGrpSpPr>
        <p:grpSpPr>
          <a:xfrm>
            <a:off x="2606306" y="2259310"/>
            <a:ext cx="359106" cy="355525"/>
            <a:chOff x="-49031025" y="3920175"/>
            <a:chExt cx="303350" cy="300325"/>
          </a:xfrm>
        </p:grpSpPr>
        <p:sp>
          <p:nvSpPr>
            <p:cNvPr id="7891" name="Google Shape;7891;p92"/>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2"/>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2"/>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2"/>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2"/>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2"/>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7" name="Google Shape;7897;p92"/>
          <p:cNvGrpSpPr/>
          <p:nvPr/>
        </p:nvGrpSpPr>
        <p:grpSpPr>
          <a:xfrm>
            <a:off x="1322411" y="2752344"/>
            <a:ext cx="356176" cy="354341"/>
            <a:chOff x="-47155575" y="3200500"/>
            <a:chExt cx="300875" cy="299325"/>
          </a:xfrm>
        </p:grpSpPr>
        <p:sp>
          <p:nvSpPr>
            <p:cNvPr id="7898" name="Google Shape;7898;p92"/>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2"/>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2"/>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2"/>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2"/>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2"/>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92"/>
          <p:cNvGrpSpPr/>
          <p:nvPr/>
        </p:nvGrpSpPr>
        <p:grpSpPr>
          <a:xfrm>
            <a:off x="1322870" y="3188692"/>
            <a:ext cx="355258" cy="355258"/>
            <a:chOff x="-47154800" y="3569100"/>
            <a:chExt cx="300100" cy="300100"/>
          </a:xfrm>
        </p:grpSpPr>
        <p:sp>
          <p:nvSpPr>
            <p:cNvPr id="7905" name="Google Shape;7905;p92"/>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2"/>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2"/>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2"/>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2"/>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2"/>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1" name="Google Shape;7911;p92"/>
          <p:cNvGrpSpPr/>
          <p:nvPr/>
        </p:nvGrpSpPr>
        <p:grpSpPr>
          <a:xfrm>
            <a:off x="1323343" y="3626905"/>
            <a:ext cx="354311" cy="353423"/>
            <a:chOff x="-47154000" y="3939275"/>
            <a:chExt cx="299300" cy="298550"/>
          </a:xfrm>
        </p:grpSpPr>
        <p:sp>
          <p:nvSpPr>
            <p:cNvPr id="7912" name="Google Shape;7912;p92"/>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2"/>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2"/>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2"/>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92"/>
          <p:cNvGrpSpPr/>
          <p:nvPr/>
        </p:nvGrpSpPr>
        <p:grpSpPr>
          <a:xfrm>
            <a:off x="3548633" y="2752344"/>
            <a:ext cx="312375" cy="354341"/>
            <a:chOff x="-45286550" y="3200500"/>
            <a:chExt cx="263875" cy="299325"/>
          </a:xfrm>
        </p:grpSpPr>
        <p:sp>
          <p:nvSpPr>
            <p:cNvPr id="7917" name="Google Shape;7917;p92"/>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2"/>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2"/>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0" name="Google Shape;7920;p92"/>
          <p:cNvGrpSpPr/>
          <p:nvPr/>
        </p:nvGrpSpPr>
        <p:grpSpPr>
          <a:xfrm>
            <a:off x="3548633" y="3189639"/>
            <a:ext cx="312375" cy="354311"/>
            <a:chOff x="-45286550" y="3569900"/>
            <a:chExt cx="263875" cy="299300"/>
          </a:xfrm>
        </p:grpSpPr>
        <p:sp>
          <p:nvSpPr>
            <p:cNvPr id="7921" name="Google Shape;7921;p92"/>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2"/>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2"/>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2"/>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2"/>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2"/>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7" name="Google Shape;7927;p92"/>
          <p:cNvGrpSpPr/>
          <p:nvPr/>
        </p:nvGrpSpPr>
        <p:grpSpPr>
          <a:xfrm>
            <a:off x="3559820" y="3625988"/>
            <a:ext cx="290001" cy="355258"/>
            <a:chOff x="-45277900" y="3938500"/>
            <a:chExt cx="244975" cy="300100"/>
          </a:xfrm>
        </p:grpSpPr>
        <p:sp>
          <p:nvSpPr>
            <p:cNvPr id="7928" name="Google Shape;7928;p92"/>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2"/>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2"/>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2"/>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2" name="Google Shape;7932;p92"/>
          <p:cNvGrpSpPr/>
          <p:nvPr/>
        </p:nvGrpSpPr>
        <p:grpSpPr>
          <a:xfrm>
            <a:off x="2645769" y="4095090"/>
            <a:ext cx="355258" cy="355258"/>
            <a:chOff x="-44502875" y="3576975"/>
            <a:chExt cx="300100" cy="300100"/>
          </a:xfrm>
        </p:grpSpPr>
        <p:sp>
          <p:nvSpPr>
            <p:cNvPr id="7933" name="Google Shape;7933;p92"/>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2"/>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2"/>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6" name="Google Shape;7936;p92"/>
          <p:cNvGrpSpPr/>
          <p:nvPr/>
        </p:nvGrpSpPr>
        <p:grpSpPr>
          <a:xfrm>
            <a:off x="4858981" y="1820745"/>
            <a:ext cx="356196" cy="354670"/>
            <a:chOff x="-13946200" y="3647075"/>
            <a:chExt cx="353650" cy="352100"/>
          </a:xfrm>
        </p:grpSpPr>
        <p:sp>
          <p:nvSpPr>
            <p:cNvPr id="7937" name="Google Shape;7937;p92"/>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2"/>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2"/>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2"/>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2"/>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2"/>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3" name="Google Shape;7943;p92"/>
          <p:cNvGrpSpPr/>
          <p:nvPr/>
        </p:nvGrpSpPr>
        <p:grpSpPr>
          <a:xfrm>
            <a:off x="6642374" y="1380228"/>
            <a:ext cx="357002" cy="354267"/>
            <a:chOff x="-12163025" y="3214275"/>
            <a:chExt cx="354450" cy="351700"/>
          </a:xfrm>
        </p:grpSpPr>
        <p:sp>
          <p:nvSpPr>
            <p:cNvPr id="7944" name="Google Shape;7944;p92"/>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2"/>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2"/>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7" name="Google Shape;7947;p92"/>
          <p:cNvGrpSpPr/>
          <p:nvPr/>
        </p:nvGrpSpPr>
        <p:grpSpPr>
          <a:xfrm>
            <a:off x="6643154" y="1819965"/>
            <a:ext cx="355441" cy="356232"/>
            <a:chOff x="-12160675" y="3647875"/>
            <a:chExt cx="352900" cy="353650"/>
          </a:xfrm>
        </p:grpSpPr>
        <p:sp>
          <p:nvSpPr>
            <p:cNvPr id="7948" name="Google Shape;7948;p92"/>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2"/>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2"/>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2"/>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2"/>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2"/>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2"/>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92"/>
          <p:cNvGrpSpPr/>
          <p:nvPr/>
        </p:nvGrpSpPr>
        <p:grpSpPr>
          <a:xfrm>
            <a:off x="6653870" y="2264421"/>
            <a:ext cx="354635" cy="356232"/>
            <a:chOff x="-12160675" y="4081850"/>
            <a:chExt cx="352100" cy="353650"/>
          </a:xfrm>
        </p:grpSpPr>
        <p:sp>
          <p:nvSpPr>
            <p:cNvPr id="7956" name="Google Shape;7956;p92"/>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2"/>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2"/>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2"/>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2"/>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2"/>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92"/>
          <p:cNvGrpSpPr/>
          <p:nvPr/>
        </p:nvGrpSpPr>
        <p:grpSpPr>
          <a:xfrm>
            <a:off x="4858836" y="2738864"/>
            <a:ext cx="355416" cy="355652"/>
            <a:chOff x="-10391650" y="3180600"/>
            <a:chExt cx="352875" cy="353075"/>
          </a:xfrm>
        </p:grpSpPr>
        <p:sp>
          <p:nvSpPr>
            <p:cNvPr id="7963" name="Google Shape;7963;p92"/>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2"/>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2"/>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2"/>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2"/>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2"/>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92"/>
          <p:cNvGrpSpPr/>
          <p:nvPr/>
        </p:nvGrpSpPr>
        <p:grpSpPr>
          <a:xfrm>
            <a:off x="4858835" y="3215662"/>
            <a:ext cx="354635" cy="353890"/>
            <a:chOff x="-10390875" y="3616350"/>
            <a:chExt cx="352100" cy="351325"/>
          </a:xfrm>
        </p:grpSpPr>
        <p:sp>
          <p:nvSpPr>
            <p:cNvPr id="7970" name="Google Shape;7970;p92"/>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2"/>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2"/>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3" name="Google Shape;7973;p92"/>
          <p:cNvGrpSpPr/>
          <p:nvPr/>
        </p:nvGrpSpPr>
        <p:grpSpPr>
          <a:xfrm>
            <a:off x="7525810" y="2740327"/>
            <a:ext cx="312585" cy="354670"/>
            <a:chOff x="-10370400" y="4049550"/>
            <a:chExt cx="310350" cy="352100"/>
          </a:xfrm>
        </p:grpSpPr>
        <p:sp>
          <p:nvSpPr>
            <p:cNvPr id="7974" name="Google Shape;7974;p92"/>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2"/>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2"/>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2"/>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2"/>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9" name="Google Shape;7979;p92"/>
          <p:cNvGrpSpPr/>
          <p:nvPr/>
        </p:nvGrpSpPr>
        <p:grpSpPr>
          <a:xfrm>
            <a:off x="6630066" y="2739268"/>
            <a:ext cx="379236" cy="354847"/>
            <a:chOff x="-8674650" y="3210975"/>
            <a:chExt cx="376525" cy="352275"/>
          </a:xfrm>
        </p:grpSpPr>
        <p:sp>
          <p:nvSpPr>
            <p:cNvPr id="7980" name="Google Shape;7980;p92"/>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2"/>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2"/>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2"/>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2"/>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2"/>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92"/>
          <p:cNvGrpSpPr/>
          <p:nvPr/>
        </p:nvGrpSpPr>
        <p:grpSpPr>
          <a:xfrm>
            <a:off x="5301563" y="1820745"/>
            <a:ext cx="356221" cy="354670"/>
            <a:chOff x="-13512225" y="3647075"/>
            <a:chExt cx="353675" cy="352100"/>
          </a:xfrm>
        </p:grpSpPr>
        <p:sp>
          <p:nvSpPr>
            <p:cNvPr id="7987" name="Google Shape;7987;p92"/>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2"/>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2"/>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2"/>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2"/>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2"/>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2"/>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2"/>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2"/>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2"/>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92"/>
          <p:cNvGrpSpPr/>
          <p:nvPr/>
        </p:nvGrpSpPr>
        <p:grpSpPr>
          <a:xfrm>
            <a:off x="5311876" y="2264811"/>
            <a:ext cx="356221" cy="355451"/>
            <a:chOff x="-13512225" y="4080275"/>
            <a:chExt cx="353675" cy="352875"/>
          </a:xfrm>
        </p:grpSpPr>
        <p:sp>
          <p:nvSpPr>
            <p:cNvPr id="7998" name="Google Shape;7998;p92"/>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2"/>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2"/>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2"/>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2"/>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2"/>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2"/>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2"/>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2"/>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2"/>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2"/>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9" name="Google Shape;8009;p92"/>
          <p:cNvGrpSpPr/>
          <p:nvPr/>
        </p:nvGrpSpPr>
        <p:grpSpPr>
          <a:xfrm>
            <a:off x="7084956" y="1412172"/>
            <a:ext cx="356196" cy="290379"/>
            <a:chOff x="-11728250" y="3245400"/>
            <a:chExt cx="353650" cy="288275"/>
          </a:xfrm>
        </p:grpSpPr>
        <p:sp>
          <p:nvSpPr>
            <p:cNvPr id="8010" name="Google Shape;8010;p92"/>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2"/>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2"/>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2"/>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2"/>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92"/>
          <p:cNvGrpSpPr/>
          <p:nvPr/>
        </p:nvGrpSpPr>
        <p:grpSpPr>
          <a:xfrm>
            <a:off x="7117464" y="2264811"/>
            <a:ext cx="311804" cy="355451"/>
            <a:chOff x="-11703850" y="4081850"/>
            <a:chExt cx="309575" cy="352875"/>
          </a:xfrm>
        </p:grpSpPr>
        <p:sp>
          <p:nvSpPr>
            <p:cNvPr id="8016" name="Google Shape;8016;p92"/>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2"/>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2"/>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2"/>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2"/>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2"/>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2"/>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2"/>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92"/>
          <p:cNvGrpSpPr/>
          <p:nvPr/>
        </p:nvGrpSpPr>
        <p:grpSpPr>
          <a:xfrm>
            <a:off x="5306120" y="2738964"/>
            <a:ext cx="357002" cy="355451"/>
            <a:chOff x="-9958475" y="3180025"/>
            <a:chExt cx="354450" cy="352875"/>
          </a:xfrm>
        </p:grpSpPr>
        <p:sp>
          <p:nvSpPr>
            <p:cNvPr id="8025" name="Google Shape;8025;p92"/>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2"/>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2"/>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8" name="Google Shape;8028;p92"/>
          <p:cNvGrpSpPr/>
          <p:nvPr/>
        </p:nvGrpSpPr>
        <p:grpSpPr>
          <a:xfrm>
            <a:off x="5315247" y="3214945"/>
            <a:ext cx="337966" cy="355325"/>
            <a:chOff x="-9949025" y="3615575"/>
            <a:chExt cx="335550" cy="352750"/>
          </a:xfrm>
        </p:grpSpPr>
        <p:sp>
          <p:nvSpPr>
            <p:cNvPr id="8029" name="Google Shape;8029;p92"/>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2"/>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2"/>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92"/>
          <p:cNvGrpSpPr/>
          <p:nvPr/>
        </p:nvGrpSpPr>
        <p:grpSpPr>
          <a:xfrm>
            <a:off x="7950093" y="2738451"/>
            <a:ext cx="360175" cy="358423"/>
            <a:chOff x="-9961625" y="4048175"/>
            <a:chExt cx="357600" cy="355825"/>
          </a:xfrm>
        </p:grpSpPr>
        <p:sp>
          <p:nvSpPr>
            <p:cNvPr id="8033" name="Google Shape;8033;p92"/>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2"/>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2"/>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2"/>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2"/>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2"/>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9" name="Google Shape;8039;p92"/>
          <p:cNvGrpSpPr/>
          <p:nvPr/>
        </p:nvGrpSpPr>
        <p:grpSpPr>
          <a:xfrm>
            <a:off x="6636814" y="3213963"/>
            <a:ext cx="364959" cy="357289"/>
            <a:chOff x="-8680950" y="3624225"/>
            <a:chExt cx="362350" cy="354700"/>
          </a:xfrm>
        </p:grpSpPr>
        <p:sp>
          <p:nvSpPr>
            <p:cNvPr id="8040" name="Google Shape;8040;p92"/>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2"/>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2"/>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2"/>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2"/>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2"/>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92"/>
          <p:cNvGrpSpPr/>
          <p:nvPr/>
        </p:nvGrpSpPr>
        <p:grpSpPr>
          <a:xfrm>
            <a:off x="5773058" y="1379624"/>
            <a:ext cx="313365" cy="355476"/>
            <a:chOff x="-13056975" y="3212300"/>
            <a:chExt cx="311125" cy="352900"/>
          </a:xfrm>
        </p:grpSpPr>
        <p:sp>
          <p:nvSpPr>
            <p:cNvPr id="8047" name="Google Shape;8047;p92"/>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2"/>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2"/>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2"/>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92"/>
          <p:cNvGrpSpPr/>
          <p:nvPr/>
        </p:nvGrpSpPr>
        <p:grpSpPr>
          <a:xfrm>
            <a:off x="5750446" y="1820418"/>
            <a:ext cx="358588" cy="355325"/>
            <a:chOff x="-13077450" y="3647075"/>
            <a:chExt cx="356025" cy="352750"/>
          </a:xfrm>
        </p:grpSpPr>
        <p:sp>
          <p:nvSpPr>
            <p:cNvPr id="8052" name="Google Shape;8052;p92"/>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2"/>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2"/>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5" name="Google Shape;8055;p92"/>
          <p:cNvGrpSpPr/>
          <p:nvPr/>
        </p:nvGrpSpPr>
        <p:grpSpPr>
          <a:xfrm>
            <a:off x="5761552" y="2264018"/>
            <a:ext cx="357002" cy="357037"/>
            <a:chOff x="-13079025" y="4079475"/>
            <a:chExt cx="354450" cy="354450"/>
          </a:xfrm>
        </p:grpSpPr>
        <p:sp>
          <p:nvSpPr>
            <p:cNvPr id="8056" name="Google Shape;8056;p92"/>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2"/>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2"/>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2"/>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0" name="Google Shape;8060;p92"/>
          <p:cNvGrpSpPr/>
          <p:nvPr/>
        </p:nvGrpSpPr>
        <p:grpSpPr>
          <a:xfrm>
            <a:off x="7534619" y="1380027"/>
            <a:ext cx="356221" cy="354670"/>
            <a:chOff x="-11292700" y="3213875"/>
            <a:chExt cx="353675" cy="352100"/>
          </a:xfrm>
        </p:grpSpPr>
        <p:sp>
          <p:nvSpPr>
            <p:cNvPr id="8061" name="Google Shape;8061;p92"/>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2"/>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2"/>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2"/>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2"/>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2"/>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2"/>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92"/>
          <p:cNvGrpSpPr/>
          <p:nvPr/>
        </p:nvGrpSpPr>
        <p:grpSpPr>
          <a:xfrm>
            <a:off x="7528677" y="1819965"/>
            <a:ext cx="368106" cy="356232"/>
            <a:chOff x="-11299000" y="3647875"/>
            <a:chExt cx="365475" cy="353650"/>
          </a:xfrm>
        </p:grpSpPr>
        <p:sp>
          <p:nvSpPr>
            <p:cNvPr id="8069" name="Google Shape;8069;p92"/>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2"/>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2"/>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2"/>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2"/>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2"/>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5" name="Google Shape;8075;p92"/>
          <p:cNvGrpSpPr/>
          <p:nvPr/>
        </p:nvGrpSpPr>
        <p:grpSpPr>
          <a:xfrm>
            <a:off x="7544139" y="2275916"/>
            <a:ext cx="357808" cy="333240"/>
            <a:chOff x="-11295075" y="4092875"/>
            <a:chExt cx="355250" cy="330825"/>
          </a:xfrm>
        </p:grpSpPr>
        <p:sp>
          <p:nvSpPr>
            <p:cNvPr id="8076" name="Google Shape;8076;p92"/>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2"/>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2"/>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2"/>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2"/>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1" name="Google Shape;8081;p92"/>
          <p:cNvGrpSpPr/>
          <p:nvPr/>
        </p:nvGrpSpPr>
        <p:grpSpPr>
          <a:xfrm>
            <a:off x="5769739" y="2738964"/>
            <a:ext cx="312585" cy="355451"/>
            <a:chOff x="-9500075" y="3180800"/>
            <a:chExt cx="310350" cy="352875"/>
          </a:xfrm>
        </p:grpSpPr>
        <p:sp>
          <p:nvSpPr>
            <p:cNvPr id="8082" name="Google Shape;8082;p92"/>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2"/>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2"/>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2"/>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2"/>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2"/>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2"/>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2"/>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2"/>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92"/>
          <p:cNvGrpSpPr/>
          <p:nvPr/>
        </p:nvGrpSpPr>
        <p:grpSpPr>
          <a:xfrm>
            <a:off x="5747530" y="3214479"/>
            <a:ext cx="356221" cy="356257"/>
            <a:chOff x="-9523700" y="3614000"/>
            <a:chExt cx="353675" cy="353675"/>
          </a:xfrm>
        </p:grpSpPr>
        <p:sp>
          <p:nvSpPr>
            <p:cNvPr id="8092" name="Google Shape;8092;p92"/>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2"/>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2"/>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2"/>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2"/>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2"/>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2"/>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2"/>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2"/>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1" name="Google Shape;8101;p92"/>
          <p:cNvGrpSpPr/>
          <p:nvPr/>
        </p:nvGrpSpPr>
        <p:grpSpPr>
          <a:xfrm>
            <a:off x="7532481" y="3237121"/>
            <a:ext cx="356221" cy="354670"/>
            <a:chOff x="-9523700" y="4049550"/>
            <a:chExt cx="353675" cy="352100"/>
          </a:xfrm>
        </p:grpSpPr>
        <p:sp>
          <p:nvSpPr>
            <p:cNvPr id="8102" name="Google Shape;8102;p92"/>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2"/>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2"/>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2"/>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2"/>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2"/>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2"/>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9" name="Google Shape;8109;p92"/>
          <p:cNvGrpSpPr/>
          <p:nvPr/>
        </p:nvGrpSpPr>
        <p:grpSpPr>
          <a:xfrm>
            <a:off x="7088596" y="3237094"/>
            <a:ext cx="357002" cy="311029"/>
            <a:chOff x="-8209150" y="3659675"/>
            <a:chExt cx="354450" cy="308775"/>
          </a:xfrm>
        </p:grpSpPr>
        <p:sp>
          <p:nvSpPr>
            <p:cNvPr id="8110" name="Google Shape;8110;p92"/>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2"/>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2"/>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2"/>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2"/>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2"/>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92"/>
          <p:cNvGrpSpPr/>
          <p:nvPr/>
        </p:nvGrpSpPr>
        <p:grpSpPr>
          <a:xfrm>
            <a:off x="6202157" y="2266007"/>
            <a:ext cx="356221" cy="353059"/>
            <a:chOff x="-12643475" y="4081850"/>
            <a:chExt cx="353675" cy="350500"/>
          </a:xfrm>
        </p:grpSpPr>
        <p:sp>
          <p:nvSpPr>
            <p:cNvPr id="8117" name="Google Shape;8117;p92"/>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2"/>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2"/>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2"/>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21" name="Google Shape;8121;p92"/>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2" name="Google Shape;8122;p92"/>
          <p:cNvGrpSpPr/>
          <p:nvPr/>
        </p:nvGrpSpPr>
        <p:grpSpPr>
          <a:xfrm>
            <a:off x="7984757" y="2275916"/>
            <a:ext cx="356221" cy="333240"/>
            <a:chOff x="-10858725" y="4092875"/>
            <a:chExt cx="353675" cy="330825"/>
          </a:xfrm>
        </p:grpSpPr>
        <p:sp>
          <p:nvSpPr>
            <p:cNvPr id="8123" name="Google Shape;8123;p92"/>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2"/>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2"/>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2"/>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2"/>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2"/>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92"/>
          <p:cNvGrpSpPr/>
          <p:nvPr/>
        </p:nvGrpSpPr>
        <p:grpSpPr>
          <a:xfrm>
            <a:off x="6243280" y="3214882"/>
            <a:ext cx="252278" cy="355451"/>
            <a:chOff x="-9039300" y="3614000"/>
            <a:chExt cx="250475" cy="352875"/>
          </a:xfrm>
        </p:grpSpPr>
        <p:sp>
          <p:nvSpPr>
            <p:cNvPr id="8130" name="Google Shape;8130;p92"/>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2"/>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92"/>
          <p:cNvGrpSpPr/>
          <p:nvPr/>
        </p:nvGrpSpPr>
        <p:grpSpPr>
          <a:xfrm>
            <a:off x="7975246" y="3237121"/>
            <a:ext cx="354635" cy="354670"/>
            <a:chOff x="-9088150" y="4049550"/>
            <a:chExt cx="352100" cy="352100"/>
          </a:xfrm>
        </p:grpSpPr>
        <p:sp>
          <p:nvSpPr>
            <p:cNvPr id="8133" name="Google Shape;8133;p92"/>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2"/>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2"/>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2"/>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2"/>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2"/>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92"/>
          <p:cNvGrpSpPr/>
          <p:nvPr/>
        </p:nvGrpSpPr>
        <p:grpSpPr>
          <a:xfrm>
            <a:off x="7109610" y="2739354"/>
            <a:ext cx="315757" cy="354670"/>
            <a:chOff x="-8191825" y="3174500"/>
            <a:chExt cx="313500" cy="352100"/>
          </a:xfrm>
        </p:grpSpPr>
        <p:sp>
          <p:nvSpPr>
            <p:cNvPr id="8140" name="Google Shape;8140;p92"/>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2"/>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2"/>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3" name="Google Shape;8143;p92"/>
          <p:cNvGrpSpPr/>
          <p:nvPr/>
        </p:nvGrpSpPr>
        <p:grpSpPr>
          <a:xfrm>
            <a:off x="4858968" y="1379875"/>
            <a:ext cx="356221" cy="354973"/>
            <a:chOff x="-13947000" y="3212800"/>
            <a:chExt cx="353675" cy="352400"/>
          </a:xfrm>
        </p:grpSpPr>
        <p:sp>
          <p:nvSpPr>
            <p:cNvPr id="8144" name="Google Shape;8144;p92"/>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2"/>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46" name="Google Shape;8146;p92"/>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47" name="Google Shape;8147;p92"/>
          <p:cNvGrpSpPr/>
          <p:nvPr/>
        </p:nvGrpSpPr>
        <p:grpSpPr>
          <a:xfrm>
            <a:off x="5301563" y="1379233"/>
            <a:ext cx="356221" cy="356257"/>
            <a:chOff x="-13512225" y="3211525"/>
            <a:chExt cx="353675" cy="353675"/>
          </a:xfrm>
        </p:grpSpPr>
        <p:sp>
          <p:nvSpPr>
            <p:cNvPr id="8148" name="Google Shape;8148;p92"/>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2"/>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2"/>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2"/>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2"/>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3" name="Google Shape;8153;p92"/>
          <p:cNvGrpSpPr/>
          <p:nvPr/>
        </p:nvGrpSpPr>
        <p:grpSpPr>
          <a:xfrm>
            <a:off x="6191845" y="1379624"/>
            <a:ext cx="356221" cy="355476"/>
            <a:chOff x="-12643475" y="3212300"/>
            <a:chExt cx="353675" cy="352900"/>
          </a:xfrm>
        </p:grpSpPr>
        <p:sp>
          <p:nvSpPr>
            <p:cNvPr id="8154" name="Google Shape;8154;p92"/>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2"/>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2"/>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2"/>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2"/>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2"/>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2"/>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2"/>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2"/>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3" name="Google Shape;8163;p92"/>
          <p:cNvGrpSpPr/>
          <p:nvPr/>
        </p:nvGrpSpPr>
        <p:grpSpPr>
          <a:xfrm>
            <a:off x="6191845" y="1831398"/>
            <a:ext cx="356221" cy="333366"/>
            <a:chOff x="-12643475" y="3657325"/>
            <a:chExt cx="353675" cy="330950"/>
          </a:xfrm>
        </p:grpSpPr>
        <p:sp>
          <p:nvSpPr>
            <p:cNvPr id="8164" name="Google Shape;8164;p92"/>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2"/>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2"/>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2"/>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2"/>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2"/>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0" name="Google Shape;8170;p92"/>
          <p:cNvGrpSpPr/>
          <p:nvPr/>
        </p:nvGrpSpPr>
        <p:grpSpPr>
          <a:xfrm>
            <a:off x="7974847" y="1380027"/>
            <a:ext cx="355416" cy="354670"/>
            <a:chOff x="-10857925" y="3213875"/>
            <a:chExt cx="352875" cy="352100"/>
          </a:xfrm>
        </p:grpSpPr>
        <p:sp>
          <p:nvSpPr>
            <p:cNvPr id="8171" name="Google Shape;8171;p92"/>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2"/>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2"/>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2"/>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2"/>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2"/>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2"/>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2"/>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2"/>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2"/>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1" name="Google Shape;8181;p92"/>
          <p:cNvGrpSpPr/>
          <p:nvPr/>
        </p:nvGrpSpPr>
        <p:grpSpPr>
          <a:xfrm>
            <a:off x="6191762" y="2739455"/>
            <a:ext cx="356096" cy="354469"/>
            <a:chOff x="-9089725" y="3180200"/>
            <a:chExt cx="353550" cy="351900"/>
          </a:xfrm>
        </p:grpSpPr>
        <p:sp>
          <p:nvSpPr>
            <p:cNvPr id="8182" name="Google Shape;8182;p92"/>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2"/>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92"/>
          <p:cNvGrpSpPr/>
          <p:nvPr/>
        </p:nvGrpSpPr>
        <p:grpSpPr>
          <a:xfrm>
            <a:off x="7083760" y="1819260"/>
            <a:ext cx="358588" cy="357642"/>
            <a:chOff x="7083760" y="1971660"/>
            <a:chExt cx="358588" cy="357642"/>
          </a:xfrm>
        </p:grpSpPr>
        <p:sp>
          <p:nvSpPr>
            <p:cNvPr id="8185" name="Google Shape;8185;p92"/>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2"/>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2"/>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2"/>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2"/>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2"/>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2"/>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2"/>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2"/>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2"/>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2"/>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2"/>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7" name="Google Shape;8197;p92"/>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198" name="Google Shape;8198;p92"/>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8202"/>
        <p:cNvGrpSpPr/>
        <p:nvPr/>
      </p:nvGrpSpPr>
      <p:grpSpPr>
        <a:xfrm>
          <a:off x="0" y="0"/>
          <a:ext cx="0" cy="0"/>
          <a:chOff x="0" y="0"/>
          <a:chExt cx="0" cy="0"/>
        </a:xfrm>
      </p:grpSpPr>
      <p:sp>
        <p:nvSpPr>
          <p:cNvPr id="8203" name="Google Shape;8203;p93"/>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4" name="Google Shape;8204;p93"/>
          <p:cNvGrpSpPr/>
          <p:nvPr/>
        </p:nvGrpSpPr>
        <p:grpSpPr>
          <a:xfrm>
            <a:off x="748855" y="2243507"/>
            <a:ext cx="452798" cy="449473"/>
            <a:chOff x="-21322300" y="3693325"/>
            <a:chExt cx="306400" cy="304150"/>
          </a:xfrm>
        </p:grpSpPr>
        <p:sp>
          <p:nvSpPr>
            <p:cNvPr id="8205" name="Google Shape;8205;p93"/>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3"/>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3"/>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3"/>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93"/>
          <p:cNvGrpSpPr/>
          <p:nvPr/>
        </p:nvGrpSpPr>
        <p:grpSpPr>
          <a:xfrm>
            <a:off x="748263" y="2810244"/>
            <a:ext cx="453980" cy="422540"/>
            <a:chOff x="-21322300" y="4077125"/>
            <a:chExt cx="307200" cy="285925"/>
          </a:xfrm>
        </p:grpSpPr>
        <p:sp>
          <p:nvSpPr>
            <p:cNvPr id="8210" name="Google Shape;8210;p93"/>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3"/>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3"/>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3"/>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3"/>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3"/>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3"/>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3"/>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3"/>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3"/>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3"/>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3"/>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93"/>
          <p:cNvGrpSpPr/>
          <p:nvPr/>
        </p:nvGrpSpPr>
        <p:grpSpPr>
          <a:xfrm>
            <a:off x="3525440" y="1689128"/>
            <a:ext cx="451653" cy="450212"/>
            <a:chOff x="-19394200" y="3333800"/>
            <a:chExt cx="305625" cy="304650"/>
          </a:xfrm>
        </p:grpSpPr>
        <p:sp>
          <p:nvSpPr>
            <p:cNvPr id="8223" name="Google Shape;8223;p93"/>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3"/>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3"/>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3"/>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3"/>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3"/>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3"/>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3"/>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3"/>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93"/>
          <p:cNvGrpSpPr/>
          <p:nvPr/>
        </p:nvGrpSpPr>
        <p:grpSpPr>
          <a:xfrm>
            <a:off x="3524276" y="2243580"/>
            <a:ext cx="453980" cy="449325"/>
            <a:chOff x="-19396575" y="3708500"/>
            <a:chExt cx="307200" cy="304050"/>
          </a:xfrm>
        </p:grpSpPr>
        <p:sp>
          <p:nvSpPr>
            <p:cNvPr id="8233" name="Google Shape;8233;p93"/>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3"/>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3"/>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93"/>
          <p:cNvGrpSpPr/>
          <p:nvPr/>
        </p:nvGrpSpPr>
        <p:grpSpPr>
          <a:xfrm>
            <a:off x="3518457" y="2796461"/>
            <a:ext cx="465618" cy="450101"/>
            <a:chOff x="-19394200" y="4084200"/>
            <a:chExt cx="315075" cy="304575"/>
          </a:xfrm>
        </p:grpSpPr>
        <p:sp>
          <p:nvSpPr>
            <p:cNvPr id="8237" name="Google Shape;8237;p93"/>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3"/>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3"/>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3"/>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3"/>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3"/>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93"/>
          <p:cNvGrpSpPr/>
          <p:nvPr/>
        </p:nvGrpSpPr>
        <p:grpSpPr>
          <a:xfrm>
            <a:off x="6324167" y="1689001"/>
            <a:ext cx="400447" cy="450470"/>
            <a:chOff x="-17526750" y="3309200"/>
            <a:chExt cx="270975" cy="304825"/>
          </a:xfrm>
        </p:grpSpPr>
        <p:sp>
          <p:nvSpPr>
            <p:cNvPr id="8244" name="Google Shape;8244;p93"/>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3"/>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3"/>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3"/>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3"/>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9" name="Google Shape;8249;p93"/>
          <p:cNvGrpSpPr/>
          <p:nvPr/>
        </p:nvGrpSpPr>
        <p:grpSpPr>
          <a:xfrm>
            <a:off x="6300319" y="2244173"/>
            <a:ext cx="448143" cy="448143"/>
            <a:chOff x="-17542500" y="3684100"/>
            <a:chExt cx="303250" cy="303250"/>
          </a:xfrm>
        </p:grpSpPr>
        <p:sp>
          <p:nvSpPr>
            <p:cNvPr id="8250" name="Google Shape;8250;p93"/>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3"/>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3"/>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3"/>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3"/>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3"/>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3"/>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93"/>
          <p:cNvGrpSpPr/>
          <p:nvPr/>
        </p:nvGrpSpPr>
        <p:grpSpPr>
          <a:xfrm>
            <a:off x="6299728" y="2810817"/>
            <a:ext cx="449325" cy="421395"/>
            <a:chOff x="-17542500" y="4068450"/>
            <a:chExt cx="304050" cy="285150"/>
          </a:xfrm>
        </p:grpSpPr>
        <p:sp>
          <p:nvSpPr>
            <p:cNvPr id="8258" name="Google Shape;8258;p93"/>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3"/>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3"/>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3"/>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3"/>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3"/>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93"/>
          <p:cNvGrpSpPr/>
          <p:nvPr/>
        </p:nvGrpSpPr>
        <p:grpSpPr>
          <a:xfrm>
            <a:off x="3530150" y="3342211"/>
            <a:ext cx="343404" cy="449325"/>
            <a:chOff x="-15652200" y="3335975"/>
            <a:chExt cx="232375" cy="304050"/>
          </a:xfrm>
        </p:grpSpPr>
        <p:sp>
          <p:nvSpPr>
            <p:cNvPr id="8265" name="Google Shape;8265;p93"/>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3"/>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3"/>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3"/>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3"/>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3"/>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3"/>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3"/>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3"/>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4" name="Google Shape;8274;p93"/>
          <p:cNvGrpSpPr/>
          <p:nvPr/>
        </p:nvGrpSpPr>
        <p:grpSpPr>
          <a:xfrm>
            <a:off x="1304064" y="2243729"/>
            <a:ext cx="449325" cy="449030"/>
            <a:chOff x="-20945825" y="3692175"/>
            <a:chExt cx="304050" cy="303850"/>
          </a:xfrm>
        </p:grpSpPr>
        <p:sp>
          <p:nvSpPr>
            <p:cNvPr id="8275" name="Google Shape;8275;p93"/>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3"/>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3"/>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3"/>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93"/>
          <p:cNvGrpSpPr/>
          <p:nvPr/>
        </p:nvGrpSpPr>
        <p:grpSpPr>
          <a:xfrm>
            <a:off x="4110888" y="1689848"/>
            <a:ext cx="372516" cy="448771"/>
            <a:chOff x="-18994100" y="3334775"/>
            <a:chExt cx="252075" cy="303675"/>
          </a:xfrm>
        </p:grpSpPr>
        <p:sp>
          <p:nvSpPr>
            <p:cNvPr id="8280" name="Google Shape;8280;p93"/>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3"/>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3"/>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3"/>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4" name="Google Shape;8284;p93"/>
          <p:cNvGrpSpPr/>
          <p:nvPr/>
        </p:nvGrpSpPr>
        <p:grpSpPr>
          <a:xfrm>
            <a:off x="4125445" y="2244743"/>
            <a:ext cx="343404" cy="446998"/>
            <a:chOff x="-18983850" y="3710075"/>
            <a:chExt cx="232375" cy="302475"/>
          </a:xfrm>
        </p:grpSpPr>
        <p:sp>
          <p:nvSpPr>
            <p:cNvPr id="8285" name="Google Shape;8285;p93"/>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3"/>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3"/>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3"/>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9" name="Google Shape;8289;p93"/>
          <p:cNvGrpSpPr/>
          <p:nvPr/>
        </p:nvGrpSpPr>
        <p:grpSpPr>
          <a:xfrm>
            <a:off x="1303491" y="1689573"/>
            <a:ext cx="450470" cy="449325"/>
            <a:chOff x="-20946600" y="3317850"/>
            <a:chExt cx="304825" cy="304050"/>
          </a:xfrm>
        </p:grpSpPr>
        <p:sp>
          <p:nvSpPr>
            <p:cNvPr id="8290" name="Google Shape;8290;p93"/>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3"/>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3"/>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3" name="Google Shape;8293;p93"/>
          <p:cNvGrpSpPr/>
          <p:nvPr/>
        </p:nvGrpSpPr>
        <p:grpSpPr>
          <a:xfrm>
            <a:off x="1329667" y="2797442"/>
            <a:ext cx="398119" cy="448143"/>
            <a:chOff x="-20930075" y="4066100"/>
            <a:chExt cx="269400" cy="303250"/>
          </a:xfrm>
        </p:grpSpPr>
        <p:sp>
          <p:nvSpPr>
            <p:cNvPr id="8294" name="Google Shape;8294;p93"/>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3"/>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93"/>
          <p:cNvGrpSpPr/>
          <p:nvPr/>
        </p:nvGrpSpPr>
        <p:grpSpPr>
          <a:xfrm>
            <a:off x="4071911" y="2797422"/>
            <a:ext cx="450470" cy="448180"/>
            <a:chOff x="-19020075" y="4084200"/>
            <a:chExt cx="304825" cy="303275"/>
          </a:xfrm>
        </p:grpSpPr>
        <p:sp>
          <p:nvSpPr>
            <p:cNvPr id="8297" name="Google Shape;8297;p93"/>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3"/>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3"/>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3"/>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3"/>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3"/>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3"/>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3"/>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3"/>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6" name="Google Shape;8306;p93"/>
          <p:cNvGrpSpPr/>
          <p:nvPr/>
        </p:nvGrpSpPr>
        <p:grpSpPr>
          <a:xfrm>
            <a:off x="6889176" y="1689001"/>
            <a:ext cx="396937" cy="450470"/>
            <a:chOff x="-17149475" y="3309200"/>
            <a:chExt cx="268600" cy="304825"/>
          </a:xfrm>
        </p:grpSpPr>
        <p:sp>
          <p:nvSpPr>
            <p:cNvPr id="8307" name="Google Shape;8307;p93"/>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3"/>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93"/>
          <p:cNvGrpSpPr/>
          <p:nvPr/>
        </p:nvGrpSpPr>
        <p:grpSpPr>
          <a:xfrm>
            <a:off x="6862982" y="2258120"/>
            <a:ext cx="449325" cy="420249"/>
            <a:chOff x="-17168375" y="3692750"/>
            <a:chExt cx="304050" cy="284375"/>
          </a:xfrm>
        </p:grpSpPr>
        <p:sp>
          <p:nvSpPr>
            <p:cNvPr id="8310" name="Google Shape;8310;p93"/>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3"/>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3"/>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3"/>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3"/>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3"/>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3"/>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93"/>
          <p:cNvGrpSpPr/>
          <p:nvPr/>
        </p:nvGrpSpPr>
        <p:grpSpPr>
          <a:xfrm>
            <a:off x="6859491" y="2796852"/>
            <a:ext cx="456308" cy="449325"/>
            <a:chOff x="-17170750" y="4058800"/>
            <a:chExt cx="308775" cy="304050"/>
          </a:xfrm>
        </p:grpSpPr>
        <p:sp>
          <p:nvSpPr>
            <p:cNvPr id="8318" name="Google Shape;8318;p93"/>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3"/>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3"/>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3"/>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3"/>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3"/>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3"/>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3"/>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3"/>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3"/>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3"/>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3"/>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3"/>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3"/>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3"/>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3"/>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3"/>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93"/>
          <p:cNvGrpSpPr/>
          <p:nvPr/>
        </p:nvGrpSpPr>
        <p:grpSpPr>
          <a:xfrm>
            <a:off x="5721388" y="3343358"/>
            <a:ext cx="450470" cy="446998"/>
            <a:chOff x="-15688425" y="3707725"/>
            <a:chExt cx="304825" cy="302475"/>
          </a:xfrm>
        </p:grpSpPr>
        <p:sp>
          <p:nvSpPr>
            <p:cNvPr id="8336" name="Google Shape;8336;p93"/>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3"/>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3"/>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3"/>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3"/>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3"/>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93"/>
          <p:cNvGrpSpPr/>
          <p:nvPr/>
        </p:nvGrpSpPr>
        <p:grpSpPr>
          <a:xfrm>
            <a:off x="1865544" y="1690441"/>
            <a:ext cx="451653" cy="447589"/>
            <a:chOff x="-20572500" y="3319025"/>
            <a:chExt cx="305625" cy="302875"/>
          </a:xfrm>
        </p:grpSpPr>
        <p:sp>
          <p:nvSpPr>
            <p:cNvPr id="8343" name="Google Shape;8343;p93"/>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3"/>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93"/>
          <p:cNvGrpSpPr/>
          <p:nvPr/>
        </p:nvGrpSpPr>
        <p:grpSpPr>
          <a:xfrm>
            <a:off x="1866708" y="2305410"/>
            <a:ext cx="449325" cy="325670"/>
            <a:chOff x="-20571700" y="3722875"/>
            <a:chExt cx="304050" cy="220375"/>
          </a:xfrm>
        </p:grpSpPr>
        <p:sp>
          <p:nvSpPr>
            <p:cNvPr id="8346" name="Google Shape;8346;p93"/>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3"/>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3"/>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3"/>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3"/>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3"/>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3"/>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3" name="Google Shape;8353;p93"/>
          <p:cNvGrpSpPr/>
          <p:nvPr/>
        </p:nvGrpSpPr>
        <p:grpSpPr>
          <a:xfrm>
            <a:off x="1866135" y="2796278"/>
            <a:ext cx="450470" cy="450470"/>
            <a:chOff x="-20571700" y="4066875"/>
            <a:chExt cx="304825" cy="304825"/>
          </a:xfrm>
        </p:grpSpPr>
        <p:sp>
          <p:nvSpPr>
            <p:cNvPr id="8354" name="Google Shape;8354;p93"/>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3"/>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3"/>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3"/>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3"/>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3"/>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0" name="Google Shape;8360;p93"/>
          <p:cNvGrpSpPr/>
          <p:nvPr/>
        </p:nvGrpSpPr>
        <p:grpSpPr>
          <a:xfrm>
            <a:off x="4632837" y="1688259"/>
            <a:ext cx="453980" cy="451948"/>
            <a:chOff x="-18645175" y="3334200"/>
            <a:chExt cx="307200" cy="305825"/>
          </a:xfrm>
        </p:grpSpPr>
        <p:sp>
          <p:nvSpPr>
            <p:cNvPr id="8361" name="Google Shape;8361;p93"/>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3"/>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3"/>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3"/>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3"/>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6" name="Google Shape;8366;p93"/>
          <p:cNvGrpSpPr/>
          <p:nvPr/>
        </p:nvGrpSpPr>
        <p:grpSpPr>
          <a:xfrm>
            <a:off x="4633429" y="2242989"/>
            <a:ext cx="452798" cy="450507"/>
            <a:chOff x="-18645175" y="3708500"/>
            <a:chExt cx="306400" cy="304850"/>
          </a:xfrm>
        </p:grpSpPr>
        <p:sp>
          <p:nvSpPr>
            <p:cNvPr id="8367" name="Google Shape;8367;p93"/>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3"/>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3"/>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3"/>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3"/>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3"/>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3"/>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4" name="Google Shape;8374;p93"/>
          <p:cNvGrpSpPr/>
          <p:nvPr/>
        </p:nvGrpSpPr>
        <p:grpSpPr>
          <a:xfrm>
            <a:off x="4631101" y="2795630"/>
            <a:ext cx="457453" cy="451763"/>
            <a:chOff x="-18647525" y="4082625"/>
            <a:chExt cx="309550" cy="305700"/>
          </a:xfrm>
        </p:grpSpPr>
        <p:sp>
          <p:nvSpPr>
            <p:cNvPr id="8375" name="Google Shape;8375;p93"/>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3"/>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3"/>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3"/>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9" name="Google Shape;8379;p93"/>
          <p:cNvGrpSpPr/>
          <p:nvPr/>
        </p:nvGrpSpPr>
        <p:grpSpPr>
          <a:xfrm>
            <a:off x="7441485" y="1689592"/>
            <a:ext cx="395755" cy="449288"/>
            <a:chOff x="-16775350" y="3309200"/>
            <a:chExt cx="267800" cy="304025"/>
          </a:xfrm>
        </p:grpSpPr>
        <p:sp>
          <p:nvSpPr>
            <p:cNvPr id="8380" name="Google Shape;8380;p93"/>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3"/>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3"/>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3" name="Google Shape;8383;p93"/>
          <p:cNvGrpSpPr/>
          <p:nvPr/>
        </p:nvGrpSpPr>
        <p:grpSpPr>
          <a:xfrm>
            <a:off x="7441485" y="2241827"/>
            <a:ext cx="395755" cy="452835"/>
            <a:chOff x="-16775350" y="3683300"/>
            <a:chExt cx="267800" cy="306425"/>
          </a:xfrm>
        </p:grpSpPr>
        <p:sp>
          <p:nvSpPr>
            <p:cNvPr id="8384" name="Google Shape;8384;p93"/>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3"/>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3"/>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93"/>
          <p:cNvGrpSpPr/>
          <p:nvPr/>
        </p:nvGrpSpPr>
        <p:grpSpPr>
          <a:xfrm>
            <a:off x="7413536" y="2796870"/>
            <a:ext cx="451653" cy="449288"/>
            <a:chOff x="-16794250" y="4058225"/>
            <a:chExt cx="305625" cy="304025"/>
          </a:xfrm>
        </p:grpSpPr>
        <p:sp>
          <p:nvSpPr>
            <p:cNvPr id="8388" name="Google Shape;8388;p93"/>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3"/>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3"/>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3"/>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3"/>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3"/>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3"/>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3"/>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3"/>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7" name="Google Shape;8397;p93"/>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8" name="Google Shape;8398;p93"/>
          <p:cNvGrpSpPr/>
          <p:nvPr/>
        </p:nvGrpSpPr>
        <p:grpSpPr>
          <a:xfrm>
            <a:off x="2414953" y="1689573"/>
            <a:ext cx="457453" cy="449325"/>
            <a:chOff x="-20199150" y="3317850"/>
            <a:chExt cx="309550" cy="304050"/>
          </a:xfrm>
        </p:grpSpPr>
        <p:sp>
          <p:nvSpPr>
            <p:cNvPr id="8399" name="Google Shape;8399;p93"/>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3"/>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3"/>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3"/>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3"/>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3"/>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3"/>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93"/>
          <p:cNvGrpSpPr/>
          <p:nvPr/>
        </p:nvGrpSpPr>
        <p:grpSpPr>
          <a:xfrm>
            <a:off x="2417281" y="2242861"/>
            <a:ext cx="452798" cy="450766"/>
            <a:chOff x="-20199150" y="3693150"/>
            <a:chExt cx="306400" cy="305025"/>
          </a:xfrm>
        </p:grpSpPr>
        <p:sp>
          <p:nvSpPr>
            <p:cNvPr id="8407" name="Google Shape;8407;p93"/>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3"/>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3"/>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3"/>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3"/>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3"/>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93"/>
          <p:cNvGrpSpPr/>
          <p:nvPr/>
        </p:nvGrpSpPr>
        <p:grpSpPr>
          <a:xfrm>
            <a:off x="2417854" y="2795687"/>
            <a:ext cx="451653" cy="451653"/>
            <a:chOff x="-20197575" y="4066875"/>
            <a:chExt cx="305625" cy="305625"/>
          </a:xfrm>
        </p:grpSpPr>
        <p:sp>
          <p:nvSpPr>
            <p:cNvPr id="8414" name="Google Shape;8414;p93"/>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3"/>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3"/>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3"/>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3"/>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3"/>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3"/>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3"/>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93"/>
          <p:cNvGrpSpPr/>
          <p:nvPr/>
        </p:nvGrpSpPr>
        <p:grpSpPr>
          <a:xfrm>
            <a:off x="5200071" y="1687520"/>
            <a:ext cx="449325" cy="453426"/>
            <a:chOff x="-18271050" y="3333200"/>
            <a:chExt cx="304050" cy="306825"/>
          </a:xfrm>
        </p:grpSpPr>
        <p:sp>
          <p:nvSpPr>
            <p:cNvPr id="8423" name="Google Shape;8423;p93"/>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3"/>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3"/>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3"/>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3"/>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8" name="Google Shape;8428;p93"/>
          <p:cNvGrpSpPr/>
          <p:nvPr/>
        </p:nvGrpSpPr>
        <p:grpSpPr>
          <a:xfrm>
            <a:off x="5200644" y="2244171"/>
            <a:ext cx="448180" cy="448143"/>
            <a:chOff x="-18270275" y="3710875"/>
            <a:chExt cx="303275" cy="303250"/>
          </a:xfrm>
        </p:grpSpPr>
        <p:sp>
          <p:nvSpPr>
            <p:cNvPr id="8429" name="Google Shape;8429;p93"/>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3"/>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3"/>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3"/>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3"/>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3"/>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5" name="Google Shape;8435;p93"/>
          <p:cNvGrpSpPr/>
          <p:nvPr/>
        </p:nvGrpSpPr>
        <p:grpSpPr>
          <a:xfrm>
            <a:off x="5254196" y="2797422"/>
            <a:ext cx="341076" cy="448180"/>
            <a:chOff x="-18234025" y="4084200"/>
            <a:chExt cx="230800" cy="303275"/>
          </a:xfrm>
        </p:grpSpPr>
        <p:sp>
          <p:nvSpPr>
            <p:cNvPr id="8436" name="Google Shape;8436;p93"/>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3"/>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3"/>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93"/>
          <p:cNvGrpSpPr/>
          <p:nvPr/>
        </p:nvGrpSpPr>
        <p:grpSpPr>
          <a:xfrm>
            <a:off x="2366751" y="3341641"/>
            <a:ext cx="449325" cy="450470"/>
            <a:chOff x="-16419350" y="3308400"/>
            <a:chExt cx="304050" cy="304825"/>
          </a:xfrm>
        </p:grpSpPr>
        <p:sp>
          <p:nvSpPr>
            <p:cNvPr id="8440" name="Google Shape;8440;p93"/>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3"/>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3"/>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3"/>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3"/>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3"/>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3"/>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93"/>
          <p:cNvGrpSpPr/>
          <p:nvPr/>
        </p:nvGrpSpPr>
        <p:grpSpPr>
          <a:xfrm>
            <a:off x="4638306" y="3340423"/>
            <a:ext cx="395755" cy="452872"/>
            <a:chOff x="-16401225" y="3683275"/>
            <a:chExt cx="267800" cy="306450"/>
          </a:xfrm>
        </p:grpSpPr>
        <p:sp>
          <p:nvSpPr>
            <p:cNvPr id="8448" name="Google Shape;8448;p93"/>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3"/>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3"/>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3"/>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3"/>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3"/>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3"/>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93"/>
          <p:cNvGrpSpPr/>
          <p:nvPr/>
        </p:nvGrpSpPr>
        <p:grpSpPr>
          <a:xfrm>
            <a:off x="8003755" y="2797062"/>
            <a:ext cx="450470" cy="448180"/>
            <a:chOff x="-16419350" y="4058200"/>
            <a:chExt cx="304825" cy="303275"/>
          </a:xfrm>
        </p:grpSpPr>
        <p:sp>
          <p:nvSpPr>
            <p:cNvPr id="8456" name="Google Shape;8456;p93"/>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3"/>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3"/>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3"/>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3"/>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3"/>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3"/>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3" name="Google Shape;8463;p93"/>
          <p:cNvGrpSpPr/>
          <p:nvPr/>
        </p:nvGrpSpPr>
        <p:grpSpPr>
          <a:xfrm>
            <a:off x="4030643" y="3343080"/>
            <a:ext cx="450507" cy="447589"/>
            <a:chOff x="-15296200" y="3326900"/>
            <a:chExt cx="304850" cy="302875"/>
          </a:xfrm>
        </p:grpSpPr>
        <p:sp>
          <p:nvSpPr>
            <p:cNvPr id="8464" name="Google Shape;8464;p93"/>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3"/>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3"/>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3"/>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3"/>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9" name="Google Shape;8469;p93"/>
          <p:cNvGrpSpPr/>
          <p:nvPr/>
        </p:nvGrpSpPr>
        <p:grpSpPr>
          <a:xfrm>
            <a:off x="2946296" y="1706881"/>
            <a:ext cx="486566" cy="414708"/>
            <a:chOff x="-19835275" y="3330250"/>
            <a:chExt cx="329250" cy="280625"/>
          </a:xfrm>
        </p:grpSpPr>
        <p:sp>
          <p:nvSpPr>
            <p:cNvPr id="8470" name="Google Shape;8470;p93"/>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3"/>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3"/>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3" name="Google Shape;8473;p93"/>
          <p:cNvGrpSpPr/>
          <p:nvPr/>
        </p:nvGrpSpPr>
        <p:grpSpPr>
          <a:xfrm>
            <a:off x="2964325" y="2243470"/>
            <a:ext cx="450507" cy="449547"/>
            <a:chOff x="-19822675" y="3692750"/>
            <a:chExt cx="304850" cy="304200"/>
          </a:xfrm>
        </p:grpSpPr>
        <p:sp>
          <p:nvSpPr>
            <p:cNvPr id="8474" name="Google Shape;8474;p93"/>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3"/>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3"/>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3"/>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3"/>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9" name="Google Shape;8479;p93"/>
          <p:cNvGrpSpPr/>
          <p:nvPr/>
        </p:nvGrpSpPr>
        <p:grpSpPr>
          <a:xfrm>
            <a:off x="2964916" y="2796278"/>
            <a:ext cx="449325" cy="450470"/>
            <a:chOff x="-19822675" y="4066875"/>
            <a:chExt cx="304050" cy="304825"/>
          </a:xfrm>
        </p:grpSpPr>
        <p:sp>
          <p:nvSpPr>
            <p:cNvPr id="8480" name="Google Shape;8480;p93"/>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3"/>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3"/>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3"/>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3"/>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3"/>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93"/>
          <p:cNvGrpSpPr/>
          <p:nvPr/>
        </p:nvGrpSpPr>
        <p:grpSpPr>
          <a:xfrm>
            <a:off x="5773985" y="1689571"/>
            <a:ext cx="399302" cy="449325"/>
            <a:chOff x="-17878825" y="3334400"/>
            <a:chExt cx="270200" cy="304050"/>
          </a:xfrm>
        </p:grpSpPr>
        <p:sp>
          <p:nvSpPr>
            <p:cNvPr id="8487" name="Google Shape;8487;p93"/>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3"/>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3"/>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3"/>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3"/>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3"/>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3"/>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93"/>
          <p:cNvGrpSpPr/>
          <p:nvPr/>
        </p:nvGrpSpPr>
        <p:grpSpPr>
          <a:xfrm>
            <a:off x="5747809" y="2242416"/>
            <a:ext cx="451653" cy="451653"/>
            <a:chOff x="-17896150" y="3709300"/>
            <a:chExt cx="305625" cy="305625"/>
          </a:xfrm>
        </p:grpSpPr>
        <p:sp>
          <p:nvSpPr>
            <p:cNvPr id="8495" name="Google Shape;8495;p93"/>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3"/>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3"/>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3"/>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9" name="Google Shape;8499;p93"/>
          <p:cNvGrpSpPr/>
          <p:nvPr/>
        </p:nvGrpSpPr>
        <p:grpSpPr>
          <a:xfrm>
            <a:off x="5775740" y="2795686"/>
            <a:ext cx="395792" cy="451653"/>
            <a:chOff x="-17878025" y="4082625"/>
            <a:chExt cx="267825" cy="305625"/>
          </a:xfrm>
        </p:grpSpPr>
        <p:sp>
          <p:nvSpPr>
            <p:cNvPr id="8500" name="Google Shape;8500;p93"/>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3"/>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3"/>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3"/>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3"/>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3"/>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3"/>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7" name="Google Shape;8507;p93"/>
          <p:cNvGrpSpPr/>
          <p:nvPr/>
        </p:nvGrpSpPr>
        <p:grpSpPr>
          <a:xfrm>
            <a:off x="2919632" y="3355015"/>
            <a:ext cx="450507" cy="423722"/>
            <a:chOff x="-16044450" y="3317850"/>
            <a:chExt cx="304850" cy="286725"/>
          </a:xfrm>
        </p:grpSpPr>
        <p:sp>
          <p:nvSpPr>
            <p:cNvPr id="8508" name="Google Shape;8508;p93"/>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3"/>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3"/>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3"/>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2" name="Google Shape;8512;p93"/>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3" name="Google Shape;8513;p93"/>
          <p:cNvGrpSpPr/>
          <p:nvPr/>
        </p:nvGrpSpPr>
        <p:grpSpPr>
          <a:xfrm>
            <a:off x="8042149" y="2243724"/>
            <a:ext cx="373662" cy="449030"/>
            <a:chOff x="-16018450" y="4058400"/>
            <a:chExt cx="252850" cy="303850"/>
          </a:xfrm>
        </p:grpSpPr>
        <p:sp>
          <p:nvSpPr>
            <p:cNvPr id="8514" name="Google Shape;8514;p93"/>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3"/>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3"/>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3"/>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8" name="Google Shape;8518;p93"/>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3"/>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8523"/>
        <p:cNvGrpSpPr/>
        <p:nvPr/>
      </p:nvGrpSpPr>
      <p:grpSpPr>
        <a:xfrm>
          <a:off x="0" y="0"/>
          <a:ext cx="0" cy="0"/>
          <a:chOff x="0" y="0"/>
          <a:chExt cx="0" cy="0"/>
        </a:xfrm>
      </p:grpSpPr>
      <p:grpSp>
        <p:nvGrpSpPr>
          <p:cNvPr id="8524" name="Google Shape;8524;p94"/>
          <p:cNvGrpSpPr/>
          <p:nvPr/>
        </p:nvGrpSpPr>
        <p:grpSpPr>
          <a:xfrm>
            <a:off x="845901" y="1689241"/>
            <a:ext cx="442337" cy="419623"/>
            <a:chOff x="-6696925" y="3272575"/>
            <a:chExt cx="307200" cy="291425"/>
          </a:xfrm>
        </p:grpSpPr>
        <p:sp>
          <p:nvSpPr>
            <p:cNvPr id="8525" name="Google Shape;8525;p94"/>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4"/>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94"/>
          <p:cNvGrpSpPr/>
          <p:nvPr/>
        </p:nvGrpSpPr>
        <p:grpSpPr>
          <a:xfrm>
            <a:off x="845884" y="2204636"/>
            <a:ext cx="442373" cy="420775"/>
            <a:chOff x="-6690625" y="3631325"/>
            <a:chExt cx="307225" cy="292225"/>
          </a:xfrm>
        </p:grpSpPr>
        <p:sp>
          <p:nvSpPr>
            <p:cNvPr id="8528" name="Google Shape;8528;p94"/>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4"/>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4"/>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4"/>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4"/>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3" name="Google Shape;8533;p94"/>
          <p:cNvGrpSpPr/>
          <p:nvPr/>
        </p:nvGrpSpPr>
        <p:grpSpPr>
          <a:xfrm>
            <a:off x="868005" y="2756972"/>
            <a:ext cx="421927" cy="419371"/>
            <a:chOff x="-6689825" y="3992050"/>
            <a:chExt cx="293025" cy="291250"/>
          </a:xfrm>
        </p:grpSpPr>
        <p:sp>
          <p:nvSpPr>
            <p:cNvPr id="8534" name="Google Shape;8534;p94"/>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4"/>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4"/>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4"/>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4"/>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4"/>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4"/>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4"/>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4"/>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4"/>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4"/>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4"/>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6" name="Google Shape;8546;p94"/>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7" name="Google Shape;8547;p94"/>
          <p:cNvGrpSpPr/>
          <p:nvPr/>
        </p:nvGrpSpPr>
        <p:grpSpPr>
          <a:xfrm>
            <a:off x="3551317" y="2205192"/>
            <a:ext cx="423043" cy="419659"/>
            <a:chOff x="-4837325" y="3612425"/>
            <a:chExt cx="293800" cy="291450"/>
          </a:xfrm>
        </p:grpSpPr>
        <p:sp>
          <p:nvSpPr>
            <p:cNvPr id="8548" name="Google Shape;8548;p94"/>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4"/>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4"/>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94"/>
          <p:cNvGrpSpPr/>
          <p:nvPr/>
        </p:nvGrpSpPr>
        <p:grpSpPr>
          <a:xfrm>
            <a:off x="3564349" y="2756826"/>
            <a:ext cx="420775" cy="419659"/>
            <a:chOff x="-4837325" y="3971575"/>
            <a:chExt cx="292225" cy="291450"/>
          </a:xfrm>
        </p:grpSpPr>
        <p:sp>
          <p:nvSpPr>
            <p:cNvPr id="8552" name="Google Shape;8552;p94"/>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4"/>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4"/>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4"/>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4"/>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4"/>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8" name="Google Shape;8558;p94"/>
          <p:cNvGrpSpPr/>
          <p:nvPr/>
        </p:nvGrpSpPr>
        <p:grpSpPr>
          <a:xfrm>
            <a:off x="6256364" y="1714185"/>
            <a:ext cx="430998" cy="369730"/>
            <a:chOff x="-3037625" y="3254850"/>
            <a:chExt cx="299325" cy="256775"/>
          </a:xfrm>
        </p:grpSpPr>
        <p:sp>
          <p:nvSpPr>
            <p:cNvPr id="8559" name="Google Shape;8559;p94"/>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4"/>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4"/>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4"/>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94"/>
          <p:cNvGrpSpPr/>
          <p:nvPr/>
        </p:nvGrpSpPr>
        <p:grpSpPr>
          <a:xfrm>
            <a:off x="6260324" y="2204615"/>
            <a:ext cx="423079" cy="420811"/>
            <a:chOff x="-3031325" y="3597450"/>
            <a:chExt cx="293825" cy="292250"/>
          </a:xfrm>
        </p:grpSpPr>
        <p:sp>
          <p:nvSpPr>
            <p:cNvPr id="8564" name="Google Shape;8564;p94"/>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4"/>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4"/>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4"/>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8" name="Google Shape;8568;p94"/>
          <p:cNvGrpSpPr/>
          <p:nvPr/>
        </p:nvGrpSpPr>
        <p:grpSpPr>
          <a:xfrm>
            <a:off x="6272798" y="2781214"/>
            <a:ext cx="421927" cy="370882"/>
            <a:chOff x="-3030525" y="3973150"/>
            <a:chExt cx="293025" cy="257575"/>
          </a:xfrm>
        </p:grpSpPr>
        <p:sp>
          <p:nvSpPr>
            <p:cNvPr id="8569" name="Google Shape;8569;p94"/>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4"/>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1" name="Google Shape;8571;p94"/>
          <p:cNvGrpSpPr/>
          <p:nvPr/>
        </p:nvGrpSpPr>
        <p:grpSpPr>
          <a:xfrm>
            <a:off x="1374391" y="3369426"/>
            <a:ext cx="421927" cy="297195"/>
            <a:chOff x="-1199300" y="3279250"/>
            <a:chExt cx="293025" cy="206400"/>
          </a:xfrm>
        </p:grpSpPr>
        <p:sp>
          <p:nvSpPr>
            <p:cNvPr id="8572" name="Google Shape;8572;p94"/>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4"/>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4"/>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4"/>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94"/>
          <p:cNvGrpSpPr/>
          <p:nvPr/>
        </p:nvGrpSpPr>
        <p:grpSpPr>
          <a:xfrm>
            <a:off x="1381477" y="1688773"/>
            <a:ext cx="444605" cy="420559"/>
            <a:chOff x="-6338550" y="3272950"/>
            <a:chExt cx="308775" cy="292075"/>
          </a:xfrm>
        </p:grpSpPr>
        <p:sp>
          <p:nvSpPr>
            <p:cNvPr id="8577" name="Google Shape;8577;p94"/>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4"/>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4"/>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0" name="Google Shape;8580;p94"/>
          <p:cNvGrpSpPr/>
          <p:nvPr/>
        </p:nvGrpSpPr>
        <p:grpSpPr>
          <a:xfrm>
            <a:off x="1392817" y="2205194"/>
            <a:ext cx="421927" cy="419659"/>
            <a:chOff x="-6329100" y="3632100"/>
            <a:chExt cx="293025" cy="291450"/>
          </a:xfrm>
        </p:grpSpPr>
        <p:sp>
          <p:nvSpPr>
            <p:cNvPr id="8581" name="Google Shape;8581;p94"/>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4"/>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4"/>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94"/>
          <p:cNvGrpSpPr/>
          <p:nvPr/>
        </p:nvGrpSpPr>
        <p:grpSpPr>
          <a:xfrm>
            <a:off x="1405867" y="2756828"/>
            <a:ext cx="419623" cy="419659"/>
            <a:chOff x="-6329875" y="3992050"/>
            <a:chExt cx="291425" cy="291450"/>
          </a:xfrm>
        </p:grpSpPr>
        <p:sp>
          <p:nvSpPr>
            <p:cNvPr id="8585" name="Google Shape;8585;p94"/>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4"/>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4"/>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4"/>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9" name="Google Shape;8589;p94"/>
          <p:cNvGrpSpPr/>
          <p:nvPr/>
        </p:nvGrpSpPr>
        <p:grpSpPr>
          <a:xfrm>
            <a:off x="4092004" y="1687530"/>
            <a:ext cx="423079" cy="423043"/>
            <a:chOff x="-4478975" y="3251700"/>
            <a:chExt cx="293825" cy="293800"/>
          </a:xfrm>
        </p:grpSpPr>
        <p:sp>
          <p:nvSpPr>
            <p:cNvPr id="8590" name="Google Shape;8590;p94"/>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4"/>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4"/>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94"/>
          <p:cNvGrpSpPr/>
          <p:nvPr/>
        </p:nvGrpSpPr>
        <p:grpSpPr>
          <a:xfrm>
            <a:off x="4092004" y="2205192"/>
            <a:ext cx="423079" cy="419659"/>
            <a:chOff x="-4475825" y="3612425"/>
            <a:chExt cx="293825" cy="291450"/>
          </a:xfrm>
        </p:grpSpPr>
        <p:sp>
          <p:nvSpPr>
            <p:cNvPr id="8594" name="Google Shape;8594;p94"/>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4"/>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4"/>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94"/>
          <p:cNvGrpSpPr/>
          <p:nvPr/>
        </p:nvGrpSpPr>
        <p:grpSpPr>
          <a:xfrm>
            <a:off x="4101077" y="2756844"/>
            <a:ext cx="428730" cy="419623"/>
            <a:chOff x="-4480550" y="3970800"/>
            <a:chExt cx="297750" cy="291425"/>
          </a:xfrm>
        </p:grpSpPr>
        <p:sp>
          <p:nvSpPr>
            <p:cNvPr id="8598" name="Google Shape;8598;p94"/>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4"/>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94"/>
          <p:cNvGrpSpPr/>
          <p:nvPr/>
        </p:nvGrpSpPr>
        <p:grpSpPr>
          <a:xfrm>
            <a:off x="6804910" y="1689221"/>
            <a:ext cx="415123" cy="419659"/>
            <a:chOff x="-2668225" y="3239075"/>
            <a:chExt cx="288300" cy="291450"/>
          </a:xfrm>
        </p:grpSpPr>
        <p:sp>
          <p:nvSpPr>
            <p:cNvPr id="8601" name="Google Shape;8601;p94"/>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4"/>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4"/>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4"/>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4"/>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94"/>
          <p:cNvGrpSpPr/>
          <p:nvPr/>
        </p:nvGrpSpPr>
        <p:grpSpPr>
          <a:xfrm>
            <a:off x="6802066" y="2205191"/>
            <a:ext cx="420811" cy="419659"/>
            <a:chOff x="-2671375" y="3597450"/>
            <a:chExt cx="292250" cy="291450"/>
          </a:xfrm>
        </p:grpSpPr>
        <p:sp>
          <p:nvSpPr>
            <p:cNvPr id="8607" name="Google Shape;8607;p94"/>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4"/>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94"/>
          <p:cNvGrpSpPr/>
          <p:nvPr/>
        </p:nvGrpSpPr>
        <p:grpSpPr>
          <a:xfrm>
            <a:off x="6812849" y="2755691"/>
            <a:ext cx="423043" cy="421927"/>
            <a:chOff x="-2670575" y="3956600"/>
            <a:chExt cx="293800" cy="293025"/>
          </a:xfrm>
        </p:grpSpPr>
        <p:sp>
          <p:nvSpPr>
            <p:cNvPr id="8610" name="Google Shape;8610;p94"/>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4"/>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4"/>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4"/>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4" name="Google Shape;8614;p94"/>
          <p:cNvGrpSpPr/>
          <p:nvPr/>
        </p:nvGrpSpPr>
        <p:grpSpPr>
          <a:xfrm>
            <a:off x="3070370" y="3311947"/>
            <a:ext cx="426462" cy="418363"/>
            <a:chOff x="-1183550" y="3586525"/>
            <a:chExt cx="296175" cy="290550"/>
          </a:xfrm>
        </p:grpSpPr>
        <p:sp>
          <p:nvSpPr>
            <p:cNvPr id="8615" name="Google Shape;8615;p94"/>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4"/>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4"/>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4"/>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4"/>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4"/>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4"/>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4"/>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4"/>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94"/>
          <p:cNvGrpSpPr/>
          <p:nvPr/>
        </p:nvGrpSpPr>
        <p:grpSpPr>
          <a:xfrm>
            <a:off x="1933980" y="1689799"/>
            <a:ext cx="420811" cy="418507"/>
            <a:chOff x="-5971525" y="3273750"/>
            <a:chExt cx="292250" cy="290650"/>
          </a:xfrm>
        </p:grpSpPr>
        <p:sp>
          <p:nvSpPr>
            <p:cNvPr id="8625" name="Google Shape;8625;p94"/>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4"/>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7" name="Google Shape;8627;p94"/>
          <p:cNvGrpSpPr/>
          <p:nvPr/>
        </p:nvGrpSpPr>
        <p:grpSpPr>
          <a:xfrm>
            <a:off x="1928310" y="2203826"/>
            <a:ext cx="432150" cy="422395"/>
            <a:chOff x="-5974675" y="3632100"/>
            <a:chExt cx="300125" cy="293350"/>
          </a:xfrm>
        </p:grpSpPr>
        <p:sp>
          <p:nvSpPr>
            <p:cNvPr id="8628" name="Google Shape;8628;p94"/>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4"/>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4"/>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94"/>
          <p:cNvGrpSpPr/>
          <p:nvPr/>
        </p:nvGrpSpPr>
        <p:grpSpPr>
          <a:xfrm>
            <a:off x="1958351" y="2755694"/>
            <a:ext cx="395865" cy="421927"/>
            <a:chOff x="-5971525" y="3990475"/>
            <a:chExt cx="274925" cy="293025"/>
          </a:xfrm>
        </p:grpSpPr>
        <p:sp>
          <p:nvSpPr>
            <p:cNvPr id="8632" name="Google Shape;8632;p94"/>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4"/>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4"/>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4"/>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94"/>
          <p:cNvGrpSpPr/>
          <p:nvPr/>
        </p:nvGrpSpPr>
        <p:grpSpPr>
          <a:xfrm>
            <a:off x="4631558" y="1689798"/>
            <a:ext cx="420775" cy="418507"/>
            <a:chOff x="-4118225" y="3253275"/>
            <a:chExt cx="292225" cy="290650"/>
          </a:xfrm>
        </p:grpSpPr>
        <p:sp>
          <p:nvSpPr>
            <p:cNvPr id="8637" name="Google Shape;8637;p94"/>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4"/>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94"/>
          <p:cNvGrpSpPr/>
          <p:nvPr/>
        </p:nvGrpSpPr>
        <p:grpSpPr>
          <a:xfrm>
            <a:off x="4682008" y="2204922"/>
            <a:ext cx="319874" cy="420199"/>
            <a:chOff x="-4082800" y="3612425"/>
            <a:chExt cx="222150" cy="291825"/>
          </a:xfrm>
        </p:grpSpPr>
        <p:sp>
          <p:nvSpPr>
            <p:cNvPr id="8640" name="Google Shape;8640;p94"/>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4"/>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4"/>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94"/>
          <p:cNvGrpSpPr/>
          <p:nvPr/>
        </p:nvGrpSpPr>
        <p:grpSpPr>
          <a:xfrm>
            <a:off x="4643456" y="2769876"/>
            <a:ext cx="420775" cy="393561"/>
            <a:chOff x="-4118225" y="3990475"/>
            <a:chExt cx="292225" cy="273325"/>
          </a:xfrm>
        </p:grpSpPr>
        <p:sp>
          <p:nvSpPr>
            <p:cNvPr id="8644" name="Google Shape;8644;p94"/>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4"/>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4"/>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4"/>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94"/>
          <p:cNvGrpSpPr/>
          <p:nvPr/>
        </p:nvGrpSpPr>
        <p:grpSpPr>
          <a:xfrm>
            <a:off x="7354110" y="1688087"/>
            <a:ext cx="394713" cy="421927"/>
            <a:chOff x="-2312225" y="3238300"/>
            <a:chExt cx="274125" cy="293025"/>
          </a:xfrm>
        </p:grpSpPr>
        <p:sp>
          <p:nvSpPr>
            <p:cNvPr id="8649" name="Google Shape;8649;p94"/>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4"/>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94"/>
          <p:cNvGrpSpPr/>
          <p:nvPr/>
        </p:nvGrpSpPr>
        <p:grpSpPr>
          <a:xfrm>
            <a:off x="7341062" y="2153586"/>
            <a:ext cx="420811" cy="522864"/>
            <a:chOff x="-2310650" y="3525775"/>
            <a:chExt cx="292250" cy="363125"/>
          </a:xfrm>
        </p:grpSpPr>
        <p:sp>
          <p:nvSpPr>
            <p:cNvPr id="8652" name="Google Shape;8652;p94"/>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4"/>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4"/>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4"/>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94"/>
          <p:cNvGrpSpPr/>
          <p:nvPr/>
        </p:nvGrpSpPr>
        <p:grpSpPr>
          <a:xfrm>
            <a:off x="7351827" y="2756825"/>
            <a:ext cx="423079" cy="419659"/>
            <a:chOff x="-2310650" y="3958175"/>
            <a:chExt cx="293825" cy="291450"/>
          </a:xfrm>
        </p:grpSpPr>
        <p:sp>
          <p:nvSpPr>
            <p:cNvPr id="8657" name="Google Shape;8657;p94"/>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4"/>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94"/>
          <p:cNvGrpSpPr/>
          <p:nvPr/>
        </p:nvGrpSpPr>
        <p:grpSpPr>
          <a:xfrm>
            <a:off x="4718688" y="3308459"/>
            <a:ext cx="424159" cy="419659"/>
            <a:chOff x="-1182750" y="3962900"/>
            <a:chExt cx="294575" cy="291450"/>
          </a:xfrm>
        </p:grpSpPr>
        <p:sp>
          <p:nvSpPr>
            <p:cNvPr id="8660" name="Google Shape;8660;p94"/>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4"/>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4"/>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4"/>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4"/>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4"/>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4"/>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94"/>
          <p:cNvGrpSpPr/>
          <p:nvPr/>
        </p:nvGrpSpPr>
        <p:grpSpPr>
          <a:xfrm>
            <a:off x="2471824" y="1689223"/>
            <a:ext cx="424195" cy="419659"/>
            <a:chOff x="-5611575" y="3272950"/>
            <a:chExt cx="294600" cy="291450"/>
          </a:xfrm>
        </p:grpSpPr>
        <p:sp>
          <p:nvSpPr>
            <p:cNvPr id="8668" name="Google Shape;8668;p94"/>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4"/>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4"/>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4"/>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4"/>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94"/>
          <p:cNvGrpSpPr/>
          <p:nvPr/>
        </p:nvGrpSpPr>
        <p:grpSpPr>
          <a:xfrm>
            <a:off x="2471824" y="2205770"/>
            <a:ext cx="424195" cy="418507"/>
            <a:chOff x="-5613150" y="3632900"/>
            <a:chExt cx="294600" cy="290650"/>
          </a:xfrm>
        </p:grpSpPr>
        <p:sp>
          <p:nvSpPr>
            <p:cNvPr id="8674" name="Google Shape;8674;p94"/>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4"/>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94"/>
          <p:cNvGrpSpPr/>
          <p:nvPr/>
        </p:nvGrpSpPr>
        <p:grpSpPr>
          <a:xfrm>
            <a:off x="2483722" y="2756270"/>
            <a:ext cx="424195" cy="420775"/>
            <a:chOff x="-5613150" y="3991275"/>
            <a:chExt cx="294600" cy="292225"/>
          </a:xfrm>
        </p:grpSpPr>
        <p:sp>
          <p:nvSpPr>
            <p:cNvPr id="8677" name="Google Shape;8677;p94"/>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4"/>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4"/>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4"/>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4"/>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4"/>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4"/>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4"/>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4"/>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94"/>
          <p:cNvGrpSpPr/>
          <p:nvPr/>
        </p:nvGrpSpPr>
        <p:grpSpPr>
          <a:xfrm>
            <a:off x="5155210" y="1689438"/>
            <a:ext cx="434634" cy="419227"/>
            <a:chOff x="-3768700" y="3253275"/>
            <a:chExt cx="301850" cy="291150"/>
          </a:xfrm>
        </p:grpSpPr>
        <p:sp>
          <p:nvSpPr>
            <p:cNvPr id="8687" name="Google Shape;8687;p94"/>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4"/>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4"/>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94"/>
          <p:cNvGrpSpPr/>
          <p:nvPr/>
        </p:nvGrpSpPr>
        <p:grpSpPr>
          <a:xfrm>
            <a:off x="5159293" y="2217090"/>
            <a:ext cx="426462" cy="395865"/>
            <a:chOff x="-3808700" y="3628950"/>
            <a:chExt cx="296175" cy="274925"/>
          </a:xfrm>
        </p:grpSpPr>
        <p:sp>
          <p:nvSpPr>
            <p:cNvPr id="8691" name="Google Shape;8691;p94"/>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4"/>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4"/>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94"/>
          <p:cNvGrpSpPr/>
          <p:nvPr/>
        </p:nvGrpSpPr>
        <p:grpSpPr>
          <a:xfrm>
            <a:off x="5224504" y="2756412"/>
            <a:ext cx="419443" cy="420487"/>
            <a:chOff x="-3771675" y="3971775"/>
            <a:chExt cx="291300" cy="292025"/>
          </a:xfrm>
        </p:grpSpPr>
        <p:sp>
          <p:nvSpPr>
            <p:cNvPr id="8695" name="Google Shape;8695;p94"/>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4"/>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4"/>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4"/>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4"/>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0" name="Google Shape;8700;p94"/>
          <p:cNvGrpSpPr/>
          <p:nvPr/>
        </p:nvGrpSpPr>
        <p:grpSpPr>
          <a:xfrm>
            <a:off x="7885948" y="1716461"/>
            <a:ext cx="420271" cy="320774"/>
            <a:chOff x="-1951475" y="3273100"/>
            <a:chExt cx="291875" cy="222775"/>
          </a:xfrm>
        </p:grpSpPr>
        <p:sp>
          <p:nvSpPr>
            <p:cNvPr id="8701" name="Google Shape;8701;p94"/>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4"/>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4"/>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94"/>
          <p:cNvGrpSpPr/>
          <p:nvPr/>
        </p:nvGrpSpPr>
        <p:grpSpPr>
          <a:xfrm>
            <a:off x="7883429" y="2205191"/>
            <a:ext cx="425310" cy="419659"/>
            <a:chOff x="-1951475" y="3597450"/>
            <a:chExt cx="295375" cy="291450"/>
          </a:xfrm>
        </p:grpSpPr>
        <p:sp>
          <p:nvSpPr>
            <p:cNvPr id="8705" name="Google Shape;8705;p94"/>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4"/>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4"/>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4"/>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94"/>
          <p:cNvGrpSpPr/>
          <p:nvPr/>
        </p:nvGrpSpPr>
        <p:grpSpPr>
          <a:xfrm>
            <a:off x="7885680" y="2756825"/>
            <a:ext cx="444605" cy="419659"/>
            <a:chOff x="-1960150" y="3956600"/>
            <a:chExt cx="308775" cy="291450"/>
          </a:xfrm>
        </p:grpSpPr>
        <p:sp>
          <p:nvSpPr>
            <p:cNvPr id="8710" name="Google Shape;8710;p94"/>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4"/>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94"/>
          <p:cNvGrpSpPr/>
          <p:nvPr/>
        </p:nvGrpSpPr>
        <p:grpSpPr>
          <a:xfrm>
            <a:off x="1939718" y="3307636"/>
            <a:ext cx="420775" cy="420775"/>
            <a:chOff x="-804700" y="3226500"/>
            <a:chExt cx="292225" cy="292225"/>
          </a:xfrm>
        </p:grpSpPr>
        <p:sp>
          <p:nvSpPr>
            <p:cNvPr id="8713" name="Google Shape;8713;p94"/>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4"/>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4"/>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4"/>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4"/>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4"/>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4"/>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94"/>
          <p:cNvGrpSpPr/>
          <p:nvPr/>
        </p:nvGrpSpPr>
        <p:grpSpPr>
          <a:xfrm>
            <a:off x="3019809" y="1688647"/>
            <a:ext cx="420775" cy="420811"/>
            <a:chOff x="-5251625" y="3272950"/>
            <a:chExt cx="292225" cy="292250"/>
          </a:xfrm>
        </p:grpSpPr>
        <p:sp>
          <p:nvSpPr>
            <p:cNvPr id="8721" name="Google Shape;8721;p94"/>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4"/>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4"/>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4" name="Google Shape;8724;p94"/>
          <p:cNvGrpSpPr/>
          <p:nvPr/>
        </p:nvGrpSpPr>
        <p:grpSpPr>
          <a:xfrm>
            <a:off x="3016407" y="2204348"/>
            <a:ext cx="427578" cy="421351"/>
            <a:chOff x="-5254775" y="3631325"/>
            <a:chExt cx="296950" cy="292625"/>
          </a:xfrm>
        </p:grpSpPr>
        <p:sp>
          <p:nvSpPr>
            <p:cNvPr id="8725" name="Google Shape;8725;p94"/>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4"/>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4"/>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4"/>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4"/>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4"/>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4"/>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94"/>
          <p:cNvGrpSpPr/>
          <p:nvPr/>
        </p:nvGrpSpPr>
        <p:grpSpPr>
          <a:xfrm>
            <a:off x="3032265" y="2756270"/>
            <a:ext cx="419659" cy="420775"/>
            <a:chOff x="-5251625" y="3991275"/>
            <a:chExt cx="291450" cy="292225"/>
          </a:xfrm>
        </p:grpSpPr>
        <p:sp>
          <p:nvSpPr>
            <p:cNvPr id="8733" name="Google Shape;8733;p94"/>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4"/>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4"/>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4"/>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4"/>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94"/>
          <p:cNvGrpSpPr/>
          <p:nvPr/>
        </p:nvGrpSpPr>
        <p:grpSpPr>
          <a:xfrm>
            <a:off x="5772848" y="1689240"/>
            <a:ext cx="319874" cy="419623"/>
            <a:chOff x="-3365275" y="3253275"/>
            <a:chExt cx="222150" cy="291425"/>
          </a:xfrm>
        </p:grpSpPr>
        <p:sp>
          <p:nvSpPr>
            <p:cNvPr id="8739" name="Google Shape;8739;p94"/>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4"/>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94"/>
          <p:cNvGrpSpPr/>
          <p:nvPr/>
        </p:nvGrpSpPr>
        <p:grpSpPr>
          <a:xfrm>
            <a:off x="5746786" y="2204058"/>
            <a:ext cx="371998" cy="421927"/>
            <a:chOff x="-3383375" y="3611625"/>
            <a:chExt cx="258350" cy="293025"/>
          </a:xfrm>
        </p:grpSpPr>
        <p:sp>
          <p:nvSpPr>
            <p:cNvPr id="8742" name="Google Shape;8742;p94"/>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4"/>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94"/>
          <p:cNvGrpSpPr/>
          <p:nvPr/>
        </p:nvGrpSpPr>
        <p:grpSpPr>
          <a:xfrm>
            <a:off x="5809135" y="2756826"/>
            <a:ext cx="271097" cy="419659"/>
            <a:chOff x="-3347950" y="3971575"/>
            <a:chExt cx="188275" cy="291450"/>
          </a:xfrm>
        </p:grpSpPr>
        <p:sp>
          <p:nvSpPr>
            <p:cNvPr id="8745" name="Google Shape;8745;p94"/>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4"/>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4"/>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8" name="Google Shape;8748;p94"/>
          <p:cNvGrpSpPr/>
          <p:nvPr/>
        </p:nvGrpSpPr>
        <p:grpSpPr>
          <a:xfrm>
            <a:off x="858994" y="3307061"/>
            <a:ext cx="371998" cy="421927"/>
            <a:chOff x="-1575775" y="3238300"/>
            <a:chExt cx="258350" cy="293025"/>
          </a:xfrm>
        </p:grpSpPr>
        <p:sp>
          <p:nvSpPr>
            <p:cNvPr id="8749" name="Google Shape;8749;p94"/>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4"/>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4"/>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4"/>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4"/>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94"/>
          <p:cNvGrpSpPr/>
          <p:nvPr/>
        </p:nvGrpSpPr>
        <p:grpSpPr>
          <a:xfrm>
            <a:off x="2503892" y="3309051"/>
            <a:ext cx="423079" cy="424159"/>
            <a:chOff x="-1591550" y="3597475"/>
            <a:chExt cx="293825" cy="294575"/>
          </a:xfrm>
        </p:grpSpPr>
        <p:sp>
          <p:nvSpPr>
            <p:cNvPr id="8755" name="Google Shape;8755;p94"/>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4"/>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4"/>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8" name="Google Shape;8758;p94"/>
          <p:cNvGrpSpPr/>
          <p:nvPr/>
        </p:nvGrpSpPr>
        <p:grpSpPr>
          <a:xfrm>
            <a:off x="4153362" y="3318663"/>
            <a:ext cx="421927" cy="399248"/>
            <a:chOff x="-1592325" y="3957400"/>
            <a:chExt cx="293025" cy="277275"/>
          </a:xfrm>
        </p:grpSpPr>
        <p:sp>
          <p:nvSpPr>
            <p:cNvPr id="8759" name="Google Shape;8759;p94"/>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4"/>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4"/>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4"/>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94"/>
          <p:cNvGrpSpPr/>
          <p:nvPr/>
        </p:nvGrpSpPr>
        <p:grpSpPr>
          <a:xfrm>
            <a:off x="3640232" y="3310744"/>
            <a:ext cx="369730" cy="420775"/>
            <a:chOff x="-778700" y="3612425"/>
            <a:chExt cx="256775" cy="292225"/>
          </a:xfrm>
        </p:grpSpPr>
        <p:sp>
          <p:nvSpPr>
            <p:cNvPr id="8764" name="Google Shape;8764;p94"/>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4"/>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4"/>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4"/>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4"/>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4"/>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0" name="Google Shape;8770;p94"/>
          <p:cNvGrpSpPr/>
          <p:nvPr/>
        </p:nvGrpSpPr>
        <p:grpSpPr>
          <a:xfrm>
            <a:off x="6111733" y="3828305"/>
            <a:ext cx="340731" cy="387641"/>
            <a:chOff x="7728464" y="1561258"/>
            <a:chExt cx="349719" cy="397866"/>
          </a:xfrm>
        </p:grpSpPr>
        <p:sp>
          <p:nvSpPr>
            <p:cNvPr id="8771" name="Google Shape;8771;p94"/>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4"/>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3" name="Google Shape;8773;p94"/>
          <p:cNvGrpSpPr/>
          <p:nvPr/>
        </p:nvGrpSpPr>
        <p:grpSpPr>
          <a:xfrm>
            <a:off x="4034702" y="3828305"/>
            <a:ext cx="387681" cy="387641"/>
            <a:chOff x="5611350" y="1561258"/>
            <a:chExt cx="397907" cy="397866"/>
          </a:xfrm>
        </p:grpSpPr>
        <p:sp>
          <p:nvSpPr>
            <p:cNvPr id="8774" name="Google Shape;8774;p94"/>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4"/>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4"/>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4"/>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8" name="Google Shape;8778;p94"/>
          <p:cNvGrpSpPr/>
          <p:nvPr/>
        </p:nvGrpSpPr>
        <p:grpSpPr>
          <a:xfrm>
            <a:off x="4553987" y="3925571"/>
            <a:ext cx="387610" cy="193109"/>
            <a:chOff x="6140660" y="1661097"/>
            <a:chExt cx="397835" cy="198202"/>
          </a:xfrm>
        </p:grpSpPr>
        <p:sp>
          <p:nvSpPr>
            <p:cNvPr id="8779" name="Google Shape;8779;p94"/>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4"/>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4"/>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4"/>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94"/>
          <p:cNvGrpSpPr/>
          <p:nvPr/>
        </p:nvGrpSpPr>
        <p:grpSpPr>
          <a:xfrm>
            <a:off x="5073202" y="3828305"/>
            <a:ext cx="387681" cy="387641"/>
            <a:chOff x="6669907" y="1561258"/>
            <a:chExt cx="397907" cy="397866"/>
          </a:xfrm>
        </p:grpSpPr>
        <p:sp>
          <p:nvSpPr>
            <p:cNvPr id="8784" name="Google Shape;8784;p94"/>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4"/>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4"/>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4"/>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4"/>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94"/>
          <p:cNvGrpSpPr/>
          <p:nvPr/>
        </p:nvGrpSpPr>
        <p:grpSpPr>
          <a:xfrm>
            <a:off x="1958433" y="3885842"/>
            <a:ext cx="387681" cy="272572"/>
            <a:chOff x="3386036" y="1746339"/>
            <a:chExt cx="397907" cy="279762"/>
          </a:xfrm>
        </p:grpSpPr>
        <p:sp>
          <p:nvSpPr>
            <p:cNvPr id="8790" name="Google Shape;8790;p94"/>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4"/>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94"/>
          <p:cNvGrpSpPr/>
          <p:nvPr/>
        </p:nvGrpSpPr>
        <p:grpSpPr>
          <a:xfrm>
            <a:off x="2996130" y="3828288"/>
            <a:ext cx="387681" cy="387681"/>
            <a:chOff x="4417380" y="1687279"/>
            <a:chExt cx="397907" cy="397907"/>
          </a:xfrm>
        </p:grpSpPr>
        <p:sp>
          <p:nvSpPr>
            <p:cNvPr id="8793" name="Google Shape;8793;p94"/>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4"/>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94"/>
          <p:cNvGrpSpPr/>
          <p:nvPr/>
        </p:nvGrpSpPr>
        <p:grpSpPr>
          <a:xfrm>
            <a:off x="7942611" y="3308537"/>
            <a:ext cx="387661" cy="387661"/>
            <a:chOff x="2869999" y="1687279"/>
            <a:chExt cx="397887" cy="397887"/>
          </a:xfrm>
        </p:grpSpPr>
        <p:sp>
          <p:nvSpPr>
            <p:cNvPr id="8796" name="Google Shape;8796;p94"/>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4"/>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8" name="Google Shape;8798;p94"/>
          <p:cNvGrpSpPr/>
          <p:nvPr/>
        </p:nvGrpSpPr>
        <p:grpSpPr>
          <a:xfrm>
            <a:off x="2477718" y="3828664"/>
            <a:ext cx="386807" cy="386929"/>
            <a:chOff x="3902887" y="1687655"/>
            <a:chExt cx="397010" cy="397135"/>
          </a:xfrm>
        </p:grpSpPr>
        <p:sp>
          <p:nvSpPr>
            <p:cNvPr id="8799" name="Google Shape;8799;p94"/>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4"/>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1" name="Google Shape;8801;p94"/>
          <p:cNvGrpSpPr/>
          <p:nvPr/>
        </p:nvGrpSpPr>
        <p:grpSpPr>
          <a:xfrm>
            <a:off x="3515416" y="3828344"/>
            <a:ext cx="387681" cy="387681"/>
            <a:chOff x="4933458" y="1687279"/>
            <a:chExt cx="397907" cy="397907"/>
          </a:xfrm>
        </p:grpSpPr>
        <p:sp>
          <p:nvSpPr>
            <p:cNvPr id="8802" name="Google Shape;8802;p94"/>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4"/>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4" name="Google Shape;8804;p94"/>
          <p:cNvGrpSpPr/>
          <p:nvPr/>
        </p:nvGrpSpPr>
        <p:grpSpPr>
          <a:xfrm>
            <a:off x="5286246" y="3308537"/>
            <a:ext cx="387681" cy="387661"/>
            <a:chOff x="266768" y="1721375"/>
            <a:chExt cx="397907" cy="397887"/>
          </a:xfrm>
        </p:grpSpPr>
        <p:sp>
          <p:nvSpPr>
            <p:cNvPr id="8805" name="Google Shape;8805;p9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7" name="Google Shape;8807;p94"/>
          <p:cNvGrpSpPr/>
          <p:nvPr/>
        </p:nvGrpSpPr>
        <p:grpSpPr>
          <a:xfrm>
            <a:off x="7411672" y="3308924"/>
            <a:ext cx="387539" cy="386888"/>
            <a:chOff x="2408992" y="1722875"/>
            <a:chExt cx="397761" cy="397093"/>
          </a:xfrm>
        </p:grpSpPr>
        <p:sp>
          <p:nvSpPr>
            <p:cNvPr id="8808" name="Google Shape;8808;p94"/>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4"/>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0" name="Google Shape;8810;p94"/>
          <p:cNvGrpSpPr/>
          <p:nvPr/>
        </p:nvGrpSpPr>
        <p:grpSpPr>
          <a:xfrm>
            <a:off x="5592488" y="3828305"/>
            <a:ext cx="387641" cy="387641"/>
            <a:chOff x="7199196" y="1561258"/>
            <a:chExt cx="397866" cy="397866"/>
          </a:xfrm>
        </p:grpSpPr>
        <p:sp>
          <p:nvSpPr>
            <p:cNvPr id="8811" name="Google Shape;8811;p94"/>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4"/>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4"/>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4" name="Google Shape;8814;p94"/>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8815" name="Google Shape;8815;p94"/>
          <p:cNvGrpSpPr/>
          <p:nvPr/>
        </p:nvGrpSpPr>
        <p:grpSpPr>
          <a:xfrm>
            <a:off x="6348367" y="3308537"/>
            <a:ext cx="387661" cy="387661"/>
            <a:chOff x="1379798" y="1723250"/>
            <a:chExt cx="397887" cy="397887"/>
          </a:xfrm>
        </p:grpSpPr>
        <p:sp>
          <p:nvSpPr>
            <p:cNvPr id="8816" name="Google Shape;8816;p9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0" name="Google Shape;8820;p94"/>
          <p:cNvGrpSpPr/>
          <p:nvPr/>
        </p:nvGrpSpPr>
        <p:grpSpPr>
          <a:xfrm>
            <a:off x="5817327" y="3308537"/>
            <a:ext cx="387641" cy="387661"/>
            <a:chOff x="864491" y="1723250"/>
            <a:chExt cx="397866" cy="397887"/>
          </a:xfrm>
        </p:grpSpPr>
        <p:sp>
          <p:nvSpPr>
            <p:cNvPr id="8821" name="Google Shape;8821;p9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4" name="Google Shape;8824;p94"/>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5" name="Google Shape;8825;p94"/>
          <p:cNvGrpSpPr/>
          <p:nvPr/>
        </p:nvGrpSpPr>
        <p:grpSpPr>
          <a:xfrm>
            <a:off x="6584154" y="3827060"/>
            <a:ext cx="388966" cy="388966"/>
            <a:chOff x="1190625" y="238125"/>
            <a:chExt cx="5235075" cy="5235075"/>
          </a:xfrm>
        </p:grpSpPr>
        <p:sp>
          <p:nvSpPr>
            <p:cNvPr id="8826" name="Google Shape;8826;p94"/>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4"/>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8831"/>
        <p:cNvGrpSpPr/>
        <p:nvPr/>
      </p:nvGrpSpPr>
      <p:grpSpPr>
        <a:xfrm>
          <a:off x="0" y="0"/>
          <a:ext cx="0" cy="0"/>
          <a:chOff x="0" y="0"/>
          <a:chExt cx="0" cy="0"/>
        </a:xfrm>
      </p:grpSpPr>
      <p:pic>
        <p:nvPicPr>
          <p:cNvPr id="8832" name="Google Shape;8832;p9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National Women's Day in South Africa by Slidesgo">
  <a:themeElements>
    <a:clrScheme name="Simple Light">
      <a:dk1>
        <a:srgbClr val="141414"/>
      </a:dk1>
      <a:lt1>
        <a:srgbClr val="FFFFFF"/>
      </a:lt1>
      <a:dk2>
        <a:srgbClr val="2E1F8C"/>
      </a:dk2>
      <a:lt2>
        <a:srgbClr val="007C54"/>
      </a:lt2>
      <a:accent1>
        <a:srgbClr val="E15144"/>
      </a:accent1>
      <a:accent2>
        <a:srgbClr val="F7C049"/>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19620</TotalTime>
  <Words>5820</Words>
  <Application>Microsoft Macintosh PowerPoint</Application>
  <PresentationFormat>On-screen Show (16:9)</PresentationFormat>
  <Paragraphs>657</Paragraphs>
  <Slides>108</Slides>
  <Notes>107</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108</vt:i4>
      </vt:variant>
    </vt:vector>
  </HeadingPairs>
  <TitlesOfParts>
    <vt:vector size="120" baseType="lpstr">
      <vt:lpstr>Archivo</vt:lpstr>
      <vt:lpstr>Calibri</vt:lpstr>
      <vt:lpstr>Roboto Medium</vt:lpstr>
      <vt:lpstr>Josefin Sans</vt:lpstr>
      <vt:lpstr>Poller One</vt:lpstr>
      <vt:lpstr>Proxima Nova</vt:lpstr>
      <vt:lpstr>Arial</vt:lpstr>
      <vt:lpstr>Proxima Nova Semibold</vt:lpstr>
      <vt:lpstr>Amatic SC</vt:lpstr>
      <vt:lpstr>Catamaran</vt:lpstr>
      <vt:lpstr>National Women's Day in South Africa by Slidesgo</vt:lpstr>
      <vt:lpstr>Slidesgo Final Pages</vt:lpstr>
      <vt:lpstr>Theme 4: The Constitution of 1996:  Basic Principles, Concepts and Doctrines</vt:lpstr>
      <vt:lpstr>Recap</vt:lpstr>
      <vt:lpstr>The Application of the Bill of Rights</vt:lpstr>
      <vt:lpstr>PowerPoint Presentation</vt:lpstr>
      <vt:lpstr>Democracy! </vt:lpstr>
      <vt:lpstr>Democracy! </vt:lpstr>
      <vt:lpstr>Democracy! </vt:lpstr>
      <vt:lpstr>PowerPoint Presentation</vt:lpstr>
      <vt:lpstr>PowerPoint Presentation</vt:lpstr>
      <vt:lpstr>Democracy! </vt:lpstr>
      <vt:lpstr>How to define Democracy in the 1996 Constitution Context</vt:lpstr>
      <vt:lpstr>How to define Democracy…</vt:lpstr>
      <vt:lpstr>Types of Democracy </vt:lpstr>
      <vt:lpstr>Direct democracy </vt:lpstr>
      <vt:lpstr>Direct democracy </vt:lpstr>
      <vt:lpstr>Representative Democracy </vt:lpstr>
      <vt:lpstr>Representative Democracy </vt:lpstr>
      <vt:lpstr>Representative Democracy </vt:lpstr>
      <vt:lpstr>Representative Democracy </vt:lpstr>
      <vt:lpstr>Representative Democracy </vt:lpstr>
      <vt:lpstr>Representative Democracy </vt:lpstr>
      <vt:lpstr>Limitations of Representative Democracy  </vt:lpstr>
      <vt:lpstr>Participatory Democracy </vt:lpstr>
      <vt:lpstr>Participatory Democracy </vt:lpstr>
      <vt:lpstr>Constitutional Democracy </vt:lpstr>
      <vt:lpstr>Class task</vt:lpstr>
      <vt:lpstr>Defiance Campaign </vt:lpstr>
      <vt:lpstr>Congress Alliance </vt:lpstr>
      <vt:lpstr>Congress Alliance </vt:lpstr>
      <vt:lpstr>Congress of the People</vt:lpstr>
      <vt:lpstr>Freedom Chater </vt:lpstr>
      <vt:lpstr>Freedom Chater </vt:lpstr>
      <vt:lpstr>Road to Sharpeville (1959 – March 1960)</vt:lpstr>
      <vt:lpstr>Road to Sharpeville (1959 – March 1960)</vt:lpstr>
      <vt:lpstr>Sharpeville Massacre</vt:lpstr>
      <vt:lpstr>Sharpeville: Government Response</vt:lpstr>
      <vt:lpstr>Sharpeville: Government Response</vt:lpstr>
      <vt:lpstr>1961 Constitution </vt:lpstr>
      <vt:lpstr>1961 Constitution </vt:lpstr>
      <vt:lpstr>1961 Constitution </vt:lpstr>
      <vt:lpstr>1961 Constitution </vt:lpstr>
      <vt:lpstr>Rivonia Trial</vt:lpstr>
      <vt:lpstr>Rivonia Trial</vt:lpstr>
      <vt:lpstr>Rivonia Trial</vt:lpstr>
      <vt:lpstr>Rivonia Trial</vt:lpstr>
      <vt:lpstr>Rivonia Trial</vt:lpstr>
      <vt:lpstr>1983 Constitution</vt:lpstr>
      <vt:lpstr>1983 Constitution </vt:lpstr>
      <vt:lpstr>1983 Constitution </vt:lpstr>
      <vt:lpstr>1983 Constitution </vt:lpstr>
      <vt:lpstr>Next week ….</vt:lpstr>
      <vt:lpstr>Early Responses </vt:lpstr>
      <vt:lpstr>Early Responses </vt:lpstr>
      <vt:lpstr>Soweto Uprising </vt:lpstr>
      <vt:lpstr>Global Standing</vt:lpstr>
      <vt:lpstr>GENERAL BACKGROUND</vt:lpstr>
      <vt:lpstr>CONTENTS OF THIS TEMPLATE</vt:lpstr>
      <vt:lpstr>TABLE OF CONTENTS</vt:lpstr>
      <vt:lpstr>HISTORICAL DAY</vt:lpstr>
      <vt:lpstr>NATIONAL WOMEN’S DAY</vt:lpstr>
      <vt:lpstr>PURPOSE OF CELEBRATING THE DAY</vt:lpstr>
      <vt:lpstr>SIGNIFICANCE</vt:lpstr>
      <vt:lpstr>HOW WAS THIS DAY CREATED?</vt:lpstr>
      <vt:lpstr>TO REMEMBER</vt:lpstr>
      <vt:lpstr>PowerPoint Presentation</vt:lpstr>
      <vt:lpstr>NATIONAL WOMEN’S DAY FACTS</vt:lpstr>
      <vt:lpstr>KEY DATES</vt:lpstr>
      <vt:lpstr>—Someone Famous</vt:lpstr>
      <vt:lpstr>DID YOU KNOW THIS?</vt:lpstr>
      <vt:lpstr>AWESOME WORDS</vt:lpstr>
      <vt:lpstr>GETTING TO KNOW SOUTH AFRICA</vt:lpstr>
      <vt:lpstr>HOW TO CELEBRATE THIS DAY?</vt:lpstr>
      <vt:lpstr>1956</vt:lpstr>
      <vt:lpstr>TO REINFORCE THE CONCEPT, TRY USING AN IMAGE</vt:lpstr>
      <vt:lpstr>DAY ACTIVITIES SCHEDULE</vt:lpstr>
      <vt:lpstr>MAIN EVENTS</vt:lpstr>
      <vt:lpstr>SELECTED REVIEWS</vt:lpstr>
      <vt:lpstr>POWERFUL DAY FOR EQUAL RIGHTS</vt:lpstr>
      <vt:lpstr>SUMMARY OF PREVIOUS YEARS</vt:lpstr>
      <vt:lpstr>941,785</vt:lpstr>
      <vt:lpstr>OUR TEAM</vt:lpstr>
      <vt:lpstr>MAIN CONCLUSIONS</vt:lpstr>
      <vt:lpstr>MORE INFO ON THE WEBSITE</vt:lpstr>
      <vt:lpstr>ACCESS WITH YOUR TABLET</vt:lpstr>
      <vt:lpstr>ALWAYS INFORMED OF YOUR NEEDS</vt:lpstr>
      <vt:lpstr>RELATED BOOKS YOU SHOULD READ</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Bryony Fox</cp:lastModifiedBy>
  <cp:revision>13</cp:revision>
  <dcterms:modified xsi:type="dcterms:W3CDTF">2026-04-29T20:13:47Z</dcterms:modified>
</cp:coreProperties>
</file>